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notesSlides/notesSlide2.xml" ContentType="application/vnd.openxmlformats-officedocument.presentationml.notesSlide+xml"/>
  <Override PartName="/ppt/tags/tag2.xml" ContentType="application/vnd.openxmlformats-officedocument.presentationml.tags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notesSlides/notesSlide4.xml" ContentType="application/vnd.openxmlformats-officedocument.presentationml.notesSlide+xml"/>
  <Override PartName="/ppt/tags/tag4.xml" ContentType="application/vnd.openxmlformats-officedocument.presentationml.tags+xml"/>
  <Override PartName="/ppt/notesSlides/notesSlide5.xml" ContentType="application/vnd.openxmlformats-officedocument.presentationml.notesSlide+xml"/>
  <Override PartName="/ppt/tags/tag5.xml" ContentType="application/vnd.openxmlformats-officedocument.presentationml.tags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tags/tag6.xml" ContentType="application/vnd.openxmlformats-officedocument.presentationml.tags+xml"/>
  <Override PartName="/ppt/notesSlides/notesSlide10.xml" ContentType="application/vnd.openxmlformats-officedocument.presentationml.notesSlide+xml"/>
  <Override PartName="/ppt/tags/tag7.xml" ContentType="application/vnd.openxmlformats-officedocument.presentationml.tags+xml"/>
  <Override PartName="/ppt/notesSlides/notesSlide11.xml" ContentType="application/vnd.openxmlformats-officedocument.presentationml.notesSlide+xml"/>
  <Override PartName="/ppt/tags/tag8.xml" ContentType="application/vnd.openxmlformats-officedocument.presentationml.tags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tags/tag9.xml" ContentType="application/vnd.openxmlformats-officedocument.presentationml.tags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tags/tag10.xml" ContentType="application/vnd.openxmlformats-officedocument.presentationml.tags+xml"/>
  <Override PartName="/ppt/notesSlides/notesSlide16.xml" ContentType="application/vnd.openxmlformats-officedocument.presentationml.notesSlide+xml"/>
  <Override PartName="/ppt/tags/tag11.xml" ContentType="application/vnd.openxmlformats-officedocument.presentationml.tags+xml"/>
  <Override PartName="/ppt/notesSlides/notesSlide17.xml" ContentType="application/vnd.openxmlformats-officedocument.presentationml.notesSlide+xml"/>
  <Override PartName="/ppt/tags/tag12.xml" ContentType="application/vnd.openxmlformats-officedocument.presentationml.tags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tags/tag13.xml" ContentType="application/vnd.openxmlformats-officedocument.presentationml.tags+xml"/>
  <Override PartName="/ppt/notesSlides/notesSlide23.xml" ContentType="application/vnd.openxmlformats-officedocument.presentationml.notesSlide+xml"/>
  <Override PartName="/ppt/tags/tag14.xml" ContentType="application/vnd.openxmlformats-officedocument.presentationml.tags+xml"/>
  <Override PartName="/ppt/notesSlides/notesSlide24.xml" ContentType="application/vnd.openxmlformats-officedocument.presentationml.notesSlide+xml"/>
  <Override PartName="/ppt/tags/tag15.xml" ContentType="application/vnd.openxmlformats-officedocument.presentationml.tags+xml"/>
  <Override PartName="/ppt/notesSlides/notesSlide25.xml" ContentType="application/vnd.openxmlformats-officedocument.presentationml.notesSlide+xml"/>
  <Override PartName="/ppt/tags/tag16.xml" ContentType="application/vnd.openxmlformats-officedocument.presentationml.tags+xml"/>
  <Override PartName="/ppt/notesSlides/notesSlide26.xml" ContentType="application/vnd.openxmlformats-officedocument.presentationml.notesSlide+xml"/>
  <Override PartName="/ppt/tags/tag17.xml" ContentType="application/vnd.openxmlformats-officedocument.presentationml.tags+xml"/>
  <Override PartName="/ppt/notesSlides/notesSlide27.xml" ContentType="application/vnd.openxmlformats-officedocument.presentationml.notesSlide+xml"/>
  <Override PartName="/ppt/tags/tag18.xml" ContentType="application/vnd.openxmlformats-officedocument.presentationml.tags+xml"/>
  <Override PartName="/ppt/notesSlides/notesSlide28.xml" ContentType="application/vnd.openxmlformats-officedocument.presentationml.notesSlide+xml"/>
  <Override PartName="/ppt/tags/tag19.xml" ContentType="application/vnd.openxmlformats-officedocument.presentationml.tags+xml"/>
  <Override PartName="/ppt/notesSlides/notesSlide29.xml" ContentType="application/vnd.openxmlformats-officedocument.presentationml.notesSlide+xml"/>
  <Override PartName="/ppt/tags/tag20.xml" ContentType="application/vnd.openxmlformats-officedocument.presentationml.tags+xml"/>
  <Override PartName="/ppt/notesSlides/notesSlide30.xml" ContentType="application/vnd.openxmlformats-officedocument.presentationml.notesSlide+xml"/>
  <Override PartName="/ppt/tags/tag21.xml" ContentType="application/vnd.openxmlformats-officedocument.presentationml.tags+xml"/>
  <Override PartName="/ppt/notesSlides/notesSlide31.xml" ContentType="application/vnd.openxmlformats-officedocument.presentationml.notesSlide+xml"/>
  <Override PartName="/ppt/tags/tag22.xml" ContentType="application/vnd.openxmlformats-officedocument.presentationml.tags+xml"/>
  <Override PartName="/ppt/notesSlides/notesSlide32.xml" ContentType="application/vnd.openxmlformats-officedocument.presentationml.notesSlide+xml"/>
  <Override PartName="/ppt/tags/tag23.xml" ContentType="application/vnd.openxmlformats-officedocument.presentationml.tags+xml"/>
  <Override PartName="/ppt/notesSlides/notesSlide33.xml" ContentType="application/vnd.openxmlformats-officedocument.presentationml.notesSlide+xml"/>
  <Override PartName="/ppt/tags/tag24.xml" ContentType="application/vnd.openxmlformats-officedocument.presentationml.tags+xml"/>
  <Override PartName="/ppt/notesSlides/notesSlide34.xml" ContentType="application/vnd.openxmlformats-officedocument.presentationml.notesSlide+xml"/>
  <Override PartName="/ppt/tags/tag25.xml" ContentType="application/vnd.openxmlformats-officedocument.presentationml.tags+xml"/>
  <Override PartName="/ppt/notesSlides/notesSlide35.xml" ContentType="application/vnd.openxmlformats-officedocument.presentationml.notesSlide+xml"/>
  <Override PartName="/ppt/tags/tag26.xml" ContentType="application/vnd.openxmlformats-officedocument.presentationml.tags+xml"/>
  <Override PartName="/ppt/notesSlides/notesSlide36.xml" ContentType="application/vnd.openxmlformats-officedocument.presentationml.notesSlide+xml"/>
  <Override PartName="/ppt/tags/tag27.xml" ContentType="application/vnd.openxmlformats-officedocument.presentationml.tags+xml"/>
  <Override PartName="/ppt/notesSlides/notesSlide37.xml" ContentType="application/vnd.openxmlformats-officedocument.presentationml.notesSlide+xml"/>
  <Override PartName="/ppt/tags/tag28.xml" ContentType="application/vnd.openxmlformats-officedocument.presentationml.tags+xml"/>
  <Override PartName="/ppt/notesSlides/notesSlide38.xml" ContentType="application/vnd.openxmlformats-officedocument.presentationml.notesSlide+xml"/>
  <Override PartName="/ppt/tags/tag29.xml" ContentType="application/vnd.openxmlformats-officedocument.presentationml.tags+xml"/>
  <Override PartName="/ppt/notesSlides/notesSlide39.xml" ContentType="application/vnd.openxmlformats-officedocument.presentationml.notesSlide+xml"/>
  <Override PartName="/ppt/tags/tag30.xml" ContentType="application/vnd.openxmlformats-officedocument.presentationml.tags+xml"/>
  <Override PartName="/ppt/notesSlides/notesSlide40.xml" ContentType="application/vnd.openxmlformats-officedocument.presentationml.notesSlide+xml"/>
  <Override PartName="/ppt/tags/tag31.xml" ContentType="application/vnd.openxmlformats-officedocument.presentationml.tags+xml"/>
  <Override PartName="/ppt/notesSlides/notesSlide4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085" r:id="rId4"/>
  </p:sldMasterIdLst>
  <p:notesMasterIdLst>
    <p:notesMasterId r:id="rId47"/>
  </p:notesMasterIdLst>
  <p:handoutMasterIdLst>
    <p:handoutMasterId r:id="rId48"/>
  </p:handoutMasterIdLst>
  <p:sldIdLst>
    <p:sldId id="261" r:id="rId5"/>
    <p:sldId id="262" r:id="rId6"/>
    <p:sldId id="310" r:id="rId7"/>
    <p:sldId id="320" r:id="rId8"/>
    <p:sldId id="382" r:id="rId9"/>
    <p:sldId id="383" r:id="rId10"/>
    <p:sldId id="384" r:id="rId11"/>
    <p:sldId id="385" r:id="rId12"/>
    <p:sldId id="386" r:id="rId13"/>
    <p:sldId id="388" r:id="rId14"/>
    <p:sldId id="389" r:id="rId15"/>
    <p:sldId id="448" r:id="rId16"/>
    <p:sldId id="456" r:id="rId17"/>
    <p:sldId id="457" r:id="rId18"/>
    <p:sldId id="461" r:id="rId19"/>
    <p:sldId id="481" r:id="rId20"/>
    <p:sldId id="324" r:id="rId21"/>
    <p:sldId id="421" r:id="rId22"/>
    <p:sldId id="486" r:id="rId23"/>
    <p:sldId id="488" r:id="rId24"/>
    <p:sldId id="489" r:id="rId25"/>
    <p:sldId id="491" r:id="rId26"/>
    <p:sldId id="492" r:id="rId27"/>
    <p:sldId id="525" r:id="rId28"/>
    <p:sldId id="429" r:id="rId29"/>
    <p:sldId id="520" r:id="rId30"/>
    <p:sldId id="526" r:id="rId31"/>
    <p:sldId id="527" r:id="rId32"/>
    <p:sldId id="528" r:id="rId33"/>
    <p:sldId id="529" r:id="rId34"/>
    <p:sldId id="530" r:id="rId35"/>
    <p:sldId id="531" r:id="rId36"/>
    <p:sldId id="356" r:id="rId37"/>
    <p:sldId id="345" r:id="rId38"/>
    <p:sldId id="346" r:id="rId39"/>
    <p:sldId id="442" r:id="rId40"/>
    <p:sldId id="443" r:id="rId41"/>
    <p:sldId id="444" r:id="rId42"/>
    <p:sldId id="445" r:id="rId43"/>
    <p:sldId id="347" r:id="rId44"/>
    <p:sldId id="419" r:id="rId45"/>
    <p:sldId id="359" r:id="rId4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iva Kesava Reddy Kakarla" initials="SKRK" lastIdx="3" clrIdx="0">
    <p:extLst>
      <p:ext uri="{19B8F6BF-5375-455C-9EA6-DF929625EA0E}">
        <p15:presenceInfo xmlns:p15="http://schemas.microsoft.com/office/powerpoint/2012/main" userId="Siva Kesava Reddy Kakarla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B9199"/>
    <a:srgbClr val="FFF2CC"/>
    <a:srgbClr val="957922"/>
    <a:srgbClr val="595959"/>
    <a:srgbClr val="F4F5F6"/>
    <a:srgbClr val="ED3636"/>
    <a:srgbClr val="0070C0"/>
    <a:srgbClr val="29758C"/>
    <a:srgbClr val="005EA4"/>
    <a:srgbClr val="619E6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905468D-328B-4121-826B-7EE1FDF56F71}" v="8" dt="2020-08-08T21:25:39.119"/>
    <p1510:client id="{F61DD0D3-DB47-416F-8546-5C4259CA9BB5}" v="115" dt="2020-08-09T00:37:54.22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6" d="100"/>
          <a:sy n="106" d="100"/>
        </p:scale>
        <p:origin x="96" y="26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notesMaster" Target="notesMasters/notesMaster1.xml"/><Relationship Id="rId50" Type="http://schemas.openxmlformats.org/officeDocument/2006/relationships/presProps" Target="presProps.xml"/><Relationship Id="rId55" Type="http://schemas.microsoft.com/office/2015/10/relationships/revisionInfo" Target="revisionInfo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tableStyles" Target="tableStyles.xml"/><Relationship Id="rId5" Type="http://schemas.openxmlformats.org/officeDocument/2006/relationships/slide" Target="slides/slid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handoutMaster" Target="handoutMasters/handoutMaster1.xml"/><Relationship Id="rId8" Type="http://schemas.openxmlformats.org/officeDocument/2006/relationships/slide" Target="slides/slide4.xml"/><Relationship Id="rId51" Type="http://schemas.openxmlformats.org/officeDocument/2006/relationships/viewProps" Target="viewProps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commentAuthors" Target="commentAuthor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iva Kesava" userId="40b7196834f13e16" providerId="Windows Live" clId="Web-{E905468D-328B-4121-826B-7EE1FDF56F71}"/>
    <pc:docChg chg="modSld">
      <pc:chgData name="Siva Kesava" userId="40b7196834f13e16" providerId="Windows Live" clId="Web-{E905468D-328B-4121-826B-7EE1FDF56F71}" dt="2020-08-08T21:25:38.119" v="5"/>
      <pc:docMkLst>
        <pc:docMk/>
      </pc:docMkLst>
      <pc:sldChg chg="modTransition">
        <pc:chgData name="Siva Kesava" userId="40b7196834f13e16" providerId="Windows Live" clId="Web-{E905468D-328B-4121-826B-7EE1FDF56F71}" dt="2020-08-08T21:25:02.102" v="1"/>
        <pc:sldMkLst>
          <pc:docMk/>
          <pc:sldMk cId="904835685" sldId="346"/>
        </pc:sldMkLst>
      </pc:sldChg>
      <pc:sldChg chg="modTransition">
        <pc:chgData name="Siva Kesava" userId="40b7196834f13e16" providerId="Windows Live" clId="Web-{E905468D-328B-4121-826B-7EE1FDF56F71}" dt="2020-08-08T21:24:49.633" v="0"/>
        <pc:sldMkLst>
          <pc:docMk/>
          <pc:sldMk cId="2998473865" sldId="382"/>
        </pc:sldMkLst>
      </pc:sldChg>
      <pc:sldChg chg="modSp">
        <pc:chgData name="Siva Kesava" userId="40b7196834f13e16" providerId="Windows Live" clId="Web-{E905468D-328B-4121-826B-7EE1FDF56F71}" dt="2020-08-08T21:25:38.119" v="5"/>
        <pc:sldMkLst>
          <pc:docMk/>
          <pc:sldMk cId="2153776736" sldId="486"/>
        </pc:sldMkLst>
        <pc:graphicFrameChg chg="mod modGraphic">
          <ac:chgData name="Siva Kesava" userId="40b7196834f13e16" providerId="Windows Live" clId="Web-{E905468D-328B-4121-826B-7EE1FDF56F71}" dt="2020-08-08T21:25:38.119" v="5"/>
          <ac:graphicFrameMkLst>
            <pc:docMk/>
            <pc:sldMk cId="2153776736" sldId="486"/>
            <ac:graphicFrameMk id="3" creationId="{2DF447AC-2568-44B1-B3F3-A7EE76A5F561}"/>
          </ac:graphicFrameMkLst>
        </pc:graphicFrameChg>
      </pc:sldChg>
    </pc:docChg>
  </pc:docChgLst>
  <pc:docChgLst>
    <pc:chgData name="Siva Kesava" userId="40b7196834f13e16" providerId="LiveId" clId="{F61DD0D3-DB47-416F-8546-5C4259CA9BB5}"/>
    <pc:docChg chg="undo redo custSel addSld delSld modSld">
      <pc:chgData name="Siva Kesava" userId="40b7196834f13e16" providerId="LiveId" clId="{F61DD0D3-DB47-416F-8546-5C4259CA9BB5}" dt="2020-08-09T00:37:54.227" v="177" actId="2711"/>
      <pc:docMkLst>
        <pc:docMk/>
      </pc:docMkLst>
      <pc:sldChg chg="modSp">
        <pc:chgData name="Siva Kesava" userId="40b7196834f13e16" providerId="LiveId" clId="{F61DD0D3-DB47-416F-8546-5C4259CA9BB5}" dt="2020-08-09T00:36:29.435" v="167" actId="2711"/>
        <pc:sldMkLst>
          <pc:docMk/>
          <pc:sldMk cId="4290920563" sldId="345"/>
        </pc:sldMkLst>
        <pc:spChg chg="mod">
          <ac:chgData name="Siva Kesava" userId="40b7196834f13e16" providerId="LiveId" clId="{F61DD0D3-DB47-416F-8546-5C4259CA9BB5}" dt="2020-08-09T00:36:29.435" v="167" actId="2711"/>
          <ac:spMkLst>
            <pc:docMk/>
            <pc:sldMk cId="4290920563" sldId="345"/>
            <ac:spMk id="15" creationId="{243DFEE3-8550-4F48-8BBB-6659DDB8F623}"/>
          </ac:spMkLst>
        </pc:spChg>
      </pc:sldChg>
      <pc:sldChg chg="modSp mod">
        <pc:chgData name="Siva Kesava" userId="40b7196834f13e16" providerId="LiveId" clId="{F61DD0D3-DB47-416F-8546-5C4259CA9BB5}" dt="2020-08-09T00:36:49.174" v="171" actId="20577"/>
        <pc:sldMkLst>
          <pc:docMk/>
          <pc:sldMk cId="904835685" sldId="346"/>
        </pc:sldMkLst>
        <pc:spChg chg="mod">
          <ac:chgData name="Siva Kesava" userId="40b7196834f13e16" providerId="LiveId" clId="{F61DD0D3-DB47-416F-8546-5C4259CA9BB5}" dt="2020-08-09T00:36:49.174" v="171" actId="20577"/>
          <ac:spMkLst>
            <pc:docMk/>
            <pc:sldMk cId="904835685" sldId="346"/>
            <ac:spMk id="4" creationId="{9124AEC8-AC43-4AE7-908E-44405341A9A8}"/>
          </ac:spMkLst>
        </pc:spChg>
      </pc:sldChg>
      <pc:sldChg chg="modSp">
        <pc:chgData name="Siva Kesava" userId="40b7196834f13e16" providerId="LiveId" clId="{F61DD0D3-DB47-416F-8546-5C4259CA9BB5}" dt="2020-08-09T00:37:54.227" v="177" actId="2711"/>
        <pc:sldMkLst>
          <pc:docMk/>
          <pc:sldMk cId="127744384" sldId="347"/>
        </pc:sldMkLst>
        <pc:spChg chg="mod">
          <ac:chgData name="Siva Kesava" userId="40b7196834f13e16" providerId="LiveId" clId="{F61DD0D3-DB47-416F-8546-5C4259CA9BB5}" dt="2020-08-09T00:37:54.227" v="177" actId="2711"/>
          <ac:spMkLst>
            <pc:docMk/>
            <pc:sldMk cId="127744384" sldId="347"/>
            <ac:spMk id="9" creationId="{82CEF57E-657E-494F-94F7-CEBF38F1ADA6}"/>
          </ac:spMkLst>
        </pc:spChg>
      </pc:sldChg>
      <pc:sldChg chg="modSp">
        <pc:chgData name="Siva Kesava" userId="40b7196834f13e16" providerId="LiveId" clId="{F61DD0D3-DB47-416F-8546-5C4259CA9BB5}" dt="2020-08-08T21:42:06.075" v="50" actId="113"/>
        <pc:sldMkLst>
          <pc:docMk/>
          <pc:sldMk cId="4034143420" sldId="388"/>
        </pc:sldMkLst>
        <pc:spChg chg="mod">
          <ac:chgData name="Siva Kesava" userId="40b7196834f13e16" providerId="LiveId" clId="{F61DD0D3-DB47-416F-8546-5C4259CA9BB5}" dt="2020-08-08T21:42:06.075" v="50" actId="113"/>
          <ac:spMkLst>
            <pc:docMk/>
            <pc:sldMk cId="4034143420" sldId="388"/>
            <ac:spMk id="39" creationId="{D740EE15-8808-4FEB-BAC2-775987D747B6}"/>
          </ac:spMkLst>
        </pc:spChg>
      </pc:sldChg>
      <pc:sldChg chg="modSp">
        <pc:chgData name="Siva Kesava" userId="40b7196834f13e16" providerId="LiveId" clId="{F61DD0D3-DB47-416F-8546-5C4259CA9BB5}" dt="2020-08-09T00:10:38.855" v="55" actId="20577"/>
        <pc:sldMkLst>
          <pc:docMk/>
          <pc:sldMk cId="288150192" sldId="389"/>
        </pc:sldMkLst>
        <pc:spChg chg="mod">
          <ac:chgData name="Siva Kesava" userId="40b7196834f13e16" providerId="LiveId" clId="{F61DD0D3-DB47-416F-8546-5C4259CA9BB5}" dt="2020-08-09T00:10:19.490" v="52" actId="2711"/>
          <ac:spMkLst>
            <pc:docMk/>
            <pc:sldMk cId="288150192" sldId="389"/>
            <ac:spMk id="4" creationId="{3163957F-0AAB-4C4C-94DA-7EE1A4180D43}"/>
          </ac:spMkLst>
        </pc:spChg>
        <pc:spChg chg="mod">
          <ac:chgData name="Siva Kesava" userId="40b7196834f13e16" providerId="LiveId" clId="{F61DD0D3-DB47-416F-8546-5C4259CA9BB5}" dt="2020-08-09T00:10:38.855" v="55" actId="20577"/>
          <ac:spMkLst>
            <pc:docMk/>
            <pc:sldMk cId="288150192" sldId="389"/>
            <ac:spMk id="39" creationId="{D740EE15-8808-4FEB-BAC2-775987D747B6}"/>
          </ac:spMkLst>
        </pc:spChg>
      </pc:sldChg>
      <pc:sldChg chg="modSp mod">
        <pc:chgData name="Siva Kesava" userId="40b7196834f13e16" providerId="LiveId" clId="{F61DD0D3-DB47-416F-8546-5C4259CA9BB5}" dt="2020-08-09T00:17:14.151" v="71" actId="2711"/>
        <pc:sldMkLst>
          <pc:docMk/>
          <pc:sldMk cId="211712287" sldId="421"/>
        </pc:sldMkLst>
        <pc:spChg chg="mod">
          <ac:chgData name="Siva Kesava" userId="40b7196834f13e16" providerId="LiveId" clId="{F61DD0D3-DB47-416F-8546-5C4259CA9BB5}" dt="2020-08-09T00:17:14.151" v="71" actId="2711"/>
          <ac:spMkLst>
            <pc:docMk/>
            <pc:sldMk cId="211712287" sldId="421"/>
            <ac:spMk id="11" creationId="{9A63DE1C-5D57-4855-A24F-CA61E059FB9F}"/>
          </ac:spMkLst>
        </pc:spChg>
        <pc:spChg chg="mod">
          <ac:chgData name="Siva Kesava" userId="40b7196834f13e16" providerId="LiveId" clId="{F61DD0D3-DB47-416F-8546-5C4259CA9BB5}" dt="2020-08-09T00:17:14.151" v="71" actId="2711"/>
          <ac:spMkLst>
            <pc:docMk/>
            <pc:sldMk cId="211712287" sldId="421"/>
            <ac:spMk id="19" creationId="{CAEC121A-2A17-4301-A348-C92825B1CFB4}"/>
          </ac:spMkLst>
        </pc:spChg>
        <pc:spChg chg="mod">
          <ac:chgData name="Siva Kesava" userId="40b7196834f13e16" providerId="LiveId" clId="{F61DD0D3-DB47-416F-8546-5C4259CA9BB5}" dt="2020-08-09T00:17:14.151" v="71" actId="2711"/>
          <ac:spMkLst>
            <pc:docMk/>
            <pc:sldMk cId="211712287" sldId="421"/>
            <ac:spMk id="21" creationId="{6098F40F-753F-4795-8F43-659C9E0BE343}"/>
          </ac:spMkLst>
        </pc:spChg>
        <pc:spChg chg="mod">
          <ac:chgData name="Siva Kesava" userId="40b7196834f13e16" providerId="LiveId" clId="{F61DD0D3-DB47-416F-8546-5C4259CA9BB5}" dt="2020-08-09T00:17:14.151" v="71" actId="2711"/>
          <ac:spMkLst>
            <pc:docMk/>
            <pc:sldMk cId="211712287" sldId="421"/>
            <ac:spMk id="22" creationId="{BBCD7DF8-2819-4E29-A4BD-1A3CE4D6104E}"/>
          </ac:spMkLst>
        </pc:spChg>
        <pc:graphicFrameChg chg="modGraphic">
          <ac:chgData name="Siva Kesava" userId="40b7196834f13e16" providerId="LiveId" clId="{F61DD0D3-DB47-416F-8546-5C4259CA9BB5}" dt="2020-08-09T00:12:53.161" v="61" actId="2711"/>
          <ac:graphicFrameMkLst>
            <pc:docMk/>
            <pc:sldMk cId="211712287" sldId="421"/>
            <ac:graphicFrameMk id="3" creationId="{2DF447AC-2568-44B1-B3F3-A7EE76A5F561}"/>
          </ac:graphicFrameMkLst>
        </pc:graphicFrameChg>
      </pc:sldChg>
      <pc:sldChg chg="modSp">
        <pc:chgData name="Siva Kesava" userId="40b7196834f13e16" providerId="LiveId" clId="{F61DD0D3-DB47-416F-8546-5C4259CA9BB5}" dt="2020-08-09T00:22:18.032" v="97" actId="2711"/>
        <pc:sldMkLst>
          <pc:docMk/>
          <pc:sldMk cId="3348791218" sldId="429"/>
        </pc:sldMkLst>
        <pc:spChg chg="mod">
          <ac:chgData name="Siva Kesava" userId="40b7196834f13e16" providerId="LiveId" clId="{F61DD0D3-DB47-416F-8546-5C4259CA9BB5}" dt="2020-08-09T00:22:18.032" v="97" actId="2711"/>
          <ac:spMkLst>
            <pc:docMk/>
            <pc:sldMk cId="3348791218" sldId="429"/>
            <ac:spMk id="84" creationId="{3252F89F-A6E7-474E-BB2A-DF12BEAB06D2}"/>
          </ac:spMkLst>
        </pc:spChg>
        <pc:spChg chg="mod">
          <ac:chgData name="Siva Kesava" userId="40b7196834f13e16" providerId="LiveId" clId="{F61DD0D3-DB47-416F-8546-5C4259CA9BB5}" dt="2020-08-09T00:22:18.032" v="97" actId="2711"/>
          <ac:spMkLst>
            <pc:docMk/>
            <pc:sldMk cId="3348791218" sldId="429"/>
            <ac:spMk id="86" creationId="{66EAC004-954D-449E-AEC7-3416ADEEEADD}"/>
          </ac:spMkLst>
        </pc:spChg>
        <pc:spChg chg="mod">
          <ac:chgData name="Siva Kesava" userId="40b7196834f13e16" providerId="LiveId" clId="{F61DD0D3-DB47-416F-8546-5C4259CA9BB5}" dt="2020-08-09T00:22:18.032" v="97" actId="2711"/>
          <ac:spMkLst>
            <pc:docMk/>
            <pc:sldMk cId="3348791218" sldId="429"/>
            <ac:spMk id="92" creationId="{5A54D71A-4493-43B8-B019-8A19CF943988}"/>
          </ac:spMkLst>
        </pc:spChg>
        <pc:spChg chg="mod">
          <ac:chgData name="Siva Kesava" userId="40b7196834f13e16" providerId="LiveId" clId="{F61DD0D3-DB47-416F-8546-5C4259CA9BB5}" dt="2020-08-09T00:22:18.032" v="97" actId="2711"/>
          <ac:spMkLst>
            <pc:docMk/>
            <pc:sldMk cId="3348791218" sldId="429"/>
            <ac:spMk id="93" creationId="{0A9F76DD-80B0-43BD-A908-B548CB1C42A4}"/>
          </ac:spMkLst>
        </pc:spChg>
      </pc:sldChg>
      <pc:sldChg chg="del">
        <pc:chgData name="Siva Kesava" userId="40b7196834f13e16" providerId="LiveId" clId="{F61DD0D3-DB47-416F-8546-5C4259CA9BB5}" dt="2020-08-09T00:25:27.184" v="111" actId="47"/>
        <pc:sldMkLst>
          <pc:docMk/>
          <pc:sldMk cId="1164322005" sldId="432"/>
        </pc:sldMkLst>
      </pc:sldChg>
      <pc:sldChg chg="modSp">
        <pc:chgData name="Siva Kesava" userId="40b7196834f13e16" providerId="LiveId" clId="{F61DD0D3-DB47-416F-8546-5C4259CA9BB5}" dt="2020-08-09T00:36:57.809" v="172" actId="2711"/>
        <pc:sldMkLst>
          <pc:docMk/>
          <pc:sldMk cId="1550194470" sldId="442"/>
        </pc:sldMkLst>
        <pc:spChg chg="mod">
          <ac:chgData name="Siva Kesava" userId="40b7196834f13e16" providerId="LiveId" clId="{F61DD0D3-DB47-416F-8546-5C4259CA9BB5}" dt="2020-08-09T00:36:57.809" v="172" actId="2711"/>
          <ac:spMkLst>
            <pc:docMk/>
            <pc:sldMk cId="1550194470" sldId="442"/>
            <ac:spMk id="4" creationId="{9124AEC8-AC43-4AE7-908E-44405341A9A8}"/>
          </ac:spMkLst>
        </pc:spChg>
      </pc:sldChg>
      <pc:sldChg chg="modSp">
        <pc:chgData name="Siva Kesava" userId="40b7196834f13e16" providerId="LiveId" clId="{F61DD0D3-DB47-416F-8546-5C4259CA9BB5}" dt="2020-08-09T00:37:05.796" v="173" actId="2711"/>
        <pc:sldMkLst>
          <pc:docMk/>
          <pc:sldMk cId="439268380" sldId="443"/>
        </pc:sldMkLst>
        <pc:spChg chg="mod">
          <ac:chgData name="Siva Kesava" userId="40b7196834f13e16" providerId="LiveId" clId="{F61DD0D3-DB47-416F-8546-5C4259CA9BB5}" dt="2020-08-09T00:37:05.796" v="173" actId="2711"/>
          <ac:spMkLst>
            <pc:docMk/>
            <pc:sldMk cId="439268380" sldId="443"/>
            <ac:spMk id="4" creationId="{9124AEC8-AC43-4AE7-908E-44405341A9A8}"/>
          </ac:spMkLst>
        </pc:spChg>
      </pc:sldChg>
      <pc:sldChg chg="modSp">
        <pc:chgData name="Siva Kesava" userId="40b7196834f13e16" providerId="LiveId" clId="{F61DD0D3-DB47-416F-8546-5C4259CA9BB5}" dt="2020-08-09T00:36:00.595" v="163" actId="2711"/>
        <pc:sldMkLst>
          <pc:docMk/>
          <pc:sldMk cId="1000871429" sldId="444"/>
        </pc:sldMkLst>
        <pc:spChg chg="mod">
          <ac:chgData name="Siva Kesava" userId="40b7196834f13e16" providerId="LiveId" clId="{F61DD0D3-DB47-416F-8546-5C4259CA9BB5}" dt="2020-08-09T00:36:00.595" v="163" actId="2711"/>
          <ac:spMkLst>
            <pc:docMk/>
            <pc:sldMk cId="1000871429" sldId="444"/>
            <ac:spMk id="55" creationId="{3E440F4E-1F0D-4571-944C-B439B416E318}"/>
          </ac:spMkLst>
        </pc:spChg>
      </pc:sldChg>
      <pc:sldChg chg="modSp">
        <pc:chgData name="Siva Kesava" userId="40b7196834f13e16" providerId="LiveId" clId="{F61DD0D3-DB47-416F-8546-5C4259CA9BB5}" dt="2020-08-09T00:37:29.826" v="174" actId="2711"/>
        <pc:sldMkLst>
          <pc:docMk/>
          <pc:sldMk cId="985257813" sldId="445"/>
        </pc:sldMkLst>
        <pc:spChg chg="mod">
          <ac:chgData name="Siva Kesava" userId="40b7196834f13e16" providerId="LiveId" clId="{F61DD0D3-DB47-416F-8546-5C4259CA9BB5}" dt="2020-08-09T00:37:29.826" v="174" actId="2711"/>
          <ac:spMkLst>
            <pc:docMk/>
            <pc:sldMk cId="985257813" sldId="445"/>
            <ac:spMk id="8" creationId="{27E07176-106B-4319-9C5C-E845336AEB5F}"/>
          </ac:spMkLst>
        </pc:spChg>
      </pc:sldChg>
      <pc:sldChg chg="modSp mod">
        <pc:chgData name="Siva Kesava" userId="40b7196834f13e16" providerId="LiveId" clId="{F61DD0D3-DB47-416F-8546-5C4259CA9BB5}" dt="2020-08-09T00:12:40.321" v="60" actId="2711"/>
        <pc:sldMkLst>
          <pc:docMk/>
          <pc:sldMk cId="766921784" sldId="448"/>
        </pc:sldMkLst>
        <pc:spChg chg="mod">
          <ac:chgData name="Siva Kesava" userId="40b7196834f13e16" providerId="LiveId" clId="{F61DD0D3-DB47-416F-8546-5C4259CA9BB5}" dt="2020-08-09T00:12:40.321" v="60" actId="2711"/>
          <ac:spMkLst>
            <pc:docMk/>
            <pc:sldMk cId="766921784" sldId="448"/>
            <ac:spMk id="358" creationId="{52644613-A1D7-491F-A5D0-8E1E0C8DB739}"/>
          </ac:spMkLst>
        </pc:spChg>
        <pc:spChg chg="mod">
          <ac:chgData name="Siva Kesava" userId="40b7196834f13e16" providerId="LiveId" clId="{F61DD0D3-DB47-416F-8546-5C4259CA9BB5}" dt="2020-08-08T21:38:50.721" v="33" actId="2711"/>
          <ac:spMkLst>
            <pc:docMk/>
            <pc:sldMk cId="766921784" sldId="448"/>
            <ac:spMk id="359" creationId="{FC8E86AA-4048-46E7-845B-0A6316F427F5}"/>
          </ac:spMkLst>
        </pc:spChg>
        <pc:spChg chg="mod">
          <ac:chgData name="Siva Kesava" userId="40b7196834f13e16" providerId="LiveId" clId="{F61DD0D3-DB47-416F-8546-5C4259CA9BB5}" dt="2020-08-08T21:38:50.721" v="33" actId="2711"/>
          <ac:spMkLst>
            <pc:docMk/>
            <pc:sldMk cId="766921784" sldId="448"/>
            <ac:spMk id="360" creationId="{AC40FCAA-D812-48D9-8F2C-C6AC3B9886AC}"/>
          </ac:spMkLst>
        </pc:spChg>
        <pc:spChg chg="mod">
          <ac:chgData name="Siva Kesava" userId="40b7196834f13e16" providerId="LiveId" clId="{F61DD0D3-DB47-416F-8546-5C4259CA9BB5}" dt="2020-08-09T00:12:40.321" v="60" actId="2711"/>
          <ac:spMkLst>
            <pc:docMk/>
            <pc:sldMk cId="766921784" sldId="448"/>
            <ac:spMk id="364" creationId="{C9175DD0-BF45-4F0D-ACC1-33DF31A54B8F}"/>
          </ac:spMkLst>
        </pc:spChg>
        <pc:spChg chg="mod">
          <ac:chgData name="Siva Kesava" userId="40b7196834f13e16" providerId="LiveId" clId="{F61DD0D3-DB47-416F-8546-5C4259CA9BB5}" dt="2020-08-09T00:12:40.321" v="60" actId="2711"/>
          <ac:spMkLst>
            <pc:docMk/>
            <pc:sldMk cId="766921784" sldId="448"/>
            <ac:spMk id="365" creationId="{2DB91DE7-6BC4-4C72-AC8A-FAF6AABEA7B2}"/>
          </ac:spMkLst>
        </pc:spChg>
        <pc:spChg chg="mod">
          <ac:chgData name="Siva Kesava" userId="40b7196834f13e16" providerId="LiveId" clId="{F61DD0D3-DB47-416F-8546-5C4259CA9BB5}" dt="2020-08-09T00:12:40.321" v="60" actId="2711"/>
          <ac:spMkLst>
            <pc:docMk/>
            <pc:sldMk cId="766921784" sldId="448"/>
            <ac:spMk id="366" creationId="{9CD6EC8F-751D-4034-B490-CE3DFE2B93D7}"/>
          </ac:spMkLst>
        </pc:spChg>
        <pc:spChg chg="mod">
          <ac:chgData name="Siva Kesava" userId="40b7196834f13e16" providerId="LiveId" clId="{F61DD0D3-DB47-416F-8546-5C4259CA9BB5}" dt="2020-08-09T00:12:40.321" v="60" actId="2711"/>
          <ac:spMkLst>
            <pc:docMk/>
            <pc:sldMk cId="766921784" sldId="448"/>
            <ac:spMk id="374" creationId="{3206B50F-6BB0-4B10-8431-6EF6D5BC23C1}"/>
          </ac:spMkLst>
        </pc:spChg>
        <pc:spChg chg="mod">
          <ac:chgData name="Siva Kesava" userId="40b7196834f13e16" providerId="LiveId" clId="{F61DD0D3-DB47-416F-8546-5C4259CA9BB5}" dt="2020-08-09T00:12:40.321" v="60" actId="2711"/>
          <ac:spMkLst>
            <pc:docMk/>
            <pc:sldMk cId="766921784" sldId="448"/>
            <ac:spMk id="375" creationId="{03BC1351-AAA8-4E9F-9070-29FBF8B3B24D}"/>
          </ac:spMkLst>
        </pc:spChg>
        <pc:spChg chg="mod">
          <ac:chgData name="Siva Kesava" userId="40b7196834f13e16" providerId="LiveId" clId="{F61DD0D3-DB47-416F-8546-5C4259CA9BB5}" dt="2020-08-09T00:12:40.321" v="60" actId="2711"/>
          <ac:spMkLst>
            <pc:docMk/>
            <pc:sldMk cId="766921784" sldId="448"/>
            <ac:spMk id="376" creationId="{DAC19ADD-F6DE-4FDD-97C8-C5A85642FF16}"/>
          </ac:spMkLst>
        </pc:spChg>
        <pc:spChg chg="mod">
          <ac:chgData name="Siva Kesava" userId="40b7196834f13e16" providerId="LiveId" clId="{F61DD0D3-DB47-416F-8546-5C4259CA9BB5}" dt="2020-08-08T21:38:50.721" v="33" actId="2711"/>
          <ac:spMkLst>
            <pc:docMk/>
            <pc:sldMk cId="766921784" sldId="448"/>
            <ac:spMk id="381" creationId="{731AEE43-8E97-4A0B-B1EE-FDA9B9D5C0B3}"/>
          </ac:spMkLst>
        </pc:spChg>
        <pc:spChg chg="mod">
          <ac:chgData name="Siva Kesava" userId="40b7196834f13e16" providerId="LiveId" clId="{F61DD0D3-DB47-416F-8546-5C4259CA9BB5}" dt="2020-08-08T21:39:11.691" v="35" actId="2711"/>
          <ac:spMkLst>
            <pc:docMk/>
            <pc:sldMk cId="766921784" sldId="448"/>
            <ac:spMk id="382" creationId="{F859CFCA-3BAF-49C6-8896-65456666DA6E}"/>
          </ac:spMkLst>
        </pc:spChg>
        <pc:spChg chg="mod">
          <ac:chgData name="Siva Kesava" userId="40b7196834f13e16" providerId="LiveId" clId="{F61DD0D3-DB47-416F-8546-5C4259CA9BB5}" dt="2020-08-08T21:38:50.721" v="33" actId="2711"/>
          <ac:spMkLst>
            <pc:docMk/>
            <pc:sldMk cId="766921784" sldId="448"/>
            <ac:spMk id="387" creationId="{903A90A5-9AFA-48B0-BB30-7682C9B0DB86}"/>
          </ac:spMkLst>
        </pc:spChg>
        <pc:spChg chg="mod">
          <ac:chgData name="Siva Kesava" userId="40b7196834f13e16" providerId="LiveId" clId="{F61DD0D3-DB47-416F-8546-5C4259CA9BB5}" dt="2020-08-08T21:38:50.721" v="33" actId="2711"/>
          <ac:spMkLst>
            <pc:docMk/>
            <pc:sldMk cId="766921784" sldId="448"/>
            <ac:spMk id="388" creationId="{4A9BA4FE-3036-4868-82A4-C2084CF6D85B}"/>
          </ac:spMkLst>
        </pc:spChg>
        <pc:spChg chg="mod">
          <ac:chgData name="Siva Kesava" userId="40b7196834f13e16" providerId="LiveId" clId="{F61DD0D3-DB47-416F-8546-5C4259CA9BB5}" dt="2020-08-08T21:38:50.721" v="33" actId="2711"/>
          <ac:spMkLst>
            <pc:docMk/>
            <pc:sldMk cId="766921784" sldId="448"/>
            <ac:spMk id="397" creationId="{68E31902-D8DE-40C8-80CC-69D0A311949F}"/>
          </ac:spMkLst>
        </pc:spChg>
        <pc:spChg chg="mod">
          <ac:chgData name="Siva Kesava" userId="40b7196834f13e16" providerId="LiveId" clId="{F61DD0D3-DB47-416F-8546-5C4259CA9BB5}" dt="2020-08-08T21:38:50.721" v="33" actId="2711"/>
          <ac:spMkLst>
            <pc:docMk/>
            <pc:sldMk cId="766921784" sldId="448"/>
            <ac:spMk id="398" creationId="{5E60BD9A-CE9B-4726-B0C9-208A47C1C201}"/>
          </ac:spMkLst>
        </pc:spChg>
        <pc:spChg chg="mod">
          <ac:chgData name="Siva Kesava" userId="40b7196834f13e16" providerId="LiveId" clId="{F61DD0D3-DB47-416F-8546-5C4259CA9BB5}" dt="2020-08-08T21:38:50.721" v="33" actId="2711"/>
          <ac:spMkLst>
            <pc:docMk/>
            <pc:sldMk cId="766921784" sldId="448"/>
            <ac:spMk id="399" creationId="{76165764-7C1D-4983-B434-0DA9F490D8F5}"/>
          </ac:spMkLst>
        </pc:spChg>
        <pc:spChg chg="mod">
          <ac:chgData name="Siva Kesava" userId="40b7196834f13e16" providerId="LiveId" clId="{F61DD0D3-DB47-416F-8546-5C4259CA9BB5}" dt="2020-08-08T21:38:50.721" v="33" actId="2711"/>
          <ac:spMkLst>
            <pc:docMk/>
            <pc:sldMk cId="766921784" sldId="448"/>
            <ac:spMk id="400" creationId="{86F9F8A0-995B-43D4-84AA-87CC5C71E71A}"/>
          </ac:spMkLst>
        </pc:spChg>
        <pc:spChg chg="mod">
          <ac:chgData name="Siva Kesava" userId="40b7196834f13e16" providerId="LiveId" clId="{F61DD0D3-DB47-416F-8546-5C4259CA9BB5}" dt="2020-08-08T21:38:50.721" v="33" actId="2711"/>
          <ac:spMkLst>
            <pc:docMk/>
            <pc:sldMk cId="766921784" sldId="448"/>
            <ac:spMk id="401" creationId="{5E9E9217-6802-402A-8E77-9B83E923EE0A}"/>
          </ac:spMkLst>
        </pc:spChg>
        <pc:spChg chg="mod">
          <ac:chgData name="Siva Kesava" userId="40b7196834f13e16" providerId="LiveId" clId="{F61DD0D3-DB47-416F-8546-5C4259CA9BB5}" dt="2020-08-08T21:38:50.721" v="33" actId="2711"/>
          <ac:spMkLst>
            <pc:docMk/>
            <pc:sldMk cId="766921784" sldId="448"/>
            <ac:spMk id="402" creationId="{4C08B91E-37DD-4ED8-AAF3-FB0E9577B177}"/>
          </ac:spMkLst>
        </pc:spChg>
        <pc:spChg chg="mod">
          <ac:chgData name="Siva Kesava" userId="40b7196834f13e16" providerId="LiveId" clId="{F61DD0D3-DB47-416F-8546-5C4259CA9BB5}" dt="2020-08-08T21:38:50.721" v="33" actId="2711"/>
          <ac:spMkLst>
            <pc:docMk/>
            <pc:sldMk cId="766921784" sldId="448"/>
            <ac:spMk id="403" creationId="{45BDF303-65FE-4BB4-A6F4-853BED06D00F}"/>
          </ac:spMkLst>
        </pc:spChg>
        <pc:spChg chg="mod">
          <ac:chgData name="Siva Kesava" userId="40b7196834f13e16" providerId="LiveId" clId="{F61DD0D3-DB47-416F-8546-5C4259CA9BB5}" dt="2020-08-09T00:12:15.881" v="57" actId="2711"/>
          <ac:spMkLst>
            <pc:docMk/>
            <pc:sldMk cId="766921784" sldId="448"/>
            <ac:spMk id="404" creationId="{A6AFFC59-4F6F-4A58-BFB9-69B93682B33C}"/>
          </ac:spMkLst>
        </pc:spChg>
        <pc:grpChg chg="mod">
          <ac:chgData name="Siva Kesava" userId="40b7196834f13e16" providerId="LiveId" clId="{F61DD0D3-DB47-416F-8546-5C4259CA9BB5}" dt="2020-08-08T21:38:50.721" v="33" actId="2711"/>
          <ac:grpSpMkLst>
            <pc:docMk/>
            <pc:sldMk cId="766921784" sldId="448"/>
            <ac:grpSpMk id="357" creationId="{7EC55A9F-E15E-48F7-AA14-CACF610F9800}"/>
          </ac:grpSpMkLst>
        </pc:grpChg>
        <pc:grpChg chg="mod">
          <ac:chgData name="Siva Kesava" userId="40b7196834f13e16" providerId="LiveId" clId="{F61DD0D3-DB47-416F-8546-5C4259CA9BB5}" dt="2020-08-08T21:38:50.721" v="33" actId="2711"/>
          <ac:grpSpMkLst>
            <pc:docMk/>
            <pc:sldMk cId="766921784" sldId="448"/>
            <ac:grpSpMk id="367" creationId="{C6980C42-6663-4B62-A485-69D7AB38F514}"/>
          </ac:grpSpMkLst>
        </pc:grpChg>
        <pc:grpChg chg="mod">
          <ac:chgData name="Siva Kesava" userId="40b7196834f13e16" providerId="LiveId" clId="{F61DD0D3-DB47-416F-8546-5C4259CA9BB5}" dt="2020-08-08T21:38:50.721" v="33" actId="2711"/>
          <ac:grpSpMkLst>
            <pc:docMk/>
            <pc:sldMk cId="766921784" sldId="448"/>
            <ac:grpSpMk id="389" creationId="{BBFB90B6-59CC-4D1B-92D6-816C14D3E39F}"/>
          </ac:grpSpMkLst>
        </pc:grpChg>
        <pc:grpChg chg="mod">
          <ac:chgData name="Siva Kesava" userId="40b7196834f13e16" providerId="LiveId" clId="{F61DD0D3-DB47-416F-8546-5C4259CA9BB5}" dt="2020-08-08T21:38:50.721" v="33" actId="2711"/>
          <ac:grpSpMkLst>
            <pc:docMk/>
            <pc:sldMk cId="766921784" sldId="448"/>
            <ac:grpSpMk id="391" creationId="{2C365948-7BA3-4413-93E1-ABF15CAF9B65}"/>
          </ac:grpSpMkLst>
        </pc:grpChg>
        <pc:grpChg chg="mod">
          <ac:chgData name="Siva Kesava" userId="40b7196834f13e16" providerId="LiveId" clId="{F61DD0D3-DB47-416F-8546-5C4259CA9BB5}" dt="2020-08-08T21:38:50.721" v="33" actId="2711"/>
          <ac:grpSpMkLst>
            <pc:docMk/>
            <pc:sldMk cId="766921784" sldId="448"/>
            <ac:grpSpMk id="393" creationId="{02E6CA50-8E86-4F4F-9E29-50CCA111C103}"/>
          </ac:grpSpMkLst>
        </pc:grpChg>
        <pc:cxnChg chg="mod">
          <ac:chgData name="Siva Kesava" userId="40b7196834f13e16" providerId="LiveId" clId="{F61DD0D3-DB47-416F-8546-5C4259CA9BB5}" dt="2020-08-08T21:38:50.721" v="33" actId="2711"/>
          <ac:cxnSpMkLst>
            <pc:docMk/>
            <pc:sldMk cId="766921784" sldId="448"/>
            <ac:cxnSpMk id="361" creationId="{911C3409-CFEC-4E1B-A8F8-FC1A3AED7F9A}"/>
          </ac:cxnSpMkLst>
        </pc:cxnChg>
        <pc:cxnChg chg="mod">
          <ac:chgData name="Siva Kesava" userId="40b7196834f13e16" providerId="LiveId" clId="{F61DD0D3-DB47-416F-8546-5C4259CA9BB5}" dt="2020-08-08T21:38:50.721" v="33" actId="2711"/>
          <ac:cxnSpMkLst>
            <pc:docMk/>
            <pc:sldMk cId="766921784" sldId="448"/>
            <ac:cxnSpMk id="362" creationId="{925B9FF7-6639-4E99-8219-7003625D575B}"/>
          </ac:cxnSpMkLst>
        </pc:cxnChg>
        <pc:cxnChg chg="mod">
          <ac:chgData name="Siva Kesava" userId="40b7196834f13e16" providerId="LiveId" clId="{F61DD0D3-DB47-416F-8546-5C4259CA9BB5}" dt="2020-08-08T21:38:50.721" v="33" actId="2711"/>
          <ac:cxnSpMkLst>
            <pc:docMk/>
            <pc:sldMk cId="766921784" sldId="448"/>
            <ac:cxnSpMk id="363" creationId="{E308B5F2-9F30-4685-BA33-27E4F9CE3D10}"/>
          </ac:cxnSpMkLst>
        </pc:cxnChg>
        <pc:cxnChg chg="mod">
          <ac:chgData name="Siva Kesava" userId="40b7196834f13e16" providerId="LiveId" clId="{F61DD0D3-DB47-416F-8546-5C4259CA9BB5}" dt="2020-08-08T21:38:50.721" v="33" actId="2711"/>
          <ac:cxnSpMkLst>
            <pc:docMk/>
            <pc:sldMk cId="766921784" sldId="448"/>
            <ac:cxnSpMk id="368" creationId="{1E6B069A-E72E-448C-B3EB-500B5ACF4E1F}"/>
          </ac:cxnSpMkLst>
        </pc:cxnChg>
        <pc:cxnChg chg="mod">
          <ac:chgData name="Siva Kesava" userId="40b7196834f13e16" providerId="LiveId" clId="{F61DD0D3-DB47-416F-8546-5C4259CA9BB5}" dt="2020-08-08T21:38:50.721" v="33" actId="2711"/>
          <ac:cxnSpMkLst>
            <pc:docMk/>
            <pc:sldMk cId="766921784" sldId="448"/>
            <ac:cxnSpMk id="369" creationId="{58623E4C-A440-4824-AF85-9F52F112D86D}"/>
          </ac:cxnSpMkLst>
        </pc:cxnChg>
        <pc:cxnChg chg="mod">
          <ac:chgData name="Siva Kesava" userId="40b7196834f13e16" providerId="LiveId" clId="{F61DD0D3-DB47-416F-8546-5C4259CA9BB5}" dt="2020-08-08T21:38:50.721" v="33" actId="2711"/>
          <ac:cxnSpMkLst>
            <pc:docMk/>
            <pc:sldMk cId="766921784" sldId="448"/>
            <ac:cxnSpMk id="370" creationId="{64BCAC00-EDC4-4CDE-826E-4AC2BD6096CB}"/>
          </ac:cxnSpMkLst>
        </pc:cxnChg>
        <pc:cxnChg chg="mod">
          <ac:chgData name="Siva Kesava" userId="40b7196834f13e16" providerId="LiveId" clId="{F61DD0D3-DB47-416F-8546-5C4259CA9BB5}" dt="2020-08-08T21:38:50.721" v="33" actId="2711"/>
          <ac:cxnSpMkLst>
            <pc:docMk/>
            <pc:sldMk cId="766921784" sldId="448"/>
            <ac:cxnSpMk id="371" creationId="{736301F9-6F4D-46ED-95D9-13AD0DE44880}"/>
          </ac:cxnSpMkLst>
        </pc:cxnChg>
        <pc:cxnChg chg="mod">
          <ac:chgData name="Siva Kesava" userId="40b7196834f13e16" providerId="LiveId" clId="{F61DD0D3-DB47-416F-8546-5C4259CA9BB5}" dt="2020-08-08T21:38:50.721" v="33" actId="2711"/>
          <ac:cxnSpMkLst>
            <pc:docMk/>
            <pc:sldMk cId="766921784" sldId="448"/>
            <ac:cxnSpMk id="372" creationId="{15D6B57F-3CA3-455F-9E75-83B58DC0E264}"/>
          </ac:cxnSpMkLst>
        </pc:cxnChg>
        <pc:cxnChg chg="mod">
          <ac:chgData name="Siva Kesava" userId="40b7196834f13e16" providerId="LiveId" clId="{F61DD0D3-DB47-416F-8546-5C4259CA9BB5}" dt="2020-08-08T21:38:50.721" v="33" actId="2711"/>
          <ac:cxnSpMkLst>
            <pc:docMk/>
            <pc:sldMk cId="766921784" sldId="448"/>
            <ac:cxnSpMk id="373" creationId="{5E06FADF-A913-4143-A2CF-23BBFB6D2C62}"/>
          </ac:cxnSpMkLst>
        </pc:cxnChg>
        <pc:cxnChg chg="mod">
          <ac:chgData name="Siva Kesava" userId="40b7196834f13e16" providerId="LiveId" clId="{F61DD0D3-DB47-416F-8546-5C4259CA9BB5}" dt="2020-08-08T21:38:50.721" v="33" actId="2711"/>
          <ac:cxnSpMkLst>
            <pc:docMk/>
            <pc:sldMk cId="766921784" sldId="448"/>
            <ac:cxnSpMk id="377" creationId="{D378B348-2CF3-4625-BF9B-993B1EA9D375}"/>
          </ac:cxnSpMkLst>
        </pc:cxnChg>
        <pc:cxnChg chg="mod">
          <ac:chgData name="Siva Kesava" userId="40b7196834f13e16" providerId="LiveId" clId="{F61DD0D3-DB47-416F-8546-5C4259CA9BB5}" dt="2020-08-08T21:38:50.721" v="33" actId="2711"/>
          <ac:cxnSpMkLst>
            <pc:docMk/>
            <pc:sldMk cId="766921784" sldId="448"/>
            <ac:cxnSpMk id="378" creationId="{58A1E29A-5D96-4A42-B323-73A5DDD8E047}"/>
          </ac:cxnSpMkLst>
        </pc:cxnChg>
        <pc:cxnChg chg="mod">
          <ac:chgData name="Siva Kesava" userId="40b7196834f13e16" providerId="LiveId" clId="{F61DD0D3-DB47-416F-8546-5C4259CA9BB5}" dt="2020-08-08T21:38:50.721" v="33" actId="2711"/>
          <ac:cxnSpMkLst>
            <pc:docMk/>
            <pc:sldMk cId="766921784" sldId="448"/>
            <ac:cxnSpMk id="379" creationId="{C745FF0D-1702-479F-A6C6-5B19C6BB05AD}"/>
          </ac:cxnSpMkLst>
        </pc:cxnChg>
        <pc:cxnChg chg="mod">
          <ac:chgData name="Siva Kesava" userId="40b7196834f13e16" providerId="LiveId" clId="{F61DD0D3-DB47-416F-8546-5C4259CA9BB5}" dt="2020-08-08T21:38:50.721" v="33" actId="2711"/>
          <ac:cxnSpMkLst>
            <pc:docMk/>
            <pc:sldMk cId="766921784" sldId="448"/>
            <ac:cxnSpMk id="380" creationId="{2A716255-D908-4870-8E75-EDB5B8FF2EDD}"/>
          </ac:cxnSpMkLst>
        </pc:cxnChg>
        <pc:cxnChg chg="mod">
          <ac:chgData name="Siva Kesava" userId="40b7196834f13e16" providerId="LiveId" clId="{F61DD0D3-DB47-416F-8546-5C4259CA9BB5}" dt="2020-08-08T21:38:50.721" v="33" actId="2711"/>
          <ac:cxnSpMkLst>
            <pc:docMk/>
            <pc:sldMk cId="766921784" sldId="448"/>
            <ac:cxnSpMk id="383" creationId="{77E1F209-0147-48A4-9A10-2E6F2F8A15EB}"/>
          </ac:cxnSpMkLst>
        </pc:cxnChg>
        <pc:cxnChg chg="mod">
          <ac:chgData name="Siva Kesava" userId="40b7196834f13e16" providerId="LiveId" clId="{F61DD0D3-DB47-416F-8546-5C4259CA9BB5}" dt="2020-08-08T21:38:50.721" v="33" actId="2711"/>
          <ac:cxnSpMkLst>
            <pc:docMk/>
            <pc:sldMk cId="766921784" sldId="448"/>
            <ac:cxnSpMk id="384" creationId="{A18494AC-4E43-469E-ADCD-0422AC53C1B3}"/>
          </ac:cxnSpMkLst>
        </pc:cxnChg>
        <pc:cxnChg chg="mod">
          <ac:chgData name="Siva Kesava" userId="40b7196834f13e16" providerId="LiveId" clId="{F61DD0D3-DB47-416F-8546-5C4259CA9BB5}" dt="2020-08-08T21:38:50.721" v="33" actId="2711"/>
          <ac:cxnSpMkLst>
            <pc:docMk/>
            <pc:sldMk cId="766921784" sldId="448"/>
            <ac:cxnSpMk id="385" creationId="{97923290-A3E4-4AC2-8A18-0A056BCDA5C5}"/>
          </ac:cxnSpMkLst>
        </pc:cxnChg>
        <pc:cxnChg chg="mod">
          <ac:chgData name="Siva Kesava" userId="40b7196834f13e16" providerId="LiveId" clId="{F61DD0D3-DB47-416F-8546-5C4259CA9BB5}" dt="2020-08-08T21:38:50.721" v="33" actId="2711"/>
          <ac:cxnSpMkLst>
            <pc:docMk/>
            <pc:sldMk cId="766921784" sldId="448"/>
            <ac:cxnSpMk id="386" creationId="{12B04446-72E8-41E4-BD33-D9365EB59295}"/>
          </ac:cxnSpMkLst>
        </pc:cxnChg>
        <pc:cxnChg chg="mod">
          <ac:chgData name="Siva Kesava" userId="40b7196834f13e16" providerId="LiveId" clId="{F61DD0D3-DB47-416F-8546-5C4259CA9BB5}" dt="2020-08-08T21:38:50.721" v="33" actId="2711"/>
          <ac:cxnSpMkLst>
            <pc:docMk/>
            <pc:sldMk cId="766921784" sldId="448"/>
            <ac:cxnSpMk id="390" creationId="{9CA6C603-C762-475C-A61F-FA3180A19878}"/>
          </ac:cxnSpMkLst>
        </pc:cxnChg>
        <pc:cxnChg chg="mod">
          <ac:chgData name="Siva Kesava" userId="40b7196834f13e16" providerId="LiveId" clId="{F61DD0D3-DB47-416F-8546-5C4259CA9BB5}" dt="2020-08-08T21:38:50.721" v="33" actId="2711"/>
          <ac:cxnSpMkLst>
            <pc:docMk/>
            <pc:sldMk cId="766921784" sldId="448"/>
            <ac:cxnSpMk id="392" creationId="{D4415D82-3A71-4F7D-BDFE-EF7209F1C49D}"/>
          </ac:cxnSpMkLst>
        </pc:cxnChg>
        <pc:cxnChg chg="mod">
          <ac:chgData name="Siva Kesava" userId="40b7196834f13e16" providerId="LiveId" clId="{F61DD0D3-DB47-416F-8546-5C4259CA9BB5}" dt="2020-08-08T21:38:50.721" v="33" actId="2711"/>
          <ac:cxnSpMkLst>
            <pc:docMk/>
            <pc:sldMk cId="766921784" sldId="448"/>
            <ac:cxnSpMk id="394" creationId="{A42B732F-E707-4D5B-8BA7-EC4571F78927}"/>
          </ac:cxnSpMkLst>
        </pc:cxnChg>
        <pc:cxnChg chg="mod">
          <ac:chgData name="Siva Kesava" userId="40b7196834f13e16" providerId="LiveId" clId="{F61DD0D3-DB47-416F-8546-5C4259CA9BB5}" dt="2020-08-08T21:38:50.721" v="33" actId="2711"/>
          <ac:cxnSpMkLst>
            <pc:docMk/>
            <pc:sldMk cId="766921784" sldId="448"/>
            <ac:cxnSpMk id="395" creationId="{6DA37DEF-0F42-473F-A00F-3F6A2A44F192}"/>
          </ac:cxnSpMkLst>
        </pc:cxnChg>
        <pc:cxnChg chg="mod">
          <ac:chgData name="Siva Kesava" userId="40b7196834f13e16" providerId="LiveId" clId="{F61DD0D3-DB47-416F-8546-5C4259CA9BB5}" dt="2020-08-08T21:38:50.721" v="33" actId="2711"/>
          <ac:cxnSpMkLst>
            <pc:docMk/>
            <pc:sldMk cId="766921784" sldId="448"/>
            <ac:cxnSpMk id="396" creationId="{CE2B5D00-E2A7-4B98-8B8B-05BC7C4809ED}"/>
          </ac:cxnSpMkLst>
        </pc:cxnChg>
      </pc:sldChg>
      <pc:sldChg chg="modSp mod">
        <pc:chgData name="Siva Kesava" userId="40b7196834f13e16" providerId="LiveId" clId="{F61DD0D3-DB47-416F-8546-5C4259CA9BB5}" dt="2020-08-09T00:14:38.833" v="64" actId="2711"/>
        <pc:sldMkLst>
          <pc:docMk/>
          <pc:sldMk cId="1828218713" sldId="456"/>
        </pc:sldMkLst>
        <pc:spChg chg="mod">
          <ac:chgData name="Siva Kesava" userId="40b7196834f13e16" providerId="LiveId" clId="{F61DD0D3-DB47-416F-8546-5C4259CA9BB5}" dt="2020-08-09T00:14:38.833" v="64" actId="2711"/>
          <ac:spMkLst>
            <pc:docMk/>
            <pc:sldMk cId="1828218713" sldId="456"/>
            <ac:spMk id="163" creationId="{C67D3986-D69A-43CD-B3EA-EAD646C383B4}"/>
          </ac:spMkLst>
        </pc:spChg>
        <pc:spChg chg="mod">
          <ac:chgData name="Siva Kesava" userId="40b7196834f13e16" providerId="LiveId" clId="{F61DD0D3-DB47-416F-8546-5C4259CA9BB5}" dt="2020-08-09T00:14:38.833" v="64" actId="2711"/>
          <ac:spMkLst>
            <pc:docMk/>
            <pc:sldMk cId="1828218713" sldId="456"/>
            <ac:spMk id="169" creationId="{CB5FBB1B-5CF2-415B-9E2F-493DCCAAF611}"/>
          </ac:spMkLst>
        </pc:spChg>
        <pc:spChg chg="mod">
          <ac:chgData name="Siva Kesava" userId="40b7196834f13e16" providerId="LiveId" clId="{F61DD0D3-DB47-416F-8546-5C4259CA9BB5}" dt="2020-08-09T00:14:38.833" v="64" actId="2711"/>
          <ac:spMkLst>
            <pc:docMk/>
            <pc:sldMk cId="1828218713" sldId="456"/>
            <ac:spMk id="170" creationId="{D639A6B4-4CD0-4ED0-BB66-DE040F8D6908}"/>
          </ac:spMkLst>
        </pc:spChg>
        <pc:spChg chg="mod">
          <ac:chgData name="Siva Kesava" userId="40b7196834f13e16" providerId="LiveId" clId="{F61DD0D3-DB47-416F-8546-5C4259CA9BB5}" dt="2020-08-09T00:14:38.833" v="64" actId="2711"/>
          <ac:spMkLst>
            <pc:docMk/>
            <pc:sldMk cId="1828218713" sldId="456"/>
            <ac:spMk id="171" creationId="{1F62D4DC-A357-4D4F-BAF7-6D19483107EB}"/>
          </ac:spMkLst>
        </pc:spChg>
        <pc:spChg chg="mod">
          <ac:chgData name="Siva Kesava" userId="40b7196834f13e16" providerId="LiveId" clId="{F61DD0D3-DB47-416F-8546-5C4259CA9BB5}" dt="2020-08-09T00:14:38.833" v="64" actId="2711"/>
          <ac:spMkLst>
            <pc:docMk/>
            <pc:sldMk cId="1828218713" sldId="456"/>
            <ac:spMk id="179" creationId="{63E10012-225E-4E69-8050-8B1F29FBF8DD}"/>
          </ac:spMkLst>
        </pc:spChg>
        <pc:spChg chg="mod">
          <ac:chgData name="Siva Kesava" userId="40b7196834f13e16" providerId="LiveId" clId="{F61DD0D3-DB47-416F-8546-5C4259CA9BB5}" dt="2020-08-09T00:14:38.833" v="64" actId="2711"/>
          <ac:spMkLst>
            <pc:docMk/>
            <pc:sldMk cId="1828218713" sldId="456"/>
            <ac:spMk id="180" creationId="{D91D555A-79BB-42B5-8106-98DE30629AE3}"/>
          </ac:spMkLst>
        </pc:spChg>
        <pc:spChg chg="mod">
          <ac:chgData name="Siva Kesava" userId="40b7196834f13e16" providerId="LiveId" clId="{F61DD0D3-DB47-416F-8546-5C4259CA9BB5}" dt="2020-08-09T00:14:38.833" v="64" actId="2711"/>
          <ac:spMkLst>
            <pc:docMk/>
            <pc:sldMk cId="1828218713" sldId="456"/>
            <ac:spMk id="181" creationId="{96984493-A2E0-4F6B-B25F-A094B6C12A9C}"/>
          </ac:spMkLst>
        </pc:spChg>
      </pc:sldChg>
      <pc:sldChg chg="modSp mod">
        <pc:chgData name="Siva Kesava" userId="40b7196834f13e16" providerId="LiveId" clId="{F61DD0D3-DB47-416F-8546-5C4259CA9BB5}" dt="2020-08-09T00:15:02.719" v="67" actId="1076"/>
        <pc:sldMkLst>
          <pc:docMk/>
          <pc:sldMk cId="325474656" sldId="457"/>
        </pc:sldMkLst>
        <pc:spChg chg="mod">
          <ac:chgData name="Siva Kesava" userId="40b7196834f13e16" providerId="LiveId" clId="{F61DD0D3-DB47-416F-8546-5C4259CA9BB5}" dt="2020-08-09T00:15:02.719" v="67" actId="1076"/>
          <ac:spMkLst>
            <pc:docMk/>
            <pc:sldMk cId="325474656" sldId="457"/>
            <ac:spMk id="24" creationId="{50864A13-1470-4450-B1A0-A15FFBCD06DF}"/>
          </ac:spMkLst>
        </pc:spChg>
        <pc:spChg chg="mod">
          <ac:chgData name="Siva Kesava" userId="40b7196834f13e16" providerId="LiveId" clId="{F61DD0D3-DB47-416F-8546-5C4259CA9BB5}" dt="2020-08-09T00:14:56.609" v="66" actId="2711"/>
          <ac:spMkLst>
            <pc:docMk/>
            <pc:sldMk cId="325474656" sldId="457"/>
            <ac:spMk id="412" creationId="{A4EC919F-F7C1-4B82-9354-AD769B244098}"/>
          </ac:spMkLst>
        </pc:spChg>
        <pc:spChg chg="mod">
          <ac:chgData name="Siva Kesava" userId="40b7196834f13e16" providerId="LiveId" clId="{F61DD0D3-DB47-416F-8546-5C4259CA9BB5}" dt="2020-08-09T00:14:56.609" v="66" actId="2711"/>
          <ac:spMkLst>
            <pc:docMk/>
            <pc:sldMk cId="325474656" sldId="457"/>
            <ac:spMk id="418" creationId="{CEBC37A2-2D50-497D-8905-526D230E9517}"/>
          </ac:spMkLst>
        </pc:spChg>
        <pc:spChg chg="mod">
          <ac:chgData name="Siva Kesava" userId="40b7196834f13e16" providerId="LiveId" clId="{F61DD0D3-DB47-416F-8546-5C4259CA9BB5}" dt="2020-08-09T00:14:56.609" v="66" actId="2711"/>
          <ac:spMkLst>
            <pc:docMk/>
            <pc:sldMk cId="325474656" sldId="457"/>
            <ac:spMk id="419" creationId="{8FB1A225-9CA6-4BB4-88E0-490FC6AF6F55}"/>
          </ac:spMkLst>
        </pc:spChg>
        <pc:spChg chg="mod">
          <ac:chgData name="Siva Kesava" userId="40b7196834f13e16" providerId="LiveId" clId="{F61DD0D3-DB47-416F-8546-5C4259CA9BB5}" dt="2020-08-09T00:14:56.609" v="66" actId="2711"/>
          <ac:spMkLst>
            <pc:docMk/>
            <pc:sldMk cId="325474656" sldId="457"/>
            <ac:spMk id="420" creationId="{7A31A4B7-8C85-4E0D-A0EE-F7D12CDA4D98}"/>
          </ac:spMkLst>
        </pc:spChg>
        <pc:spChg chg="mod">
          <ac:chgData name="Siva Kesava" userId="40b7196834f13e16" providerId="LiveId" clId="{F61DD0D3-DB47-416F-8546-5C4259CA9BB5}" dt="2020-08-09T00:14:56.609" v="66" actId="2711"/>
          <ac:spMkLst>
            <pc:docMk/>
            <pc:sldMk cId="325474656" sldId="457"/>
            <ac:spMk id="428" creationId="{53F8BD2B-A71D-477A-955C-F6907A49CEC3}"/>
          </ac:spMkLst>
        </pc:spChg>
        <pc:spChg chg="mod">
          <ac:chgData name="Siva Kesava" userId="40b7196834f13e16" providerId="LiveId" clId="{F61DD0D3-DB47-416F-8546-5C4259CA9BB5}" dt="2020-08-09T00:14:56.609" v="66" actId="2711"/>
          <ac:spMkLst>
            <pc:docMk/>
            <pc:sldMk cId="325474656" sldId="457"/>
            <ac:spMk id="429" creationId="{EC45257F-5C3E-4C90-9C2F-2E72F0C705BA}"/>
          </ac:spMkLst>
        </pc:spChg>
        <pc:spChg chg="mod">
          <ac:chgData name="Siva Kesava" userId="40b7196834f13e16" providerId="LiveId" clId="{F61DD0D3-DB47-416F-8546-5C4259CA9BB5}" dt="2020-08-09T00:14:56.609" v="66" actId="2711"/>
          <ac:spMkLst>
            <pc:docMk/>
            <pc:sldMk cId="325474656" sldId="457"/>
            <ac:spMk id="430" creationId="{38AA704F-2551-4251-95BF-43DECDFA4E92}"/>
          </ac:spMkLst>
        </pc:spChg>
      </pc:sldChg>
      <pc:sldChg chg="modSp mod">
        <pc:chgData name="Siva Kesava" userId="40b7196834f13e16" providerId="LiveId" clId="{F61DD0D3-DB47-416F-8546-5C4259CA9BB5}" dt="2020-08-09T00:15:16.912" v="68" actId="2711"/>
        <pc:sldMkLst>
          <pc:docMk/>
          <pc:sldMk cId="3365497021" sldId="461"/>
        </pc:sldMkLst>
        <pc:spChg chg="mod">
          <ac:chgData name="Siva Kesava" userId="40b7196834f13e16" providerId="LiveId" clId="{F61DD0D3-DB47-416F-8546-5C4259CA9BB5}" dt="2020-08-09T00:15:16.912" v="68" actId="2711"/>
          <ac:spMkLst>
            <pc:docMk/>
            <pc:sldMk cId="3365497021" sldId="461"/>
            <ac:spMk id="251" creationId="{BA6696B0-61A5-4D82-ACB8-5C81E4AA16F0}"/>
          </ac:spMkLst>
        </pc:spChg>
        <pc:spChg chg="mod">
          <ac:chgData name="Siva Kesava" userId="40b7196834f13e16" providerId="LiveId" clId="{F61DD0D3-DB47-416F-8546-5C4259CA9BB5}" dt="2020-08-09T00:15:16.912" v="68" actId="2711"/>
          <ac:spMkLst>
            <pc:docMk/>
            <pc:sldMk cId="3365497021" sldId="461"/>
            <ac:spMk id="259" creationId="{8AC13D7A-5B63-4544-B3B4-A0780EEFCA89}"/>
          </ac:spMkLst>
        </pc:spChg>
        <pc:spChg chg="mod">
          <ac:chgData name="Siva Kesava" userId="40b7196834f13e16" providerId="LiveId" clId="{F61DD0D3-DB47-416F-8546-5C4259CA9BB5}" dt="2020-08-09T00:15:16.912" v="68" actId="2711"/>
          <ac:spMkLst>
            <pc:docMk/>
            <pc:sldMk cId="3365497021" sldId="461"/>
            <ac:spMk id="260" creationId="{0F9B940A-BDD4-46A2-9992-3840DF52F474}"/>
          </ac:spMkLst>
        </pc:spChg>
        <pc:spChg chg="mod">
          <ac:chgData name="Siva Kesava" userId="40b7196834f13e16" providerId="LiveId" clId="{F61DD0D3-DB47-416F-8546-5C4259CA9BB5}" dt="2020-08-09T00:15:16.912" v="68" actId="2711"/>
          <ac:spMkLst>
            <pc:docMk/>
            <pc:sldMk cId="3365497021" sldId="461"/>
            <ac:spMk id="261" creationId="{20F43990-C8F8-4AAD-B547-D1C37CCCE8FD}"/>
          </ac:spMkLst>
        </pc:spChg>
        <pc:spChg chg="mod">
          <ac:chgData name="Siva Kesava" userId="40b7196834f13e16" providerId="LiveId" clId="{F61DD0D3-DB47-416F-8546-5C4259CA9BB5}" dt="2020-08-09T00:15:16.912" v="68" actId="2711"/>
          <ac:spMkLst>
            <pc:docMk/>
            <pc:sldMk cId="3365497021" sldId="461"/>
            <ac:spMk id="269" creationId="{61CF0414-DAF4-4B70-9E86-D2563689F6DB}"/>
          </ac:spMkLst>
        </pc:spChg>
        <pc:spChg chg="mod">
          <ac:chgData name="Siva Kesava" userId="40b7196834f13e16" providerId="LiveId" clId="{F61DD0D3-DB47-416F-8546-5C4259CA9BB5}" dt="2020-08-09T00:15:16.912" v="68" actId="2711"/>
          <ac:spMkLst>
            <pc:docMk/>
            <pc:sldMk cId="3365497021" sldId="461"/>
            <ac:spMk id="270" creationId="{690CC5B1-FC19-4FD9-9BD4-0234C5939CB0}"/>
          </ac:spMkLst>
        </pc:spChg>
        <pc:spChg chg="mod">
          <ac:chgData name="Siva Kesava" userId="40b7196834f13e16" providerId="LiveId" clId="{F61DD0D3-DB47-416F-8546-5C4259CA9BB5}" dt="2020-08-09T00:15:16.912" v="68" actId="2711"/>
          <ac:spMkLst>
            <pc:docMk/>
            <pc:sldMk cId="3365497021" sldId="461"/>
            <ac:spMk id="271" creationId="{9B249AA1-864B-4B34-8830-47202058F509}"/>
          </ac:spMkLst>
        </pc:spChg>
      </pc:sldChg>
      <pc:sldChg chg="modSp mod">
        <pc:chgData name="Siva Kesava" userId="40b7196834f13e16" providerId="LiveId" clId="{F61DD0D3-DB47-416F-8546-5C4259CA9BB5}" dt="2020-08-09T00:15:39.479" v="70" actId="2711"/>
        <pc:sldMkLst>
          <pc:docMk/>
          <pc:sldMk cId="2988870927" sldId="481"/>
        </pc:sldMkLst>
        <pc:spChg chg="mod">
          <ac:chgData name="Siva Kesava" userId="40b7196834f13e16" providerId="LiveId" clId="{F61DD0D3-DB47-416F-8546-5C4259CA9BB5}" dt="2020-08-09T00:15:39.479" v="70" actId="2711"/>
          <ac:spMkLst>
            <pc:docMk/>
            <pc:sldMk cId="2988870927" sldId="481"/>
            <ac:spMk id="164" creationId="{6E905321-E601-4CAD-8664-EA9F83931D23}"/>
          </ac:spMkLst>
        </pc:spChg>
        <pc:spChg chg="mod">
          <ac:chgData name="Siva Kesava" userId="40b7196834f13e16" providerId="LiveId" clId="{F61DD0D3-DB47-416F-8546-5C4259CA9BB5}" dt="2020-08-09T00:15:29.153" v="69" actId="2711"/>
          <ac:spMkLst>
            <pc:docMk/>
            <pc:sldMk cId="2988870927" sldId="481"/>
            <ac:spMk id="170" creationId="{0897EDD1-F2FB-4858-BC68-7DD073AD8B5C}"/>
          </ac:spMkLst>
        </pc:spChg>
        <pc:spChg chg="mod">
          <ac:chgData name="Siva Kesava" userId="40b7196834f13e16" providerId="LiveId" clId="{F61DD0D3-DB47-416F-8546-5C4259CA9BB5}" dt="2020-08-09T00:15:29.153" v="69" actId="2711"/>
          <ac:spMkLst>
            <pc:docMk/>
            <pc:sldMk cId="2988870927" sldId="481"/>
            <ac:spMk id="171" creationId="{C357010D-EC21-4BE3-B81E-D6A33C9D211C}"/>
          </ac:spMkLst>
        </pc:spChg>
        <pc:spChg chg="mod">
          <ac:chgData name="Siva Kesava" userId="40b7196834f13e16" providerId="LiveId" clId="{F61DD0D3-DB47-416F-8546-5C4259CA9BB5}" dt="2020-08-09T00:15:29.153" v="69" actId="2711"/>
          <ac:spMkLst>
            <pc:docMk/>
            <pc:sldMk cId="2988870927" sldId="481"/>
            <ac:spMk id="173" creationId="{D835BF9E-2BDB-4E48-B234-490739F49300}"/>
          </ac:spMkLst>
        </pc:spChg>
        <pc:spChg chg="mod">
          <ac:chgData name="Siva Kesava" userId="40b7196834f13e16" providerId="LiveId" clId="{F61DD0D3-DB47-416F-8546-5C4259CA9BB5}" dt="2020-08-09T00:15:29.153" v="69" actId="2711"/>
          <ac:spMkLst>
            <pc:docMk/>
            <pc:sldMk cId="2988870927" sldId="481"/>
            <ac:spMk id="185" creationId="{CEA4B14D-BDC7-433E-8DFA-50495D8492C1}"/>
          </ac:spMkLst>
        </pc:spChg>
        <pc:spChg chg="mod">
          <ac:chgData name="Siva Kesava" userId="40b7196834f13e16" providerId="LiveId" clId="{F61DD0D3-DB47-416F-8546-5C4259CA9BB5}" dt="2020-08-09T00:15:29.153" v="69" actId="2711"/>
          <ac:spMkLst>
            <pc:docMk/>
            <pc:sldMk cId="2988870927" sldId="481"/>
            <ac:spMk id="186" creationId="{8F90722F-485F-4D2B-BE2E-EE37D02C8714}"/>
          </ac:spMkLst>
        </pc:spChg>
        <pc:spChg chg="mod">
          <ac:chgData name="Siva Kesava" userId="40b7196834f13e16" providerId="LiveId" clId="{F61DD0D3-DB47-416F-8546-5C4259CA9BB5}" dt="2020-08-09T00:15:29.153" v="69" actId="2711"/>
          <ac:spMkLst>
            <pc:docMk/>
            <pc:sldMk cId="2988870927" sldId="481"/>
            <ac:spMk id="187" creationId="{D5C01649-EB50-4E48-9E40-FF3D74B7778C}"/>
          </ac:spMkLst>
        </pc:spChg>
      </pc:sldChg>
      <pc:sldChg chg="modSp mod">
        <pc:chgData name="Siva Kesava" userId="40b7196834f13e16" providerId="LiveId" clId="{F61DD0D3-DB47-416F-8546-5C4259CA9BB5}" dt="2020-08-09T00:17:39.089" v="74" actId="2711"/>
        <pc:sldMkLst>
          <pc:docMk/>
          <pc:sldMk cId="2153776736" sldId="486"/>
        </pc:sldMkLst>
        <pc:spChg chg="mod">
          <ac:chgData name="Siva Kesava" userId="40b7196834f13e16" providerId="LiveId" clId="{F61DD0D3-DB47-416F-8546-5C4259CA9BB5}" dt="2020-08-09T00:17:23.696" v="72" actId="2711"/>
          <ac:spMkLst>
            <pc:docMk/>
            <pc:sldMk cId="2153776736" sldId="486"/>
            <ac:spMk id="2" creationId="{89B3920F-2680-4EDA-AC57-99E9B3448920}"/>
          </ac:spMkLst>
        </pc:spChg>
        <pc:spChg chg="mod">
          <ac:chgData name="Siva Kesava" userId="40b7196834f13e16" providerId="LiveId" clId="{F61DD0D3-DB47-416F-8546-5C4259CA9BB5}" dt="2020-08-09T00:17:23.696" v="72" actId="2711"/>
          <ac:spMkLst>
            <pc:docMk/>
            <pc:sldMk cId="2153776736" sldId="486"/>
            <ac:spMk id="6" creationId="{15EF709C-6BD5-4CB5-BD59-0DD99369EFBF}"/>
          </ac:spMkLst>
        </pc:spChg>
        <pc:spChg chg="mod">
          <ac:chgData name="Siva Kesava" userId="40b7196834f13e16" providerId="LiveId" clId="{F61DD0D3-DB47-416F-8546-5C4259CA9BB5}" dt="2020-08-09T00:17:23.696" v="72" actId="2711"/>
          <ac:spMkLst>
            <pc:docMk/>
            <pc:sldMk cId="2153776736" sldId="486"/>
            <ac:spMk id="8" creationId="{F39F33D9-F7A5-414C-AC2D-2FE5D3C61F68}"/>
          </ac:spMkLst>
        </pc:spChg>
        <pc:spChg chg="mod">
          <ac:chgData name="Siva Kesava" userId="40b7196834f13e16" providerId="LiveId" clId="{F61DD0D3-DB47-416F-8546-5C4259CA9BB5}" dt="2020-08-09T00:17:23.696" v="72" actId="2711"/>
          <ac:spMkLst>
            <pc:docMk/>
            <pc:sldMk cId="2153776736" sldId="486"/>
            <ac:spMk id="11" creationId="{9A63DE1C-5D57-4855-A24F-CA61E059FB9F}"/>
          </ac:spMkLst>
        </pc:spChg>
        <pc:spChg chg="mod">
          <ac:chgData name="Siva Kesava" userId="40b7196834f13e16" providerId="LiveId" clId="{F61DD0D3-DB47-416F-8546-5C4259CA9BB5}" dt="2020-08-09T00:17:39.089" v="74" actId="2711"/>
          <ac:spMkLst>
            <pc:docMk/>
            <pc:sldMk cId="2153776736" sldId="486"/>
            <ac:spMk id="22" creationId="{DD418757-3A0B-41A1-B0B2-812D7D15F2CF}"/>
          </ac:spMkLst>
        </pc:spChg>
        <pc:spChg chg="mod">
          <ac:chgData name="Siva Kesava" userId="40b7196834f13e16" providerId="LiveId" clId="{F61DD0D3-DB47-416F-8546-5C4259CA9BB5}" dt="2020-08-09T00:17:33.042" v="73" actId="2711"/>
          <ac:spMkLst>
            <pc:docMk/>
            <pc:sldMk cId="2153776736" sldId="486"/>
            <ac:spMk id="23" creationId="{97F7461C-405B-4BC0-B189-5E8FE3514C4B}"/>
          </ac:spMkLst>
        </pc:spChg>
        <pc:spChg chg="mod">
          <ac:chgData name="Siva Kesava" userId="40b7196834f13e16" providerId="LiveId" clId="{F61DD0D3-DB47-416F-8546-5C4259CA9BB5}" dt="2020-08-09T00:17:23.696" v="72" actId="2711"/>
          <ac:spMkLst>
            <pc:docMk/>
            <pc:sldMk cId="2153776736" sldId="486"/>
            <ac:spMk id="27" creationId="{2589D45F-0EA6-4829-8288-9D76402F260A}"/>
          </ac:spMkLst>
        </pc:spChg>
        <pc:spChg chg="mod">
          <ac:chgData name="Siva Kesava" userId="40b7196834f13e16" providerId="LiveId" clId="{F61DD0D3-DB47-416F-8546-5C4259CA9BB5}" dt="2020-08-09T00:17:23.696" v="72" actId="2711"/>
          <ac:spMkLst>
            <pc:docMk/>
            <pc:sldMk cId="2153776736" sldId="486"/>
            <ac:spMk id="28" creationId="{86AE1DE3-7129-4182-9C2D-F5AF12D08077}"/>
          </ac:spMkLst>
        </pc:spChg>
        <pc:spChg chg="mod">
          <ac:chgData name="Siva Kesava" userId="40b7196834f13e16" providerId="LiveId" clId="{F61DD0D3-DB47-416F-8546-5C4259CA9BB5}" dt="2020-08-09T00:17:23.696" v="72" actId="2711"/>
          <ac:spMkLst>
            <pc:docMk/>
            <pc:sldMk cId="2153776736" sldId="486"/>
            <ac:spMk id="39" creationId="{69B4E354-08E0-4590-A832-9E1AA58F0B4D}"/>
          </ac:spMkLst>
        </pc:spChg>
        <pc:graphicFrameChg chg="modGraphic">
          <ac:chgData name="Siva Kesava" userId="40b7196834f13e16" providerId="LiveId" clId="{F61DD0D3-DB47-416F-8546-5C4259CA9BB5}" dt="2020-08-09T00:13:02.618" v="62" actId="2711"/>
          <ac:graphicFrameMkLst>
            <pc:docMk/>
            <pc:sldMk cId="2153776736" sldId="486"/>
            <ac:graphicFrameMk id="3" creationId="{2DF447AC-2568-44B1-B3F3-A7EE76A5F561}"/>
          </ac:graphicFrameMkLst>
        </pc:graphicFrameChg>
        <pc:graphicFrameChg chg="modGraphic">
          <ac:chgData name="Siva Kesava" userId="40b7196834f13e16" providerId="LiveId" clId="{F61DD0D3-DB47-416F-8546-5C4259CA9BB5}" dt="2020-08-09T00:13:12.742" v="63" actId="2711"/>
          <ac:graphicFrameMkLst>
            <pc:docMk/>
            <pc:sldMk cId="2153776736" sldId="486"/>
            <ac:graphicFrameMk id="4" creationId="{D88C86D6-4BB5-4874-AD60-F6559AC6E56F}"/>
          </ac:graphicFrameMkLst>
        </pc:graphicFrameChg>
      </pc:sldChg>
      <pc:sldChg chg="modSp mod">
        <pc:chgData name="Siva Kesava" userId="40b7196834f13e16" providerId="LiveId" clId="{F61DD0D3-DB47-416F-8546-5C4259CA9BB5}" dt="2020-08-09T00:18:21.810" v="80" actId="2711"/>
        <pc:sldMkLst>
          <pc:docMk/>
          <pc:sldMk cId="3662183033" sldId="488"/>
        </pc:sldMkLst>
        <pc:spChg chg="mod">
          <ac:chgData name="Siva Kesava" userId="40b7196834f13e16" providerId="LiveId" clId="{F61DD0D3-DB47-416F-8546-5C4259CA9BB5}" dt="2020-08-09T00:18:10.058" v="79" actId="2711"/>
          <ac:spMkLst>
            <pc:docMk/>
            <pc:sldMk cId="3662183033" sldId="488"/>
            <ac:spMk id="2" creationId="{89B3920F-2680-4EDA-AC57-99E9B3448920}"/>
          </ac:spMkLst>
        </pc:spChg>
        <pc:spChg chg="mod">
          <ac:chgData name="Siva Kesava" userId="40b7196834f13e16" providerId="LiveId" clId="{F61DD0D3-DB47-416F-8546-5C4259CA9BB5}" dt="2020-08-09T00:18:10.058" v="79" actId="2711"/>
          <ac:spMkLst>
            <pc:docMk/>
            <pc:sldMk cId="3662183033" sldId="488"/>
            <ac:spMk id="6" creationId="{15EF709C-6BD5-4CB5-BD59-0DD99369EFBF}"/>
          </ac:spMkLst>
        </pc:spChg>
        <pc:spChg chg="mod">
          <ac:chgData name="Siva Kesava" userId="40b7196834f13e16" providerId="LiveId" clId="{F61DD0D3-DB47-416F-8546-5C4259CA9BB5}" dt="2020-08-09T00:18:10.058" v="79" actId="2711"/>
          <ac:spMkLst>
            <pc:docMk/>
            <pc:sldMk cId="3662183033" sldId="488"/>
            <ac:spMk id="8" creationId="{F39F33D9-F7A5-414C-AC2D-2FE5D3C61F68}"/>
          </ac:spMkLst>
        </pc:spChg>
        <pc:spChg chg="mod">
          <ac:chgData name="Siva Kesava" userId="40b7196834f13e16" providerId="LiveId" clId="{F61DD0D3-DB47-416F-8546-5C4259CA9BB5}" dt="2020-08-09T00:18:10.058" v="79" actId="2711"/>
          <ac:spMkLst>
            <pc:docMk/>
            <pc:sldMk cId="3662183033" sldId="488"/>
            <ac:spMk id="11" creationId="{9A63DE1C-5D57-4855-A24F-CA61E059FB9F}"/>
          </ac:spMkLst>
        </pc:spChg>
        <pc:spChg chg="mod">
          <ac:chgData name="Siva Kesava" userId="40b7196834f13e16" providerId="LiveId" clId="{F61DD0D3-DB47-416F-8546-5C4259CA9BB5}" dt="2020-08-09T00:18:21.810" v="80" actId="2711"/>
          <ac:spMkLst>
            <pc:docMk/>
            <pc:sldMk cId="3662183033" sldId="488"/>
            <ac:spMk id="48" creationId="{B991389B-23E7-4233-99A3-456965C53579}"/>
          </ac:spMkLst>
        </pc:spChg>
        <pc:spChg chg="mod">
          <ac:chgData name="Siva Kesava" userId="40b7196834f13e16" providerId="LiveId" clId="{F61DD0D3-DB47-416F-8546-5C4259CA9BB5}" dt="2020-08-09T00:18:10.058" v="79" actId="2711"/>
          <ac:spMkLst>
            <pc:docMk/>
            <pc:sldMk cId="3662183033" sldId="488"/>
            <ac:spMk id="49" creationId="{E347F0AC-0810-4BE4-A43B-69D9F5673D5B}"/>
          </ac:spMkLst>
        </pc:spChg>
        <pc:spChg chg="mod">
          <ac:chgData name="Siva Kesava" userId="40b7196834f13e16" providerId="LiveId" clId="{F61DD0D3-DB47-416F-8546-5C4259CA9BB5}" dt="2020-08-09T00:18:10.058" v="79" actId="2711"/>
          <ac:spMkLst>
            <pc:docMk/>
            <pc:sldMk cId="3662183033" sldId="488"/>
            <ac:spMk id="50" creationId="{7DA0E270-1DF8-4848-88C7-22158ED02449}"/>
          </ac:spMkLst>
        </pc:spChg>
        <pc:spChg chg="mod">
          <ac:chgData name="Siva Kesava" userId="40b7196834f13e16" providerId="LiveId" clId="{F61DD0D3-DB47-416F-8546-5C4259CA9BB5}" dt="2020-08-09T00:18:10.058" v="79" actId="2711"/>
          <ac:spMkLst>
            <pc:docMk/>
            <pc:sldMk cId="3662183033" sldId="488"/>
            <ac:spMk id="51" creationId="{3BCFEB8B-51C1-44F7-9B7F-1E75AD394DD4}"/>
          </ac:spMkLst>
        </pc:spChg>
        <pc:graphicFrameChg chg="modGraphic">
          <ac:chgData name="Siva Kesava" userId="40b7196834f13e16" providerId="LiveId" clId="{F61DD0D3-DB47-416F-8546-5C4259CA9BB5}" dt="2020-08-09T00:17:58.409" v="78" actId="20577"/>
          <ac:graphicFrameMkLst>
            <pc:docMk/>
            <pc:sldMk cId="3662183033" sldId="488"/>
            <ac:graphicFrameMk id="3" creationId="{2DF447AC-2568-44B1-B3F3-A7EE76A5F561}"/>
          </ac:graphicFrameMkLst>
        </pc:graphicFrameChg>
        <pc:graphicFrameChg chg="modGraphic">
          <ac:chgData name="Siva Kesava" userId="40b7196834f13e16" providerId="LiveId" clId="{F61DD0D3-DB47-416F-8546-5C4259CA9BB5}" dt="2020-08-09T00:17:48.208" v="75" actId="2711"/>
          <ac:graphicFrameMkLst>
            <pc:docMk/>
            <pc:sldMk cId="3662183033" sldId="488"/>
            <ac:graphicFrameMk id="4" creationId="{42D154CF-FF4D-485E-A61B-DF466672CD90}"/>
          </ac:graphicFrameMkLst>
        </pc:graphicFrameChg>
      </pc:sldChg>
      <pc:sldChg chg="modSp mod">
        <pc:chgData name="Siva Kesava" userId="40b7196834f13e16" providerId="LiveId" clId="{F61DD0D3-DB47-416F-8546-5C4259CA9BB5}" dt="2020-08-09T00:20:01.832" v="83" actId="2711"/>
        <pc:sldMkLst>
          <pc:docMk/>
          <pc:sldMk cId="1690429636" sldId="489"/>
        </pc:sldMkLst>
        <pc:spChg chg="mod">
          <ac:chgData name="Siva Kesava" userId="40b7196834f13e16" providerId="LiveId" clId="{F61DD0D3-DB47-416F-8546-5C4259CA9BB5}" dt="2020-08-09T00:20:01.832" v="83" actId="2711"/>
          <ac:spMkLst>
            <pc:docMk/>
            <pc:sldMk cId="1690429636" sldId="489"/>
            <ac:spMk id="2" creationId="{89B3920F-2680-4EDA-AC57-99E9B3448920}"/>
          </ac:spMkLst>
        </pc:spChg>
        <pc:spChg chg="mod">
          <ac:chgData name="Siva Kesava" userId="40b7196834f13e16" providerId="LiveId" clId="{F61DD0D3-DB47-416F-8546-5C4259CA9BB5}" dt="2020-08-09T00:20:01.832" v="83" actId="2711"/>
          <ac:spMkLst>
            <pc:docMk/>
            <pc:sldMk cId="1690429636" sldId="489"/>
            <ac:spMk id="6" creationId="{15EF709C-6BD5-4CB5-BD59-0DD99369EFBF}"/>
          </ac:spMkLst>
        </pc:spChg>
        <pc:spChg chg="mod">
          <ac:chgData name="Siva Kesava" userId="40b7196834f13e16" providerId="LiveId" clId="{F61DD0D3-DB47-416F-8546-5C4259CA9BB5}" dt="2020-08-09T00:20:01.832" v="83" actId="2711"/>
          <ac:spMkLst>
            <pc:docMk/>
            <pc:sldMk cId="1690429636" sldId="489"/>
            <ac:spMk id="8" creationId="{F39F33D9-F7A5-414C-AC2D-2FE5D3C61F68}"/>
          </ac:spMkLst>
        </pc:spChg>
        <pc:spChg chg="mod">
          <ac:chgData name="Siva Kesava" userId="40b7196834f13e16" providerId="LiveId" clId="{F61DD0D3-DB47-416F-8546-5C4259CA9BB5}" dt="2020-08-09T00:20:01.832" v="83" actId="2711"/>
          <ac:spMkLst>
            <pc:docMk/>
            <pc:sldMk cId="1690429636" sldId="489"/>
            <ac:spMk id="11" creationId="{9A63DE1C-5D57-4855-A24F-CA61E059FB9F}"/>
          </ac:spMkLst>
        </pc:spChg>
        <pc:spChg chg="mod">
          <ac:chgData name="Siva Kesava" userId="40b7196834f13e16" providerId="LiveId" clId="{F61DD0D3-DB47-416F-8546-5C4259CA9BB5}" dt="2020-08-09T00:20:01.832" v="83" actId="2711"/>
          <ac:spMkLst>
            <pc:docMk/>
            <pc:sldMk cId="1690429636" sldId="489"/>
            <ac:spMk id="49" creationId="{E347F0AC-0810-4BE4-A43B-69D9F5673D5B}"/>
          </ac:spMkLst>
        </pc:spChg>
        <pc:spChg chg="mod">
          <ac:chgData name="Siva Kesava" userId="40b7196834f13e16" providerId="LiveId" clId="{F61DD0D3-DB47-416F-8546-5C4259CA9BB5}" dt="2020-08-09T00:20:01.832" v="83" actId="2711"/>
          <ac:spMkLst>
            <pc:docMk/>
            <pc:sldMk cId="1690429636" sldId="489"/>
            <ac:spMk id="50" creationId="{7DA0E270-1DF8-4848-88C7-22158ED02449}"/>
          </ac:spMkLst>
        </pc:spChg>
        <pc:spChg chg="mod">
          <ac:chgData name="Siva Kesava" userId="40b7196834f13e16" providerId="LiveId" clId="{F61DD0D3-DB47-416F-8546-5C4259CA9BB5}" dt="2020-08-09T00:20:01.832" v="83" actId="2711"/>
          <ac:spMkLst>
            <pc:docMk/>
            <pc:sldMk cId="1690429636" sldId="489"/>
            <ac:spMk id="51" creationId="{3BCFEB8B-51C1-44F7-9B7F-1E75AD394DD4}"/>
          </ac:spMkLst>
        </pc:spChg>
        <pc:graphicFrameChg chg="modGraphic">
          <ac:chgData name="Siva Kesava" userId="40b7196834f13e16" providerId="LiveId" clId="{F61DD0D3-DB47-416F-8546-5C4259CA9BB5}" dt="2020-08-09T00:19:50.992" v="82" actId="2711"/>
          <ac:graphicFrameMkLst>
            <pc:docMk/>
            <pc:sldMk cId="1690429636" sldId="489"/>
            <ac:graphicFrameMk id="3" creationId="{2DF447AC-2568-44B1-B3F3-A7EE76A5F561}"/>
          </ac:graphicFrameMkLst>
        </pc:graphicFrameChg>
        <pc:graphicFrameChg chg="modGraphic">
          <ac:chgData name="Siva Kesava" userId="40b7196834f13e16" providerId="LiveId" clId="{F61DD0D3-DB47-416F-8546-5C4259CA9BB5}" dt="2020-08-09T00:19:44.737" v="81" actId="2711"/>
          <ac:graphicFrameMkLst>
            <pc:docMk/>
            <pc:sldMk cId="1690429636" sldId="489"/>
            <ac:graphicFrameMk id="4" creationId="{42D154CF-FF4D-485E-A61B-DF466672CD90}"/>
          </ac:graphicFrameMkLst>
        </pc:graphicFrameChg>
      </pc:sldChg>
      <pc:sldChg chg="modSp mod">
        <pc:chgData name="Siva Kesava" userId="40b7196834f13e16" providerId="LiveId" clId="{F61DD0D3-DB47-416F-8546-5C4259CA9BB5}" dt="2020-08-09T00:20:40.109" v="87" actId="2711"/>
        <pc:sldMkLst>
          <pc:docMk/>
          <pc:sldMk cId="3221501197" sldId="491"/>
        </pc:sldMkLst>
        <pc:spChg chg="mod">
          <ac:chgData name="Siva Kesava" userId="40b7196834f13e16" providerId="LiveId" clId="{F61DD0D3-DB47-416F-8546-5C4259CA9BB5}" dt="2020-08-09T00:20:40.109" v="87" actId="2711"/>
          <ac:spMkLst>
            <pc:docMk/>
            <pc:sldMk cId="3221501197" sldId="491"/>
            <ac:spMk id="2" creationId="{89B3920F-2680-4EDA-AC57-99E9B3448920}"/>
          </ac:spMkLst>
        </pc:spChg>
        <pc:spChg chg="mod">
          <ac:chgData name="Siva Kesava" userId="40b7196834f13e16" providerId="LiveId" clId="{F61DD0D3-DB47-416F-8546-5C4259CA9BB5}" dt="2020-08-09T00:20:40.109" v="87" actId="2711"/>
          <ac:spMkLst>
            <pc:docMk/>
            <pc:sldMk cId="3221501197" sldId="491"/>
            <ac:spMk id="6" creationId="{15EF709C-6BD5-4CB5-BD59-0DD99369EFBF}"/>
          </ac:spMkLst>
        </pc:spChg>
        <pc:spChg chg="mod">
          <ac:chgData name="Siva Kesava" userId="40b7196834f13e16" providerId="LiveId" clId="{F61DD0D3-DB47-416F-8546-5C4259CA9BB5}" dt="2020-08-09T00:20:40.109" v="87" actId="2711"/>
          <ac:spMkLst>
            <pc:docMk/>
            <pc:sldMk cId="3221501197" sldId="491"/>
            <ac:spMk id="8" creationId="{F39F33D9-F7A5-414C-AC2D-2FE5D3C61F68}"/>
          </ac:spMkLst>
        </pc:spChg>
        <pc:spChg chg="mod">
          <ac:chgData name="Siva Kesava" userId="40b7196834f13e16" providerId="LiveId" clId="{F61DD0D3-DB47-416F-8546-5C4259CA9BB5}" dt="2020-08-09T00:20:40.109" v="87" actId="2711"/>
          <ac:spMkLst>
            <pc:docMk/>
            <pc:sldMk cId="3221501197" sldId="491"/>
            <ac:spMk id="11" creationId="{9A63DE1C-5D57-4855-A24F-CA61E059FB9F}"/>
          </ac:spMkLst>
        </pc:spChg>
        <pc:spChg chg="mod">
          <ac:chgData name="Siva Kesava" userId="40b7196834f13e16" providerId="LiveId" clId="{F61DD0D3-DB47-416F-8546-5C4259CA9BB5}" dt="2020-08-09T00:20:40.109" v="87" actId="2711"/>
          <ac:spMkLst>
            <pc:docMk/>
            <pc:sldMk cId="3221501197" sldId="491"/>
            <ac:spMk id="49" creationId="{E347F0AC-0810-4BE4-A43B-69D9F5673D5B}"/>
          </ac:spMkLst>
        </pc:spChg>
        <pc:spChg chg="mod">
          <ac:chgData name="Siva Kesava" userId="40b7196834f13e16" providerId="LiveId" clId="{F61DD0D3-DB47-416F-8546-5C4259CA9BB5}" dt="2020-08-09T00:20:40.109" v="87" actId="2711"/>
          <ac:spMkLst>
            <pc:docMk/>
            <pc:sldMk cId="3221501197" sldId="491"/>
            <ac:spMk id="50" creationId="{7DA0E270-1DF8-4848-88C7-22158ED02449}"/>
          </ac:spMkLst>
        </pc:spChg>
        <pc:spChg chg="mod">
          <ac:chgData name="Siva Kesava" userId="40b7196834f13e16" providerId="LiveId" clId="{F61DD0D3-DB47-416F-8546-5C4259CA9BB5}" dt="2020-08-09T00:20:40.109" v="87" actId="2711"/>
          <ac:spMkLst>
            <pc:docMk/>
            <pc:sldMk cId="3221501197" sldId="491"/>
            <ac:spMk id="51" creationId="{3BCFEB8B-51C1-44F7-9B7F-1E75AD394DD4}"/>
          </ac:spMkLst>
        </pc:spChg>
        <pc:graphicFrameChg chg="modGraphic">
          <ac:chgData name="Siva Kesava" userId="40b7196834f13e16" providerId="LiveId" clId="{F61DD0D3-DB47-416F-8546-5C4259CA9BB5}" dt="2020-08-09T00:20:08.688" v="84" actId="2711"/>
          <ac:graphicFrameMkLst>
            <pc:docMk/>
            <pc:sldMk cId="3221501197" sldId="491"/>
            <ac:graphicFrameMk id="3" creationId="{2DF447AC-2568-44B1-B3F3-A7EE76A5F561}"/>
          </ac:graphicFrameMkLst>
        </pc:graphicFrameChg>
        <pc:graphicFrameChg chg="modGraphic">
          <ac:chgData name="Siva Kesava" userId="40b7196834f13e16" providerId="LiveId" clId="{F61DD0D3-DB47-416F-8546-5C4259CA9BB5}" dt="2020-08-09T00:20:14.144" v="85" actId="2711"/>
          <ac:graphicFrameMkLst>
            <pc:docMk/>
            <pc:sldMk cId="3221501197" sldId="491"/>
            <ac:graphicFrameMk id="4" creationId="{42D154CF-FF4D-485E-A61B-DF466672CD90}"/>
          </ac:graphicFrameMkLst>
        </pc:graphicFrameChg>
        <pc:graphicFrameChg chg="modGraphic">
          <ac:chgData name="Siva Kesava" userId="40b7196834f13e16" providerId="LiveId" clId="{F61DD0D3-DB47-416F-8546-5C4259CA9BB5}" dt="2020-08-09T00:20:21.799" v="86" actId="2711"/>
          <ac:graphicFrameMkLst>
            <pc:docMk/>
            <pc:sldMk cId="3221501197" sldId="491"/>
            <ac:graphicFrameMk id="9" creationId="{AA128E07-5C68-4312-B02F-2519D21BF3F3}"/>
          </ac:graphicFrameMkLst>
        </pc:graphicFrameChg>
      </pc:sldChg>
      <pc:sldChg chg="modSp mod">
        <pc:chgData name="Siva Kesava" userId="40b7196834f13e16" providerId="LiveId" clId="{F61DD0D3-DB47-416F-8546-5C4259CA9BB5}" dt="2020-08-09T00:21:22.722" v="91" actId="2711"/>
        <pc:sldMkLst>
          <pc:docMk/>
          <pc:sldMk cId="644607979" sldId="492"/>
        </pc:sldMkLst>
        <pc:spChg chg="mod">
          <ac:chgData name="Siva Kesava" userId="40b7196834f13e16" providerId="LiveId" clId="{F61DD0D3-DB47-416F-8546-5C4259CA9BB5}" dt="2020-08-09T00:21:22.722" v="91" actId="2711"/>
          <ac:spMkLst>
            <pc:docMk/>
            <pc:sldMk cId="644607979" sldId="492"/>
            <ac:spMk id="2" creationId="{89B3920F-2680-4EDA-AC57-99E9B3448920}"/>
          </ac:spMkLst>
        </pc:spChg>
        <pc:spChg chg="mod">
          <ac:chgData name="Siva Kesava" userId="40b7196834f13e16" providerId="LiveId" clId="{F61DD0D3-DB47-416F-8546-5C4259CA9BB5}" dt="2020-08-09T00:21:22.722" v="91" actId="2711"/>
          <ac:spMkLst>
            <pc:docMk/>
            <pc:sldMk cId="644607979" sldId="492"/>
            <ac:spMk id="6" creationId="{15EF709C-6BD5-4CB5-BD59-0DD99369EFBF}"/>
          </ac:spMkLst>
        </pc:spChg>
        <pc:spChg chg="mod">
          <ac:chgData name="Siva Kesava" userId="40b7196834f13e16" providerId="LiveId" clId="{F61DD0D3-DB47-416F-8546-5C4259CA9BB5}" dt="2020-08-09T00:21:22.722" v="91" actId="2711"/>
          <ac:spMkLst>
            <pc:docMk/>
            <pc:sldMk cId="644607979" sldId="492"/>
            <ac:spMk id="8" creationId="{F39F33D9-F7A5-414C-AC2D-2FE5D3C61F68}"/>
          </ac:spMkLst>
        </pc:spChg>
        <pc:spChg chg="mod">
          <ac:chgData name="Siva Kesava" userId="40b7196834f13e16" providerId="LiveId" clId="{F61DD0D3-DB47-416F-8546-5C4259CA9BB5}" dt="2020-08-09T00:21:22.722" v="91" actId="2711"/>
          <ac:spMkLst>
            <pc:docMk/>
            <pc:sldMk cId="644607979" sldId="492"/>
            <ac:spMk id="11" creationId="{9A63DE1C-5D57-4855-A24F-CA61E059FB9F}"/>
          </ac:spMkLst>
        </pc:spChg>
        <pc:spChg chg="mod">
          <ac:chgData name="Siva Kesava" userId="40b7196834f13e16" providerId="LiveId" clId="{F61DD0D3-DB47-416F-8546-5C4259CA9BB5}" dt="2020-08-09T00:21:22.722" v="91" actId="2711"/>
          <ac:spMkLst>
            <pc:docMk/>
            <pc:sldMk cId="644607979" sldId="492"/>
            <ac:spMk id="49" creationId="{E347F0AC-0810-4BE4-A43B-69D9F5673D5B}"/>
          </ac:spMkLst>
        </pc:spChg>
        <pc:spChg chg="mod">
          <ac:chgData name="Siva Kesava" userId="40b7196834f13e16" providerId="LiveId" clId="{F61DD0D3-DB47-416F-8546-5C4259CA9BB5}" dt="2020-08-09T00:21:22.722" v="91" actId="2711"/>
          <ac:spMkLst>
            <pc:docMk/>
            <pc:sldMk cId="644607979" sldId="492"/>
            <ac:spMk id="50" creationId="{7DA0E270-1DF8-4848-88C7-22158ED02449}"/>
          </ac:spMkLst>
        </pc:spChg>
        <pc:spChg chg="mod">
          <ac:chgData name="Siva Kesava" userId="40b7196834f13e16" providerId="LiveId" clId="{F61DD0D3-DB47-416F-8546-5C4259CA9BB5}" dt="2020-08-09T00:21:22.722" v="91" actId="2711"/>
          <ac:spMkLst>
            <pc:docMk/>
            <pc:sldMk cId="644607979" sldId="492"/>
            <ac:spMk id="51" creationId="{3BCFEB8B-51C1-44F7-9B7F-1E75AD394DD4}"/>
          </ac:spMkLst>
        </pc:spChg>
        <pc:graphicFrameChg chg="modGraphic">
          <ac:chgData name="Siva Kesava" userId="40b7196834f13e16" providerId="LiveId" clId="{F61DD0D3-DB47-416F-8546-5C4259CA9BB5}" dt="2020-08-09T00:20:53.337" v="88" actId="2711"/>
          <ac:graphicFrameMkLst>
            <pc:docMk/>
            <pc:sldMk cId="644607979" sldId="492"/>
            <ac:graphicFrameMk id="3" creationId="{2DF447AC-2568-44B1-B3F3-A7EE76A5F561}"/>
          </ac:graphicFrameMkLst>
        </pc:graphicFrameChg>
        <pc:graphicFrameChg chg="modGraphic">
          <ac:chgData name="Siva Kesava" userId="40b7196834f13e16" providerId="LiveId" clId="{F61DD0D3-DB47-416F-8546-5C4259CA9BB5}" dt="2020-08-09T00:20:59.031" v="89" actId="2711"/>
          <ac:graphicFrameMkLst>
            <pc:docMk/>
            <pc:sldMk cId="644607979" sldId="492"/>
            <ac:graphicFrameMk id="4" creationId="{42D154CF-FF4D-485E-A61B-DF466672CD90}"/>
          </ac:graphicFrameMkLst>
        </pc:graphicFrameChg>
        <pc:graphicFrameChg chg="modGraphic">
          <ac:chgData name="Siva Kesava" userId="40b7196834f13e16" providerId="LiveId" clId="{F61DD0D3-DB47-416F-8546-5C4259CA9BB5}" dt="2020-08-09T00:21:04.423" v="90" actId="2711"/>
          <ac:graphicFrameMkLst>
            <pc:docMk/>
            <pc:sldMk cId="644607979" sldId="492"/>
            <ac:graphicFrameMk id="9" creationId="{AA128E07-5C68-4312-B02F-2519D21BF3F3}"/>
          </ac:graphicFrameMkLst>
        </pc:graphicFrameChg>
      </pc:sldChg>
      <pc:sldChg chg="del">
        <pc:chgData name="Siva Kesava" userId="40b7196834f13e16" providerId="LiveId" clId="{F61DD0D3-DB47-416F-8546-5C4259CA9BB5}" dt="2020-08-09T00:26:22.987" v="119" actId="47"/>
        <pc:sldMkLst>
          <pc:docMk/>
          <pc:sldMk cId="3634833525" sldId="503"/>
        </pc:sldMkLst>
      </pc:sldChg>
      <pc:sldChg chg="del">
        <pc:chgData name="Siva Kesava" userId="40b7196834f13e16" providerId="LiveId" clId="{F61DD0D3-DB47-416F-8546-5C4259CA9BB5}" dt="2020-08-09T00:29:55.215" v="124" actId="47"/>
        <pc:sldMkLst>
          <pc:docMk/>
          <pc:sldMk cId="2712318202" sldId="505"/>
        </pc:sldMkLst>
      </pc:sldChg>
      <pc:sldChg chg="modSp del">
        <pc:chgData name="Siva Kesava" userId="40b7196834f13e16" providerId="LiveId" clId="{F61DD0D3-DB47-416F-8546-5C4259CA9BB5}" dt="2020-08-09T00:31:42.470" v="136" actId="47"/>
        <pc:sldMkLst>
          <pc:docMk/>
          <pc:sldMk cId="285215619" sldId="506"/>
        </pc:sldMkLst>
        <pc:spChg chg="mod">
          <ac:chgData name="Siva Kesava" userId="40b7196834f13e16" providerId="LiveId" clId="{F61DD0D3-DB47-416F-8546-5C4259CA9BB5}" dt="2020-08-09T00:30:16.721" v="125" actId="2711"/>
          <ac:spMkLst>
            <pc:docMk/>
            <pc:sldMk cId="285215619" sldId="506"/>
            <ac:spMk id="8" creationId="{C48325F7-6294-4E56-BF88-EC2D19AFAE76}"/>
          </ac:spMkLst>
        </pc:spChg>
      </pc:sldChg>
      <pc:sldChg chg="del">
        <pc:chgData name="Siva Kesava" userId="40b7196834f13e16" providerId="LiveId" clId="{F61DD0D3-DB47-416F-8546-5C4259CA9BB5}" dt="2020-08-09T00:34:28.715" v="155" actId="47"/>
        <pc:sldMkLst>
          <pc:docMk/>
          <pc:sldMk cId="2468636733" sldId="514"/>
        </pc:sldMkLst>
      </pc:sldChg>
      <pc:sldChg chg="del">
        <pc:chgData name="Siva Kesava" userId="40b7196834f13e16" providerId="LiveId" clId="{F61DD0D3-DB47-416F-8546-5C4259CA9BB5}" dt="2020-08-09T00:35:05.267" v="162" actId="47"/>
        <pc:sldMkLst>
          <pc:docMk/>
          <pc:sldMk cId="3334219256" sldId="515"/>
        </pc:sldMkLst>
      </pc:sldChg>
      <pc:sldChg chg="modSp mod">
        <pc:chgData name="Siva Kesava" userId="40b7196834f13e16" providerId="LiveId" clId="{F61DD0D3-DB47-416F-8546-5C4259CA9BB5}" dt="2020-08-09T00:24:26.850" v="105" actId="2711"/>
        <pc:sldMkLst>
          <pc:docMk/>
          <pc:sldMk cId="3633885627" sldId="520"/>
        </pc:sldMkLst>
        <pc:spChg chg="mod">
          <ac:chgData name="Siva Kesava" userId="40b7196834f13e16" providerId="LiveId" clId="{F61DD0D3-DB47-416F-8546-5C4259CA9BB5}" dt="2020-08-09T00:24:26.850" v="105" actId="2711"/>
          <ac:spMkLst>
            <pc:docMk/>
            <pc:sldMk cId="3633885627" sldId="520"/>
            <ac:spMk id="6" creationId="{EE21784F-6AFD-492F-A425-308A5200A648}"/>
          </ac:spMkLst>
        </pc:spChg>
        <pc:spChg chg="mod">
          <ac:chgData name="Siva Kesava" userId="40b7196834f13e16" providerId="LiveId" clId="{F61DD0D3-DB47-416F-8546-5C4259CA9BB5}" dt="2020-08-09T00:23:04.703" v="101" actId="2711"/>
          <ac:spMkLst>
            <pc:docMk/>
            <pc:sldMk cId="3633885627" sldId="520"/>
            <ac:spMk id="8" creationId="{C48325F7-6294-4E56-BF88-EC2D19AFAE76}"/>
          </ac:spMkLst>
        </pc:spChg>
        <pc:spChg chg="mod">
          <ac:chgData name="Siva Kesava" userId="40b7196834f13e16" providerId="LiveId" clId="{F61DD0D3-DB47-416F-8546-5C4259CA9BB5}" dt="2020-08-09T00:24:13.330" v="103" actId="2711"/>
          <ac:spMkLst>
            <pc:docMk/>
            <pc:sldMk cId="3633885627" sldId="520"/>
            <ac:spMk id="9" creationId="{BA8CC8A7-534A-430C-8314-67B393D691F9}"/>
          </ac:spMkLst>
        </pc:spChg>
        <pc:graphicFrameChg chg="modGraphic">
          <ac:chgData name="Siva Kesava" userId="40b7196834f13e16" providerId="LiveId" clId="{F61DD0D3-DB47-416F-8546-5C4259CA9BB5}" dt="2020-08-09T00:22:30.616" v="98" actId="2711"/>
          <ac:graphicFrameMkLst>
            <pc:docMk/>
            <pc:sldMk cId="3633885627" sldId="520"/>
            <ac:graphicFrameMk id="3" creationId="{5A73ED15-37CA-4098-AB6B-AD83EEBCA2BC}"/>
          </ac:graphicFrameMkLst>
        </pc:graphicFrameChg>
      </pc:sldChg>
      <pc:sldChg chg="modSp mod">
        <pc:chgData name="Siva Kesava" userId="40b7196834f13e16" providerId="LiveId" clId="{F61DD0D3-DB47-416F-8546-5C4259CA9BB5}" dt="2020-08-09T00:22:07.937" v="96" actId="2711"/>
        <pc:sldMkLst>
          <pc:docMk/>
          <pc:sldMk cId="1691351088" sldId="525"/>
        </pc:sldMkLst>
        <pc:spChg chg="mod">
          <ac:chgData name="Siva Kesava" userId="40b7196834f13e16" providerId="LiveId" clId="{F61DD0D3-DB47-416F-8546-5C4259CA9BB5}" dt="2020-08-09T00:21:38.342" v="92" actId="2711"/>
          <ac:spMkLst>
            <pc:docMk/>
            <pc:sldMk cId="1691351088" sldId="525"/>
            <ac:spMk id="2" creationId="{89B3920F-2680-4EDA-AC57-99E9B3448920}"/>
          </ac:spMkLst>
        </pc:spChg>
        <pc:spChg chg="mod">
          <ac:chgData name="Siva Kesava" userId="40b7196834f13e16" providerId="LiveId" clId="{F61DD0D3-DB47-416F-8546-5C4259CA9BB5}" dt="2020-08-09T00:21:38.342" v="92" actId="2711"/>
          <ac:spMkLst>
            <pc:docMk/>
            <pc:sldMk cId="1691351088" sldId="525"/>
            <ac:spMk id="6" creationId="{15EF709C-6BD5-4CB5-BD59-0DD99369EFBF}"/>
          </ac:spMkLst>
        </pc:spChg>
        <pc:spChg chg="mod">
          <ac:chgData name="Siva Kesava" userId="40b7196834f13e16" providerId="LiveId" clId="{F61DD0D3-DB47-416F-8546-5C4259CA9BB5}" dt="2020-08-09T00:21:38.342" v="92" actId="2711"/>
          <ac:spMkLst>
            <pc:docMk/>
            <pc:sldMk cId="1691351088" sldId="525"/>
            <ac:spMk id="8" creationId="{F39F33D9-F7A5-414C-AC2D-2FE5D3C61F68}"/>
          </ac:spMkLst>
        </pc:spChg>
        <pc:spChg chg="mod">
          <ac:chgData name="Siva Kesava" userId="40b7196834f13e16" providerId="LiveId" clId="{F61DD0D3-DB47-416F-8546-5C4259CA9BB5}" dt="2020-08-09T00:21:38.342" v="92" actId="2711"/>
          <ac:spMkLst>
            <pc:docMk/>
            <pc:sldMk cId="1691351088" sldId="525"/>
            <ac:spMk id="11" creationId="{9A63DE1C-5D57-4855-A24F-CA61E059FB9F}"/>
          </ac:spMkLst>
        </pc:spChg>
        <pc:spChg chg="mod">
          <ac:chgData name="Siva Kesava" userId="40b7196834f13e16" providerId="LiveId" clId="{F61DD0D3-DB47-416F-8546-5C4259CA9BB5}" dt="2020-08-09T00:21:38.342" v="92" actId="2711"/>
          <ac:spMkLst>
            <pc:docMk/>
            <pc:sldMk cId="1691351088" sldId="525"/>
            <ac:spMk id="49" creationId="{E347F0AC-0810-4BE4-A43B-69D9F5673D5B}"/>
          </ac:spMkLst>
        </pc:spChg>
        <pc:spChg chg="mod">
          <ac:chgData name="Siva Kesava" userId="40b7196834f13e16" providerId="LiveId" clId="{F61DD0D3-DB47-416F-8546-5C4259CA9BB5}" dt="2020-08-09T00:21:38.342" v="92" actId="2711"/>
          <ac:spMkLst>
            <pc:docMk/>
            <pc:sldMk cId="1691351088" sldId="525"/>
            <ac:spMk id="50" creationId="{7DA0E270-1DF8-4848-88C7-22158ED02449}"/>
          </ac:spMkLst>
        </pc:spChg>
        <pc:spChg chg="mod">
          <ac:chgData name="Siva Kesava" userId="40b7196834f13e16" providerId="LiveId" clId="{F61DD0D3-DB47-416F-8546-5C4259CA9BB5}" dt="2020-08-09T00:21:38.342" v="92" actId="2711"/>
          <ac:spMkLst>
            <pc:docMk/>
            <pc:sldMk cId="1691351088" sldId="525"/>
            <ac:spMk id="51" creationId="{3BCFEB8B-51C1-44F7-9B7F-1E75AD394DD4}"/>
          </ac:spMkLst>
        </pc:spChg>
        <pc:spChg chg="mod">
          <ac:chgData name="Siva Kesava" userId="40b7196834f13e16" providerId="LiveId" clId="{F61DD0D3-DB47-416F-8546-5C4259CA9BB5}" dt="2020-08-09T00:21:46.080" v="93" actId="2711"/>
          <ac:spMkLst>
            <pc:docMk/>
            <pc:sldMk cId="1691351088" sldId="525"/>
            <ac:spMk id="75" creationId="{E0C394A1-2060-434E-BCAF-7A2CA94DF9B6}"/>
          </ac:spMkLst>
        </pc:spChg>
        <pc:spChg chg="mod">
          <ac:chgData name="Siva Kesava" userId="40b7196834f13e16" providerId="LiveId" clId="{F61DD0D3-DB47-416F-8546-5C4259CA9BB5}" dt="2020-08-09T00:21:57.533" v="94" actId="2711"/>
          <ac:spMkLst>
            <pc:docMk/>
            <pc:sldMk cId="1691351088" sldId="525"/>
            <ac:spMk id="76" creationId="{977FEAA8-3FB2-4FE5-8564-63299BD4D0D6}"/>
          </ac:spMkLst>
        </pc:spChg>
        <pc:spChg chg="mod">
          <ac:chgData name="Siva Kesava" userId="40b7196834f13e16" providerId="LiveId" clId="{F61DD0D3-DB47-416F-8546-5C4259CA9BB5}" dt="2020-08-09T00:22:02.022" v="95" actId="2711"/>
          <ac:spMkLst>
            <pc:docMk/>
            <pc:sldMk cId="1691351088" sldId="525"/>
            <ac:spMk id="77" creationId="{11980540-025F-4080-9032-46816F9B11C0}"/>
          </ac:spMkLst>
        </pc:spChg>
        <pc:spChg chg="mod">
          <ac:chgData name="Siva Kesava" userId="40b7196834f13e16" providerId="LiveId" clId="{F61DD0D3-DB47-416F-8546-5C4259CA9BB5}" dt="2020-08-09T00:22:07.937" v="96" actId="2711"/>
          <ac:spMkLst>
            <pc:docMk/>
            <pc:sldMk cId="1691351088" sldId="525"/>
            <ac:spMk id="78" creationId="{B1501DC0-8BC5-47FB-B808-FFB4519ECF9A}"/>
          </ac:spMkLst>
        </pc:spChg>
      </pc:sldChg>
      <pc:sldChg chg="addSp delSp modSp add mod delAnim modAnim">
        <pc:chgData name="Siva Kesava" userId="40b7196834f13e16" providerId="LiveId" clId="{F61DD0D3-DB47-416F-8546-5C4259CA9BB5}" dt="2020-08-09T00:25:17.967" v="110"/>
        <pc:sldMkLst>
          <pc:docMk/>
          <pc:sldMk cId="188382524" sldId="526"/>
        </pc:sldMkLst>
        <pc:graphicFrameChg chg="add modGraphic">
          <ac:chgData name="Siva Kesava" userId="40b7196834f13e16" providerId="LiveId" clId="{F61DD0D3-DB47-416F-8546-5C4259CA9BB5}" dt="2020-08-09T00:25:10.009" v="109" actId="2711"/>
          <ac:graphicFrameMkLst>
            <pc:docMk/>
            <pc:sldMk cId="188382524" sldId="526"/>
            <ac:graphicFrameMk id="2" creationId="{C2EB5C97-DC3C-4EBE-BF9C-052695E058E6}"/>
          </ac:graphicFrameMkLst>
        </pc:graphicFrameChg>
        <pc:graphicFrameChg chg="del">
          <ac:chgData name="Siva Kesava" userId="40b7196834f13e16" providerId="LiveId" clId="{F61DD0D3-DB47-416F-8546-5C4259CA9BB5}" dt="2020-08-09T00:25:03.762" v="107" actId="478"/>
          <ac:graphicFrameMkLst>
            <pc:docMk/>
            <pc:sldMk cId="188382524" sldId="526"/>
            <ac:graphicFrameMk id="3" creationId="{5A73ED15-37CA-4098-AB6B-AD83EEBCA2BC}"/>
          </ac:graphicFrameMkLst>
        </pc:graphicFrameChg>
      </pc:sldChg>
      <pc:sldChg chg="add del">
        <pc:chgData name="Siva Kesava" userId="40b7196834f13e16" providerId="LiveId" clId="{F61DD0D3-DB47-416F-8546-5C4259CA9BB5}" dt="2020-08-09T00:25:47.519" v="113" actId="47"/>
        <pc:sldMkLst>
          <pc:docMk/>
          <pc:sldMk cId="1405597024" sldId="527"/>
        </pc:sldMkLst>
      </pc:sldChg>
      <pc:sldChg chg="modSp add">
        <pc:chgData name="Siva Kesava" userId="40b7196834f13e16" providerId="LiveId" clId="{F61DD0D3-DB47-416F-8546-5C4259CA9BB5}" dt="2020-08-09T00:26:17.825" v="118" actId="2711"/>
        <pc:sldMkLst>
          <pc:docMk/>
          <pc:sldMk cId="2171443550" sldId="527"/>
        </pc:sldMkLst>
        <pc:spChg chg="mod">
          <ac:chgData name="Siva Kesava" userId="40b7196834f13e16" providerId="LiveId" clId="{F61DD0D3-DB47-416F-8546-5C4259CA9BB5}" dt="2020-08-09T00:26:17.825" v="118" actId="2711"/>
          <ac:spMkLst>
            <pc:docMk/>
            <pc:sldMk cId="2171443550" sldId="527"/>
            <ac:spMk id="9" creationId="{BA8CC8A7-534A-430C-8314-67B393D691F9}"/>
          </ac:spMkLst>
        </pc:spChg>
        <pc:cxnChg chg="mod">
          <ac:chgData name="Siva Kesava" userId="40b7196834f13e16" providerId="LiveId" clId="{F61DD0D3-DB47-416F-8546-5C4259CA9BB5}" dt="2020-08-09T00:26:12.330" v="117" actId="20577"/>
          <ac:cxnSpMkLst>
            <pc:docMk/>
            <pc:sldMk cId="2171443550" sldId="527"/>
            <ac:cxnSpMk id="11" creationId="{61D046A1-ECE3-4792-83CD-967F193B2339}"/>
          </ac:cxnSpMkLst>
        </pc:cxnChg>
      </pc:sldChg>
      <pc:sldChg chg="addSp delSp modSp add mod">
        <pc:chgData name="Siva Kesava" userId="40b7196834f13e16" providerId="LiveId" clId="{F61DD0D3-DB47-416F-8546-5C4259CA9BB5}" dt="2020-08-09T00:29:48.161" v="123" actId="2711"/>
        <pc:sldMkLst>
          <pc:docMk/>
          <pc:sldMk cId="3959220213" sldId="528"/>
        </pc:sldMkLst>
        <pc:graphicFrameChg chg="del">
          <ac:chgData name="Siva Kesava" userId="40b7196834f13e16" providerId="LiveId" clId="{F61DD0D3-DB47-416F-8546-5C4259CA9BB5}" dt="2020-08-09T00:29:41.817" v="122" actId="478"/>
          <ac:graphicFrameMkLst>
            <pc:docMk/>
            <pc:sldMk cId="3959220213" sldId="528"/>
            <ac:graphicFrameMk id="2" creationId="{C2EB5C97-DC3C-4EBE-BF9C-052695E058E6}"/>
          </ac:graphicFrameMkLst>
        </pc:graphicFrameChg>
        <pc:graphicFrameChg chg="add modGraphic">
          <ac:chgData name="Siva Kesava" userId="40b7196834f13e16" providerId="LiveId" clId="{F61DD0D3-DB47-416F-8546-5C4259CA9BB5}" dt="2020-08-09T00:29:48.161" v="123" actId="2711"/>
          <ac:graphicFrameMkLst>
            <pc:docMk/>
            <pc:sldMk cId="3959220213" sldId="528"/>
            <ac:graphicFrameMk id="3" creationId="{519A7936-7B7A-4462-B4F8-33D11ACF3AFC}"/>
          </ac:graphicFrameMkLst>
        </pc:graphicFrameChg>
      </pc:sldChg>
      <pc:sldChg chg="addSp delSp modSp add mod modAnim">
        <pc:chgData name="Siva Kesava" userId="40b7196834f13e16" providerId="LiveId" clId="{F61DD0D3-DB47-416F-8546-5C4259CA9BB5}" dt="2020-08-09T00:32:38.807" v="145" actId="2711"/>
        <pc:sldMkLst>
          <pc:docMk/>
          <pc:sldMk cId="693498300" sldId="529"/>
        </pc:sldMkLst>
        <pc:spChg chg="mod">
          <ac:chgData name="Siva Kesava" userId="40b7196834f13e16" providerId="LiveId" clId="{F61DD0D3-DB47-416F-8546-5C4259CA9BB5}" dt="2020-08-09T00:31:21.213" v="134" actId="2711"/>
          <ac:spMkLst>
            <pc:docMk/>
            <pc:sldMk cId="693498300" sldId="529"/>
            <ac:spMk id="6" creationId="{EE21784F-6AFD-492F-A425-308A5200A648}"/>
          </ac:spMkLst>
        </pc:spChg>
        <pc:spChg chg="add mod">
          <ac:chgData name="Siva Kesava" userId="40b7196834f13e16" providerId="LiveId" clId="{F61DD0D3-DB47-416F-8546-5C4259CA9BB5}" dt="2020-08-09T00:32:17.133" v="139" actId="2711"/>
          <ac:spMkLst>
            <pc:docMk/>
            <pc:sldMk cId="693498300" sldId="529"/>
            <ac:spMk id="12" creationId="{B06987AB-1CDC-4D39-A67C-0B4A2108318A}"/>
          </ac:spMkLst>
        </pc:spChg>
        <pc:spChg chg="add mod">
          <ac:chgData name="Siva Kesava" userId="40b7196834f13e16" providerId="LiveId" clId="{F61DD0D3-DB47-416F-8546-5C4259CA9BB5}" dt="2020-08-09T00:32:38.807" v="145" actId="2711"/>
          <ac:spMkLst>
            <pc:docMk/>
            <pc:sldMk cId="693498300" sldId="529"/>
            <ac:spMk id="13" creationId="{C061B3F7-6AA9-476A-B756-6FAB67FBA880}"/>
          </ac:spMkLst>
        </pc:spChg>
        <pc:graphicFrameChg chg="add modGraphic">
          <ac:chgData name="Siva Kesava" userId="40b7196834f13e16" providerId="LiveId" clId="{F61DD0D3-DB47-416F-8546-5C4259CA9BB5}" dt="2020-08-09T00:31:28.956" v="135" actId="2711"/>
          <ac:graphicFrameMkLst>
            <pc:docMk/>
            <pc:sldMk cId="693498300" sldId="529"/>
            <ac:graphicFrameMk id="2" creationId="{926F050A-0CEE-4456-BF07-1FD4C5FEC4B0}"/>
          </ac:graphicFrameMkLst>
        </pc:graphicFrameChg>
        <pc:graphicFrameChg chg="del">
          <ac:chgData name="Siva Kesava" userId="40b7196834f13e16" providerId="LiveId" clId="{F61DD0D3-DB47-416F-8546-5C4259CA9BB5}" dt="2020-08-09T00:30:58.042" v="129" actId="478"/>
          <ac:graphicFrameMkLst>
            <pc:docMk/>
            <pc:sldMk cId="693498300" sldId="529"/>
            <ac:graphicFrameMk id="3" creationId="{519A7936-7B7A-4462-B4F8-33D11ACF3AFC}"/>
          </ac:graphicFrameMkLst>
        </pc:graphicFrameChg>
        <pc:cxnChg chg="add mod">
          <ac:chgData name="Siva Kesava" userId="40b7196834f13e16" providerId="LiveId" clId="{F61DD0D3-DB47-416F-8546-5C4259CA9BB5}" dt="2020-08-09T00:30:43.156" v="127"/>
          <ac:cxnSpMkLst>
            <pc:docMk/>
            <pc:sldMk cId="693498300" sldId="529"/>
            <ac:cxnSpMk id="14" creationId="{745851B6-4918-4E88-8449-C0FF97CFD6D2}"/>
          </ac:cxnSpMkLst>
        </pc:cxnChg>
        <pc:cxnChg chg="add mod">
          <ac:chgData name="Siva Kesava" userId="40b7196834f13e16" providerId="LiveId" clId="{F61DD0D3-DB47-416F-8546-5C4259CA9BB5}" dt="2020-08-09T00:30:49.878" v="128"/>
          <ac:cxnSpMkLst>
            <pc:docMk/>
            <pc:sldMk cId="693498300" sldId="529"/>
            <ac:cxnSpMk id="15" creationId="{AD944116-1AD9-4231-B603-9A789F2EFE7A}"/>
          </ac:cxnSpMkLst>
        </pc:cxnChg>
      </pc:sldChg>
      <pc:sldChg chg="addSp delSp add mod modAnim">
        <pc:chgData name="Siva Kesava" userId="40b7196834f13e16" providerId="LiveId" clId="{F61DD0D3-DB47-416F-8546-5C4259CA9BB5}" dt="2020-08-09T00:34:26.084" v="154" actId="22"/>
        <pc:sldMkLst>
          <pc:docMk/>
          <pc:sldMk cId="3292854983" sldId="530"/>
        </pc:sldMkLst>
        <pc:spChg chg="add">
          <ac:chgData name="Siva Kesava" userId="40b7196834f13e16" providerId="LiveId" clId="{F61DD0D3-DB47-416F-8546-5C4259CA9BB5}" dt="2020-08-09T00:34:17.533" v="152" actId="22"/>
          <ac:spMkLst>
            <pc:docMk/>
            <pc:sldMk cId="3292854983" sldId="530"/>
            <ac:spMk id="3" creationId="{ED0FC99C-FA54-490E-B792-DED24FC8F13D}"/>
          </ac:spMkLst>
        </pc:spChg>
        <pc:spChg chg="add">
          <ac:chgData name="Siva Kesava" userId="40b7196834f13e16" providerId="LiveId" clId="{F61DD0D3-DB47-416F-8546-5C4259CA9BB5}" dt="2020-08-09T00:34:26.084" v="154" actId="22"/>
          <ac:spMkLst>
            <pc:docMk/>
            <pc:sldMk cId="3292854983" sldId="530"/>
            <ac:spMk id="4" creationId="{884D1C04-C8F8-40CE-97BE-EA07C6644242}"/>
          </ac:spMkLst>
        </pc:spChg>
        <pc:spChg chg="del">
          <ac:chgData name="Siva Kesava" userId="40b7196834f13e16" providerId="LiveId" clId="{F61DD0D3-DB47-416F-8546-5C4259CA9BB5}" dt="2020-08-09T00:34:25.230" v="153" actId="478"/>
          <ac:spMkLst>
            <pc:docMk/>
            <pc:sldMk cId="3292854983" sldId="530"/>
            <ac:spMk id="55" creationId="{A0AB3814-E878-461B-98D4-58473E244F06}"/>
          </ac:spMkLst>
        </pc:spChg>
        <pc:graphicFrameChg chg="del">
          <ac:chgData name="Siva Kesava" userId="40b7196834f13e16" providerId="LiveId" clId="{F61DD0D3-DB47-416F-8546-5C4259CA9BB5}" dt="2020-08-09T00:34:08.985" v="147" actId="478"/>
          <ac:graphicFrameMkLst>
            <pc:docMk/>
            <pc:sldMk cId="3292854983" sldId="530"/>
            <ac:graphicFrameMk id="2" creationId="{926F050A-0CEE-4456-BF07-1FD4C5FEC4B0}"/>
          </ac:graphicFrameMkLst>
        </pc:graphicFrameChg>
      </pc:sldChg>
      <pc:sldChg chg="addSp delSp modSp add mod modAnim">
        <pc:chgData name="Siva Kesava" userId="40b7196834f13e16" providerId="LiveId" clId="{F61DD0D3-DB47-416F-8546-5C4259CA9BB5}" dt="2020-08-09T00:34:59.608" v="161" actId="207"/>
        <pc:sldMkLst>
          <pc:docMk/>
          <pc:sldMk cId="1487496975" sldId="531"/>
        </pc:sldMkLst>
        <pc:spChg chg="del">
          <ac:chgData name="Siva Kesava" userId="40b7196834f13e16" providerId="LiveId" clId="{F61DD0D3-DB47-416F-8546-5C4259CA9BB5}" dt="2020-08-09T00:34:38.673" v="157" actId="478"/>
          <ac:spMkLst>
            <pc:docMk/>
            <pc:sldMk cId="1487496975" sldId="531"/>
            <ac:spMk id="3" creationId="{ED0FC99C-FA54-490E-B792-DED24FC8F13D}"/>
          </ac:spMkLst>
        </pc:spChg>
        <pc:spChg chg="mod">
          <ac:chgData name="Siva Kesava" userId="40b7196834f13e16" providerId="LiveId" clId="{F61DD0D3-DB47-416F-8546-5C4259CA9BB5}" dt="2020-08-09T00:34:51.605" v="159" actId="207"/>
          <ac:spMkLst>
            <pc:docMk/>
            <pc:sldMk cId="1487496975" sldId="531"/>
            <ac:spMk id="9" creationId="{BA8CC8A7-534A-430C-8314-67B393D691F9}"/>
          </ac:spMkLst>
        </pc:spChg>
        <pc:spChg chg="mod">
          <ac:chgData name="Siva Kesava" userId="40b7196834f13e16" providerId="LiveId" clId="{F61DD0D3-DB47-416F-8546-5C4259CA9BB5}" dt="2020-08-09T00:34:59.608" v="161" actId="207"/>
          <ac:spMkLst>
            <pc:docMk/>
            <pc:sldMk cId="1487496975" sldId="531"/>
            <ac:spMk id="12" creationId="{B06987AB-1CDC-4D39-A67C-0B4A2108318A}"/>
          </ac:spMkLst>
        </pc:spChg>
        <pc:spChg chg="mod">
          <ac:chgData name="Siva Kesava" userId="40b7196834f13e16" providerId="LiveId" clId="{F61DD0D3-DB47-416F-8546-5C4259CA9BB5}" dt="2020-08-09T00:34:56.335" v="160" actId="207"/>
          <ac:spMkLst>
            <pc:docMk/>
            <pc:sldMk cId="1487496975" sldId="531"/>
            <ac:spMk id="13" creationId="{C061B3F7-6AA9-476A-B756-6FAB67FBA880}"/>
          </ac:spMkLst>
        </pc:spChg>
        <pc:spChg chg="add mod">
          <ac:chgData name="Siva Kesava" userId="40b7196834f13e16" providerId="LiveId" clId="{F61DD0D3-DB47-416F-8546-5C4259CA9BB5}" dt="2020-08-09T00:34:39.232" v="158"/>
          <ac:spMkLst>
            <pc:docMk/>
            <pc:sldMk cId="1487496975" sldId="531"/>
            <ac:spMk id="16" creationId="{9174E36C-078D-4E39-BCB0-EB6C7A418B21}"/>
          </ac:spMkLst>
        </pc:spChg>
        <pc:spChg chg="add mod">
          <ac:chgData name="Siva Kesava" userId="40b7196834f13e16" providerId="LiveId" clId="{F61DD0D3-DB47-416F-8546-5C4259CA9BB5}" dt="2020-08-09T00:34:39.232" v="158"/>
          <ac:spMkLst>
            <pc:docMk/>
            <pc:sldMk cId="1487496975" sldId="531"/>
            <ac:spMk id="17" creationId="{CC8E47C3-6949-4A0E-A362-5795563309C9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C5051FE8-FE93-45E1-8B62-C5FE69FCE31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1650730-41E0-4A81-A905-89B2AAED81D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F3273B4-B2D7-4D53-A676-A02AFE444F04}" type="datetimeFigureOut">
              <a:rPr lang="en-US" smtClean="0"/>
              <a:t>8/8/2020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78C8E14-67F5-41E9-88EA-878AC28B03B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8FA0491-3F29-479F-B7B5-57CA0CC7651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272FFD-42E1-485C-A6C3-1CABDC01CF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938957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A803615-387B-4DD0-AC12-C93DDADD0EB1}" type="datetimeFigureOut">
              <a:rPr lang="en-US" smtClean="0"/>
              <a:t>8/8/2020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526EA70-310A-485A-AAE6-FECB997231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91162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26EA70-310A-485A-AAE6-FECB997231EE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829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26EA70-310A-485A-AAE6-FECB997231EE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895195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26EA70-310A-485A-AAE6-FECB997231EE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895195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26EA70-310A-485A-AAE6-FECB997231EE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895195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26EA70-310A-485A-AAE6-FECB997231EE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895195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26EA70-310A-485A-AAE6-FECB997231EE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895195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26EA70-310A-485A-AAE6-FECB997231EE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056581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26EA70-310A-485A-AAE6-FECB997231EE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196671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26EA70-310A-485A-AAE6-FECB997231EE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668672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26EA70-310A-485A-AAE6-FECB997231EE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783942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26EA70-310A-485A-AAE6-FECB997231EE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170428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26EA70-310A-485A-AAE6-FECB997231EE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640901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26EA70-310A-485A-AAE6-FECB997231EE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927486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26EA70-310A-485A-AAE6-FECB997231EE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161327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26EA70-310A-485A-AAE6-FECB997231EE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02178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26EA70-310A-485A-AAE6-FECB997231EE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121116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26EA70-310A-485A-AAE6-FECB997231EE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121116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26EA70-310A-485A-AAE6-FECB997231EE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121116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26EA70-310A-485A-AAE6-FECB997231EE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121116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26EA70-310A-485A-AAE6-FECB997231EE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121116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26EA70-310A-485A-AAE6-FECB997231EE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121116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26EA70-310A-485A-AAE6-FECB997231EE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121116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26EA70-310A-485A-AAE6-FECB997231EE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3853748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26EA70-310A-485A-AAE6-FECB997231EE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5154740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26EA70-310A-485A-AAE6-FECB997231EE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896363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26EA70-310A-485A-AAE6-FECB997231EE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5349793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26EA70-310A-485A-AAE6-FECB997231EE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1331238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26EA70-310A-485A-AAE6-FECB997231EE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0979933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26EA70-310A-485A-AAE6-FECB997231EE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9481395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26EA70-310A-485A-AAE6-FECB997231EE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9284213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26EA70-310A-485A-AAE6-FECB997231EE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8986502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26EA70-310A-485A-AAE6-FECB997231EE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3322900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26EA70-310A-485A-AAE6-FECB997231EE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8608128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26EA70-310A-485A-AAE6-FECB997231EE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3927948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26EA70-310A-485A-AAE6-FECB997231EE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642749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26EA70-310A-485A-AAE6-FECB997231EE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3460544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26EA70-310A-485A-AAE6-FECB997231EE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4659849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26EA70-310A-485A-AAE6-FECB997231EE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8249464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26EA70-310A-485A-AAE6-FECB997231EE}" type="slidenum">
              <a:rPr lang="en-US" smtClean="0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8993443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26EA70-310A-485A-AAE6-FECB997231EE}" type="slidenum">
              <a:rPr lang="en-US" smtClean="0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84990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bg>
      <p:bgPr>
        <a:solidFill>
          <a:schemeClr val="dk1"/>
        </a:solid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" name="Google Shape;16;p3"/>
          <p:cNvCxnSpPr/>
          <p:nvPr/>
        </p:nvCxnSpPr>
        <p:spPr>
          <a:xfrm>
            <a:off x="855912" y="4796667"/>
            <a:ext cx="520400" cy="0"/>
          </a:xfrm>
          <a:prstGeom prst="straightConnector1">
            <a:avLst/>
          </a:prstGeom>
          <a:noFill/>
          <a:ln w="2857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7" name="Google Shape;17;p3"/>
          <p:cNvSpPr txBox="1">
            <a:spLocks noGrp="1"/>
          </p:cNvSpPr>
          <p:nvPr>
            <p:ph type="title"/>
          </p:nvPr>
        </p:nvSpPr>
        <p:spPr>
          <a:xfrm>
            <a:off x="683600" y="2524400"/>
            <a:ext cx="10824800" cy="2030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80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80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80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80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80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80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80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80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8000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63564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bg>
      <p:bgPr>
        <a:solidFill>
          <a:schemeClr val="tx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133"/>
            <a:ext cx="12192000" cy="2282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2" name="Google Shape;12;p2"/>
          <p:cNvSpPr txBox="1">
            <a:spLocks noGrp="1"/>
          </p:cNvSpPr>
          <p:nvPr>
            <p:ph type="ctrTitle"/>
          </p:nvPr>
        </p:nvSpPr>
        <p:spPr>
          <a:xfrm>
            <a:off x="683600" y="2524400"/>
            <a:ext cx="10824800" cy="2030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56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56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56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56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56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56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56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56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5600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ubTitle" idx="1"/>
          </p:nvPr>
        </p:nvSpPr>
        <p:spPr>
          <a:xfrm>
            <a:off x="683600" y="5120852"/>
            <a:ext cx="10824800" cy="105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3200">
                <a:solidFill>
                  <a:schemeClr val="accent2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3200">
                <a:solidFill>
                  <a:schemeClr val="accent2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3200">
                <a:solidFill>
                  <a:schemeClr val="accent2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3200">
                <a:solidFill>
                  <a:schemeClr val="accent2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3200">
                <a:solidFill>
                  <a:schemeClr val="accent2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3200">
                <a:solidFill>
                  <a:schemeClr val="accent2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3200">
                <a:solidFill>
                  <a:schemeClr val="accent2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3200">
                <a:solidFill>
                  <a:schemeClr val="accent2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3200">
                <a:solidFill>
                  <a:schemeClr val="accent2"/>
                </a:solidFill>
              </a:defRPr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42873562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and body" type="tx">
  <p:cSld name="Title and body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/>
          <p:nvPr/>
        </p:nvSpPr>
        <p:spPr>
          <a:xfrm>
            <a:off x="0" y="6727600"/>
            <a:ext cx="12192000" cy="130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1" name="Google Shape;21;p4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81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4"/>
          <p:cNvSpPr txBox="1">
            <a:spLocks noGrp="1"/>
          </p:cNvSpPr>
          <p:nvPr>
            <p:ph type="body" idx="1"/>
          </p:nvPr>
        </p:nvSpPr>
        <p:spPr>
          <a:xfrm>
            <a:off x="415600" y="1562133"/>
            <a:ext cx="11360800" cy="452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57189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1219170" lvl="1" indent="-423323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2pPr>
            <a:lvl3pPr marL="1828754" lvl="2" indent="-423323">
              <a:spcBef>
                <a:spcPts val="2133"/>
              </a:spcBef>
              <a:spcAft>
                <a:spcPts val="0"/>
              </a:spcAft>
              <a:buSzPts val="1400"/>
              <a:buChar char="■"/>
              <a:defRPr/>
            </a:lvl3pPr>
            <a:lvl4pPr marL="2438339" lvl="3" indent="-423323">
              <a:spcBef>
                <a:spcPts val="2133"/>
              </a:spcBef>
              <a:spcAft>
                <a:spcPts val="0"/>
              </a:spcAft>
              <a:buSzPts val="1400"/>
              <a:buChar char="●"/>
              <a:defRPr/>
            </a:lvl4pPr>
            <a:lvl5pPr marL="3047924" lvl="4" indent="-423323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5pPr>
            <a:lvl6pPr marL="3657509" lvl="5" indent="-423323">
              <a:spcBef>
                <a:spcPts val="2133"/>
              </a:spcBef>
              <a:spcAft>
                <a:spcPts val="0"/>
              </a:spcAft>
              <a:buSzPts val="1400"/>
              <a:buChar char="■"/>
              <a:defRPr/>
            </a:lvl6pPr>
            <a:lvl7pPr marL="4267093" lvl="6" indent="-423323">
              <a:spcBef>
                <a:spcPts val="2133"/>
              </a:spcBef>
              <a:spcAft>
                <a:spcPts val="0"/>
              </a:spcAft>
              <a:buSzPts val="1400"/>
              <a:buChar char="●"/>
              <a:defRPr/>
            </a:lvl7pPr>
            <a:lvl8pPr marL="4876678" lvl="7" indent="-423323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8pPr>
            <a:lvl9pPr marL="5486263" lvl="8" indent="-423323">
              <a:spcBef>
                <a:spcPts val="2133"/>
              </a:spcBef>
              <a:spcAft>
                <a:spcPts val="2133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" name="Slide Number Placeholder 12">
            <a:extLst>
              <a:ext uri="{FF2B5EF4-FFF2-40B4-BE49-F238E27FC236}">
                <a16:creationId xmlns:a16="http://schemas.microsoft.com/office/drawing/2014/main" id="{AD6A48BA-46F2-4591-874F-41137EBD1C39}"/>
              </a:ext>
            </a:extLst>
          </p:cNvPr>
          <p:cNvSpPr txBox="1">
            <a:spLocks/>
          </p:cNvSpPr>
          <p:nvPr userDrawn="1"/>
        </p:nvSpPr>
        <p:spPr>
          <a:xfrm>
            <a:off x="11716512" y="81948"/>
            <a:ext cx="379878" cy="308195"/>
          </a:xfrm>
          <a:prstGeom prst="roundRect">
            <a:avLst/>
          </a:prstGeom>
          <a:solidFill>
            <a:srgbClr val="26A69A"/>
          </a:solidFill>
        </p:spPr>
        <p:txBody>
          <a:bodyPr lIns="0" tIns="0" rIns="0" bIns="0" anchor="ctr" anchorCtr="1"/>
          <a:lstStyle>
            <a:defPPr>
              <a:defRPr lang="en-US"/>
            </a:defPPr>
            <a:lvl1pPr marL="0" algn="l" defTabSz="457200" rtl="0" eaLnBrk="1" latinLnBrk="0" hangingPunct="1">
              <a:defRPr sz="20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A98EE3D-8CD1-4C3F-BD1C-C98C9596463C}" type="slidenum">
              <a:rPr lang="en-US" smtClean="0">
                <a:latin typeface="Gill Sans MT" panose="020B0502020104020203"/>
              </a:rPr>
              <a:pPr/>
              <a:t>‹#›</a:t>
            </a:fld>
            <a:endParaRPr lang="en-US">
              <a:latin typeface="Gill Sans MT" panose="020B0502020104020203"/>
            </a:endParaRPr>
          </a:p>
        </p:txBody>
      </p:sp>
    </p:spTree>
    <p:extLst>
      <p:ext uri="{BB962C8B-B14F-4D97-AF65-F5344CB8AC3E}">
        <p14:creationId xmlns:p14="http://schemas.microsoft.com/office/powerpoint/2010/main" val="29457786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 and two columns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81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5"/>
          <p:cNvSpPr txBox="1">
            <a:spLocks noGrp="1"/>
          </p:cNvSpPr>
          <p:nvPr>
            <p:ph type="body" idx="1"/>
          </p:nvPr>
        </p:nvSpPr>
        <p:spPr>
          <a:xfrm>
            <a:off x="415600" y="1562233"/>
            <a:ext cx="5333200" cy="452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23323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67"/>
            </a:lvl1pPr>
            <a:lvl2pPr marL="1219170" lvl="1" indent="-406390">
              <a:spcBef>
                <a:spcPts val="2133"/>
              </a:spcBef>
              <a:spcAft>
                <a:spcPts val="0"/>
              </a:spcAft>
              <a:buSzPts val="1200"/>
              <a:buChar char="○"/>
              <a:defRPr sz="1600"/>
            </a:lvl2pPr>
            <a:lvl3pPr marL="1828754" lvl="2" indent="-406390">
              <a:spcBef>
                <a:spcPts val="2133"/>
              </a:spcBef>
              <a:spcAft>
                <a:spcPts val="0"/>
              </a:spcAft>
              <a:buSzPts val="1200"/>
              <a:buChar char="■"/>
              <a:defRPr sz="1600"/>
            </a:lvl3pPr>
            <a:lvl4pPr marL="2438339" lvl="3" indent="-406390">
              <a:spcBef>
                <a:spcPts val="2133"/>
              </a:spcBef>
              <a:spcAft>
                <a:spcPts val="0"/>
              </a:spcAft>
              <a:buSzPts val="1200"/>
              <a:buChar char="●"/>
              <a:defRPr sz="1600"/>
            </a:lvl4pPr>
            <a:lvl5pPr marL="3047924" lvl="4" indent="-406390">
              <a:spcBef>
                <a:spcPts val="2133"/>
              </a:spcBef>
              <a:spcAft>
                <a:spcPts val="0"/>
              </a:spcAft>
              <a:buSzPts val="1200"/>
              <a:buChar char="○"/>
              <a:defRPr sz="1600"/>
            </a:lvl5pPr>
            <a:lvl6pPr marL="3657509" lvl="5" indent="-406390">
              <a:spcBef>
                <a:spcPts val="2133"/>
              </a:spcBef>
              <a:spcAft>
                <a:spcPts val="0"/>
              </a:spcAft>
              <a:buSzPts val="1200"/>
              <a:buChar char="■"/>
              <a:defRPr sz="1600"/>
            </a:lvl6pPr>
            <a:lvl7pPr marL="4267093" lvl="6" indent="-406390">
              <a:spcBef>
                <a:spcPts val="2133"/>
              </a:spcBef>
              <a:spcAft>
                <a:spcPts val="0"/>
              </a:spcAft>
              <a:buSzPts val="1200"/>
              <a:buChar char="●"/>
              <a:defRPr sz="1600"/>
            </a:lvl7pPr>
            <a:lvl8pPr marL="4876678" lvl="7" indent="-406390">
              <a:spcBef>
                <a:spcPts val="2133"/>
              </a:spcBef>
              <a:spcAft>
                <a:spcPts val="0"/>
              </a:spcAft>
              <a:buSzPts val="1200"/>
              <a:buChar char="○"/>
              <a:defRPr sz="1600"/>
            </a:lvl8pPr>
            <a:lvl9pPr marL="5486263" lvl="8" indent="-406390">
              <a:spcBef>
                <a:spcPts val="2133"/>
              </a:spcBef>
              <a:spcAft>
                <a:spcPts val="2133"/>
              </a:spcAft>
              <a:buSzPts val="1200"/>
              <a:buChar char="■"/>
              <a:defRPr sz="1600"/>
            </a:lvl9pPr>
          </a:lstStyle>
          <a:p>
            <a:endParaRPr/>
          </a:p>
        </p:txBody>
      </p:sp>
      <p:sp>
        <p:nvSpPr>
          <p:cNvPr id="27" name="Google Shape;27;p5"/>
          <p:cNvSpPr txBox="1">
            <a:spLocks noGrp="1"/>
          </p:cNvSpPr>
          <p:nvPr>
            <p:ph type="body" idx="2"/>
          </p:nvPr>
        </p:nvSpPr>
        <p:spPr>
          <a:xfrm>
            <a:off x="6443200" y="1562233"/>
            <a:ext cx="5333200" cy="452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23323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67"/>
            </a:lvl1pPr>
            <a:lvl2pPr marL="1219170" lvl="1" indent="-406390">
              <a:spcBef>
                <a:spcPts val="2133"/>
              </a:spcBef>
              <a:spcAft>
                <a:spcPts val="0"/>
              </a:spcAft>
              <a:buSzPts val="1200"/>
              <a:buChar char="○"/>
              <a:defRPr sz="1600"/>
            </a:lvl2pPr>
            <a:lvl3pPr marL="1828754" lvl="2" indent="-406390">
              <a:spcBef>
                <a:spcPts val="2133"/>
              </a:spcBef>
              <a:spcAft>
                <a:spcPts val="0"/>
              </a:spcAft>
              <a:buSzPts val="1200"/>
              <a:buChar char="■"/>
              <a:defRPr sz="1600"/>
            </a:lvl3pPr>
            <a:lvl4pPr marL="2438339" lvl="3" indent="-406390">
              <a:spcBef>
                <a:spcPts val="2133"/>
              </a:spcBef>
              <a:spcAft>
                <a:spcPts val="0"/>
              </a:spcAft>
              <a:buSzPts val="1200"/>
              <a:buChar char="●"/>
              <a:defRPr sz="1600"/>
            </a:lvl4pPr>
            <a:lvl5pPr marL="3047924" lvl="4" indent="-406390">
              <a:spcBef>
                <a:spcPts val="2133"/>
              </a:spcBef>
              <a:spcAft>
                <a:spcPts val="0"/>
              </a:spcAft>
              <a:buSzPts val="1200"/>
              <a:buChar char="○"/>
              <a:defRPr sz="1600"/>
            </a:lvl5pPr>
            <a:lvl6pPr marL="3657509" lvl="5" indent="-406390">
              <a:spcBef>
                <a:spcPts val="2133"/>
              </a:spcBef>
              <a:spcAft>
                <a:spcPts val="0"/>
              </a:spcAft>
              <a:buSzPts val="1200"/>
              <a:buChar char="■"/>
              <a:defRPr sz="1600"/>
            </a:lvl6pPr>
            <a:lvl7pPr marL="4267093" lvl="6" indent="-406390">
              <a:spcBef>
                <a:spcPts val="2133"/>
              </a:spcBef>
              <a:spcAft>
                <a:spcPts val="0"/>
              </a:spcAft>
              <a:buSzPts val="1200"/>
              <a:buChar char="●"/>
              <a:defRPr sz="1600"/>
            </a:lvl7pPr>
            <a:lvl8pPr marL="4876678" lvl="7" indent="-406390">
              <a:spcBef>
                <a:spcPts val="2133"/>
              </a:spcBef>
              <a:spcAft>
                <a:spcPts val="0"/>
              </a:spcAft>
              <a:buSzPts val="1200"/>
              <a:buChar char="○"/>
              <a:defRPr sz="1600"/>
            </a:lvl8pPr>
            <a:lvl9pPr marL="5486263" lvl="8" indent="-406390">
              <a:spcBef>
                <a:spcPts val="2133"/>
              </a:spcBef>
              <a:spcAft>
                <a:spcPts val="2133"/>
              </a:spcAft>
              <a:buSzPts val="1200"/>
              <a:buChar char="■"/>
              <a:defRPr sz="16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873014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81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6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5365700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 column tex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7"/>
          <p:cNvSpPr txBox="1">
            <a:spLocks noGrp="1"/>
          </p:cNvSpPr>
          <p:nvPr>
            <p:ph type="title"/>
          </p:nvPr>
        </p:nvSpPr>
        <p:spPr>
          <a:xfrm>
            <a:off x="415600" y="740800"/>
            <a:ext cx="3744000" cy="100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endParaRPr/>
          </a:p>
        </p:txBody>
      </p:sp>
      <p:sp>
        <p:nvSpPr>
          <p:cNvPr id="34" name="Google Shape;34;p7"/>
          <p:cNvSpPr txBox="1">
            <a:spLocks noGrp="1"/>
          </p:cNvSpPr>
          <p:nvPr>
            <p:ph type="body" idx="1"/>
          </p:nvPr>
        </p:nvSpPr>
        <p:spPr>
          <a:xfrm>
            <a:off x="415600" y="1852800"/>
            <a:ext cx="3744000" cy="423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0639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1pPr>
            <a:lvl2pPr marL="1219170" lvl="1" indent="-406390">
              <a:spcBef>
                <a:spcPts val="2133"/>
              </a:spcBef>
              <a:spcAft>
                <a:spcPts val="0"/>
              </a:spcAft>
              <a:buSzPts val="1200"/>
              <a:buChar char="○"/>
              <a:defRPr sz="1600"/>
            </a:lvl2pPr>
            <a:lvl3pPr marL="1828754" lvl="2" indent="-406390">
              <a:spcBef>
                <a:spcPts val="2133"/>
              </a:spcBef>
              <a:spcAft>
                <a:spcPts val="0"/>
              </a:spcAft>
              <a:buSzPts val="1200"/>
              <a:buChar char="■"/>
              <a:defRPr sz="1600"/>
            </a:lvl3pPr>
            <a:lvl4pPr marL="2438339" lvl="3" indent="-406390">
              <a:spcBef>
                <a:spcPts val="2133"/>
              </a:spcBef>
              <a:spcAft>
                <a:spcPts val="0"/>
              </a:spcAft>
              <a:buSzPts val="1200"/>
              <a:buChar char="●"/>
              <a:defRPr sz="1600"/>
            </a:lvl4pPr>
            <a:lvl5pPr marL="3047924" lvl="4" indent="-406390">
              <a:spcBef>
                <a:spcPts val="2133"/>
              </a:spcBef>
              <a:spcAft>
                <a:spcPts val="0"/>
              </a:spcAft>
              <a:buSzPts val="1200"/>
              <a:buChar char="○"/>
              <a:defRPr sz="1600"/>
            </a:lvl5pPr>
            <a:lvl6pPr marL="3657509" lvl="5" indent="-406390">
              <a:spcBef>
                <a:spcPts val="2133"/>
              </a:spcBef>
              <a:spcAft>
                <a:spcPts val="0"/>
              </a:spcAft>
              <a:buSzPts val="1200"/>
              <a:buChar char="■"/>
              <a:defRPr sz="1600"/>
            </a:lvl6pPr>
            <a:lvl7pPr marL="4267093" lvl="6" indent="-406390">
              <a:spcBef>
                <a:spcPts val="2133"/>
              </a:spcBef>
              <a:spcAft>
                <a:spcPts val="0"/>
              </a:spcAft>
              <a:buSzPts val="1200"/>
              <a:buChar char="●"/>
              <a:defRPr sz="1600"/>
            </a:lvl7pPr>
            <a:lvl8pPr marL="4876678" lvl="7" indent="-406390">
              <a:spcBef>
                <a:spcPts val="2133"/>
              </a:spcBef>
              <a:spcAft>
                <a:spcPts val="0"/>
              </a:spcAft>
              <a:buSzPts val="1200"/>
              <a:buChar char="○"/>
              <a:defRPr sz="1600"/>
            </a:lvl8pPr>
            <a:lvl9pPr marL="5486263" lvl="8" indent="-406390">
              <a:spcBef>
                <a:spcPts val="2133"/>
              </a:spcBef>
              <a:spcAft>
                <a:spcPts val="2133"/>
              </a:spcAft>
              <a:buSzPts val="1200"/>
              <a:buChar char="■"/>
              <a:defRPr sz="1600"/>
            </a:lvl9pPr>
          </a:lstStyle>
          <a:p>
            <a:endParaRPr/>
          </a:p>
        </p:txBody>
      </p:sp>
      <p:sp>
        <p:nvSpPr>
          <p:cNvPr id="35" name="Google Shape;35;p7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9553403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 point">
    <p:bg>
      <p:bgPr>
        <a:solidFill>
          <a:schemeClr val="lt2"/>
        </a:solidFill>
        <a:effectLst/>
      </p:bgPr>
    </p:bg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8"/>
          <p:cNvSpPr txBox="1">
            <a:spLocks noGrp="1"/>
          </p:cNvSpPr>
          <p:nvPr>
            <p:ph type="title"/>
          </p:nvPr>
        </p:nvSpPr>
        <p:spPr>
          <a:xfrm>
            <a:off x="653667" y="701800"/>
            <a:ext cx="7472000" cy="5454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72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72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72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72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72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72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72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72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7200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38" name="Google Shape;38;p8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4569670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 title and description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9"/>
          <p:cNvSpPr/>
          <p:nvPr/>
        </p:nvSpPr>
        <p:spPr>
          <a:xfrm>
            <a:off x="6096000" y="-33"/>
            <a:ext cx="6096000" cy="6858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cxnSp>
        <p:nvCxnSpPr>
          <p:cNvPr id="41" name="Google Shape;41;p9"/>
          <p:cNvCxnSpPr/>
          <p:nvPr/>
        </p:nvCxnSpPr>
        <p:spPr>
          <a:xfrm>
            <a:off x="6706233" y="5994000"/>
            <a:ext cx="915200" cy="0"/>
          </a:xfrm>
          <a:prstGeom prst="straightConnector1">
            <a:avLst/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2" name="Google Shape;42;p9"/>
          <p:cNvSpPr txBox="1">
            <a:spLocks noGrp="1"/>
          </p:cNvSpPr>
          <p:nvPr>
            <p:ph type="title"/>
          </p:nvPr>
        </p:nvSpPr>
        <p:spPr>
          <a:xfrm>
            <a:off x="354000" y="1843133"/>
            <a:ext cx="5393600" cy="177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5600"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5600"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5600"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5600"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5600"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5600"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5600"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5600"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5600"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43" name="Google Shape;43;p9"/>
          <p:cNvSpPr txBox="1">
            <a:spLocks noGrp="1"/>
          </p:cNvSpPr>
          <p:nvPr>
            <p:ph type="subTitle" idx="1"/>
          </p:nvPr>
        </p:nvSpPr>
        <p:spPr>
          <a:xfrm>
            <a:off x="354000" y="3692001"/>
            <a:ext cx="5393600" cy="179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9pPr>
          </a:lstStyle>
          <a:p>
            <a:endParaRPr/>
          </a:p>
        </p:txBody>
      </p:sp>
      <p:sp>
        <p:nvSpPr>
          <p:cNvPr id="44" name="Google Shape;44;p9"/>
          <p:cNvSpPr txBox="1">
            <a:spLocks noGrp="1"/>
          </p:cNvSpPr>
          <p:nvPr>
            <p:ph type="body" idx="2"/>
          </p:nvPr>
        </p:nvSpPr>
        <p:spPr>
          <a:xfrm>
            <a:off x="6586000" y="965600"/>
            <a:ext cx="5116000" cy="4926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609585" lvl="0" indent="-457189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  <a:defRPr>
                <a:solidFill>
                  <a:schemeClr val="accent1"/>
                </a:solidFill>
              </a:defRPr>
            </a:lvl1pPr>
            <a:lvl2pPr marL="1219170" lvl="1" indent="-423323">
              <a:spcBef>
                <a:spcPts val="2133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</a:defRPr>
            </a:lvl2pPr>
            <a:lvl3pPr marL="1828754" lvl="2" indent="-423323">
              <a:spcBef>
                <a:spcPts val="2133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</a:defRPr>
            </a:lvl3pPr>
            <a:lvl4pPr marL="2438339" lvl="3" indent="-423323">
              <a:spcBef>
                <a:spcPts val="2133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</a:defRPr>
            </a:lvl4pPr>
            <a:lvl5pPr marL="3047924" lvl="4" indent="-423323">
              <a:spcBef>
                <a:spcPts val="2133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</a:defRPr>
            </a:lvl5pPr>
            <a:lvl6pPr marL="3657509" lvl="5" indent="-423323">
              <a:spcBef>
                <a:spcPts val="2133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</a:defRPr>
            </a:lvl6pPr>
            <a:lvl7pPr marL="4267093" lvl="6" indent="-423323">
              <a:spcBef>
                <a:spcPts val="2133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</a:defRPr>
            </a:lvl7pPr>
            <a:lvl8pPr marL="4876678" lvl="7" indent="-423323">
              <a:spcBef>
                <a:spcPts val="2133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</a:defRPr>
            </a:lvl8pPr>
            <a:lvl9pPr marL="5486263" lvl="8" indent="-423323">
              <a:spcBef>
                <a:spcPts val="2133"/>
              </a:spcBef>
              <a:spcAft>
                <a:spcPts val="2133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45" name="Google Shape;45;p9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4821988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0"/>
          <p:cNvSpPr txBox="1">
            <a:spLocks noGrp="1"/>
          </p:cNvSpPr>
          <p:nvPr>
            <p:ph type="body" idx="1"/>
          </p:nvPr>
        </p:nvSpPr>
        <p:spPr>
          <a:xfrm>
            <a:off x="415600" y="5640767"/>
            <a:ext cx="7998400" cy="806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609585" lvl="0" indent="-30479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8" name="Google Shape;48;p10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2258242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 number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 txBox="1">
            <a:spLocks noGrp="1"/>
          </p:cNvSpPr>
          <p:nvPr>
            <p:ph type="title" hasCustomPrompt="1"/>
          </p:nvPr>
        </p:nvSpPr>
        <p:spPr>
          <a:xfrm>
            <a:off x="415600" y="1386200"/>
            <a:ext cx="11360800" cy="2808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0"/>
              <a:buNone/>
              <a:defRPr sz="18666" b="1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0"/>
              <a:buNone/>
              <a:defRPr sz="18666" b="1"/>
            </a:lvl2pPr>
            <a:lvl3pPr lvl="2" algn="ctr">
              <a:spcBef>
                <a:spcPts val="0"/>
              </a:spcBef>
              <a:spcAft>
                <a:spcPts val="0"/>
              </a:spcAft>
              <a:buSzPts val="14000"/>
              <a:buNone/>
              <a:defRPr sz="18666" b="1"/>
            </a:lvl3pPr>
            <a:lvl4pPr lvl="3" algn="ctr">
              <a:spcBef>
                <a:spcPts val="0"/>
              </a:spcBef>
              <a:spcAft>
                <a:spcPts val="0"/>
              </a:spcAft>
              <a:buSzPts val="14000"/>
              <a:buNone/>
              <a:defRPr sz="18666" b="1"/>
            </a:lvl4pPr>
            <a:lvl5pPr lvl="4" algn="ctr">
              <a:spcBef>
                <a:spcPts val="0"/>
              </a:spcBef>
              <a:spcAft>
                <a:spcPts val="0"/>
              </a:spcAft>
              <a:buSzPts val="14000"/>
              <a:buNone/>
              <a:defRPr sz="18666" b="1"/>
            </a:lvl5pPr>
            <a:lvl6pPr lvl="5" algn="ctr">
              <a:spcBef>
                <a:spcPts val="0"/>
              </a:spcBef>
              <a:spcAft>
                <a:spcPts val="0"/>
              </a:spcAft>
              <a:buSzPts val="14000"/>
              <a:buNone/>
              <a:defRPr sz="18666" b="1"/>
            </a:lvl6pPr>
            <a:lvl7pPr lvl="6" algn="ctr">
              <a:spcBef>
                <a:spcPts val="0"/>
              </a:spcBef>
              <a:spcAft>
                <a:spcPts val="0"/>
              </a:spcAft>
              <a:buSzPts val="14000"/>
              <a:buNone/>
              <a:defRPr sz="18666" b="1"/>
            </a:lvl7pPr>
            <a:lvl8pPr lvl="7" algn="ctr">
              <a:spcBef>
                <a:spcPts val="0"/>
              </a:spcBef>
              <a:spcAft>
                <a:spcPts val="0"/>
              </a:spcAft>
              <a:buSzPts val="14000"/>
              <a:buNone/>
              <a:defRPr sz="18666" b="1"/>
            </a:lvl8pPr>
            <a:lvl9pPr lvl="8" algn="ctr">
              <a:spcBef>
                <a:spcPts val="0"/>
              </a:spcBef>
              <a:spcAft>
                <a:spcPts val="0"/>
              </a:spcAft>
              <a:buSzPts val="14000"/>
              <a:buNone/>
              <a:defRPr sz="18666" b="1"/>
            </a:lvl9pPr>
          </a:lstStyle>
          <a:p>
            <a:r>
              <a:t>xx%</a:t>
            </a:r>
          </a:p>
        </p:txBody>
      </p:sp>
      <p:sp>
        <p:nvSpPr>
          <p:cNvPr id="51" name="Google Shape;51;p11"/>
          <p:cNvSpPr txBox="1">
            <a:spLocks noGrp="1"/>
          </p:cNvSpPr>
          <p:nvPr>
            <p:ph type="body" idx="1"/>
          </p:nvPr>
        </p:nvSpPr>
        <p:spPr>
          <a:xfrm>
            <a:off x="415600" y="4304567"/>
            <a:ext cx="11360800" cy="173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57189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1219170" lvl="1" indent="-423323" algn="ctr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2pPr>
            <a:lvl3pPr marL="1828754" lvl="2" indent="-423323" algn="ctr">
              <a:spcBef>
                <a:spcPts val="2133"/>
              </a:spcBef>
              <a:spcAft>
                <a:spcPts val="0"/>
              </a:spcAft>
              <a:buSzPts val="1400"/>
              <a:buChar char="■"/>
              <a:defRPr/>
            </a:lvl3pPr>
            <a:lvl4pPr marL="2438339" lvl="3" indent="-423323" algn="ctr">
              <a:spcBef>
                <a:spcPts val="2133"/>
              </a:spcBef>
              <a:spcAft>
                <a:spcPts val="0"/>
              </a:spcAft>
              <a:buSzPts val="1400"/>
              <a:buChar char="●"/>
              <a:defRPr/>
            </a:lvl4pPr>
            <a:lvl5pPr marL="3047924" lvl="4" indent="-423323" algn="ctr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5pPr>
            <a:lvl6pPr marL="3657509" lvl="5" indent="-423323" algn="ctr">
              <a:spcBef>
                <a:spcPts val="2133"/>
              </a:spcBef>
              <a:spcAft>
                <a:spcPts val="0"/>
              </a:spcAft>
              <a:buSzPts val="1400"/>
              <a:buChar char="■"/>
              <a:defRPr/>
            </a:lvl6pPr>
            <a:lvl7pPr marL="4267093" lvl="6" indent="-423323" algn="ctr">
              <a:spcBef>
                <a:spcPts val="2133"/>
              </a:spcBef>
              <a:spcAft>
                <a:spcPts val="0"/>
              </a:spcAft>
              <a:buSzPts val="1400"/>
              <a:buChar char="●"/>
              <a:defRPr/>
            </a:lvl7pPr>
            <a:lvl8pPr marL="4876678" lvl="7" indent="-423323" algn="ctr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8pPr>
            <a:lvl9pPr marL="5486263" lvl="8" indent="-423323" algn="ctr">
              <a:spcBef>
                <a:spcPts val="2133"/>
              </a:spcBef>
              <a:spcAft>
                <a:spcPts val="2133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2" name="Google Shape;52;p11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26473243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2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29940028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81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15600" y="1562133"/>
            <a:ext cx="11360800" cy="45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ld Standard TT"/>
              <a:buChar char="●"/>
              <a:defRPr sz="18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○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■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●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○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■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●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○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Old Standard TT"/>
              <a:buChar char="■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9pPr>
          </a:lstStyle>
          <a:p>
            <a:endParaRPr/>
          </a:p>
        </p:txBody>
      </p:sp>
      <p:sp>
        <p:nvSpPr>
          <p:cNvPr id="2" name="Slide Number Placeholder 12">
            <a:extLst>
              <a:ext uri="{FF2B5EF4-FFF2-40B4-BE49-F238E27FC236}">
                <a16:creationId xmlns:a16="http://schemas.microsoft.com/office/drawing/2014/main" id="{3CFFDF41-F1C8-4502-BF83-3AD3E7EB4A2A}"/>
              </a:ext>
            </a:extLst>
          </p:cNvPr>
          <p:cNvSpPr txBox="1">
            <a:spLocks/>
          </p:cNvSpPr>
          <p:nvPr userDrawn="1"/>
        </p:nvSpPr>
        <p:spPr>
          <a:xfrm>
            <a:off x="11728704" y="81948"/>
            <a:ext cx="367686" cy="283811"/>
          </a:xfrm>
          <a:prstGeom prst="roundRect">
            <a:avLst/>
          </a:prstGeom>
          <a:solidFill>
            <a:srgbClr val="26A69A"/>
          </a:solidFill>
        </p:spPr>
        <p:txBody>
          <a:bodyPr lIns="0" tIns="0" rIns="0" bIns="0" anchor="ctr" anchorCtr="1"/>
          <a:lstStyle>
            <a:defPPr>
              <a:defRPr lang="en-US"/>
            </a:defPPr>
            <a:lvl1pPr marL="0" algn="l" defTabSz="457200" rtl="0" eaLnBrk="1" latinLnBrk="0" hangingPunct="1">
              <a:defRPr sz="20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A98EE3D-8CD1-4C3F-BD1C-C98C9596463C}" type="slidenum">
              <a:rPr lang="en-US" smtClean="0">
                <a:latin typeface="Gill Sans MT" panose="020B0502020104020203"/>
              </a:rPr>
              <a:pPr/>
              <a:t>‹#›</a:t>
            </a:fld>
            <a:endParaRPr lang="en-US">
              <a:latin typeface="Gill Sans MT" panose="020B0502020104020203"/>
            </a:endParaRPr>
          </a:p>
        </p:txBody>
      </p:sp>
    </p:spTree>
    <p:extLst>
      <p:ext uri="{BB962C8B-B14F-4D97-AF65-F5344CB8AC3E}">
        <p14:creationId xmlns:p14="http://schemas.microsoft.com/office/powerpoint/2010/main" val="3558183277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4087" r:id="rId1"/>
    <p:sldLayoutId id="2147484086" r:id="rId2"/>
    <p:sldLayoutId id="2147484088" r:id="rId3"/>
    <p:sldLayoutId id="2147484089" r:id="rId4"/>
    <p:sldLayoutId id="2147484090" r:id="rId5"/>
    <p:sldLayoutId id="2147484091" r:id="rId6"/>
    <p:sldLayoutId id="2147484092" r:id="rId7"/>
    <p:sldLayoutId id="2147484093" r:id="rId8"/>
    <p:sldLayoutId id="2147484094" r:id="rId9"/>
    <p:sldLayoutId id="2147484095" r:id="rId10"/>
    <p:sldLayoutId id="2147484096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3.png"/><Relationship Id="rId3" Type="http://schemas.openxmlformats.org/officeDocument/2006/relationships/notesSlide" Target="../notesSlides/notesSlide2.xml"/><Relationship Id="rId7" Type="http://schemas.openxmlformats.org/officeDocument/2006/relationships/image" Target="../media/image7.png"/><Relationship Id="rId12" Type="http://schemas.openxmlformats.org/officeDocument/2006/relationships/image" Target="../media/image12.png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1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13" Type="http://schemas.openxmlformats.org/officeDocument/2006/relationships/image" Target="../media/image23.jpeg"/><Relationship Id="rId3" Type="http://schemas.openxmlformats.org/officeDocument/2006/relationships/notesSlide" Target="../notesSlides/notesSlide3.xml"/><Relationship Id="rId7" Type="http://schemas.openxmlformats.org/officeDocument/2006/relationships/image" Target="../media/image17.png"/><Relationship Id="rId12" Type="http://schemas.openxmlformats.org/officeDocument/2006/relationships/image" Target="../media/image22.jpeg"/><Relationship Id="rId2" Type="http://schemas.openxmlformats.org/officeDocument/2006/relationships/slideLayout" Target="../slideLayouts/slideLayout3.xml"/><Relationship Id="rId16" Type="http://schemas.microsoft.com/office/2007/relationships/hdphoto" Target="../media/hdphoto1.wdp"/><Relationship Id="rId1" Type="http://schemas.openxmlformats.org/officeDocument/2006/relationships/tags" Target="../tags/tag2.xml"/><Relationship Id="rId6" Type="http://schemas.openxmlformats.org/officeDocument/2006/relationships/image" Target="../media/image16.png"/><Relationship Id="rId11" Type="http://schemas.openxmlformats.org/officeDocument/2006/relationships/image" Target="../media/image21.png"/><Relationship Id="rId5" Type="http://schemas.openxmlformats.org/officeDocument/2006/relationships/image" Target="../media/image15.png"/><Relationship Id="rId15" Type="http://schemas.openxmlformats.org/officeDocument/2006/relationships/image" Target="../media/image25.png"/><Relationship Id="rId10" Type="http://schemas.openxmlformats.org/officeDocument/2006/relationships/image" Target="../media/image20.png"/><Relationship Id="rId4" Type="http://schemas.openxmlformats.org/officeDocument/2006/relationships/image" Target="../media/image14.png"/><Relationship Id="rId9" Type="http://schemas.openxmlformats.org/officeDocument/2006/relationships/image" Target="../media/image19.png"/><Relationship Id="rId14" Type="http://schemas.openxmlformats.org/officeDocument/2006/relationships/image" Target="../media/image2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3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4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5.xml"/><Relationship Id="rId6" Type="http://schemas.openxmlformats.org/officeDocument/2006/relationships/image" Target="../media/image34.jpeg"/><Relationship Id="rId5" Type="http://schemas.openxmlformats.org/officeDocument/2006/relationships/image" Target="../media/image33.jpeg"/><Relationship Id="rId4" Type="http://schemas.openxmlformats.org/officeDocument/2006/relationships/image" Target="../media/image3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4.jpeg"/><Relationship Id="rId4" Type="http://schemas.openxmlformats.org/officeDocument/2006/relationships/image" Target="../media/image33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jpeg"/><Relationship Id="rId3" Type="http://schemas.openxmlformats.org/officeDocument/2006/relationships/notesSlide" Target="../notesSlides/notesSlide10.xml"/><Relationship Id="rId7" Type="http://schemas.openxmlformats.org/officeDocument/2006/relationships/image" Target="../media/image33.jpeg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6.xml"/><Relationship Id="rId6" Type="http://schemas.openxmlformats.org/officeDocument/2006/relationships/image" Target="../media/image36.png"/><Relationship Id="rId5" Type="http://schemas.openxmlformats.org/officeDocument/2006/relationships/image" Target="../media/image32.png"/><Relationship Id="rId4" Type="http://schemas.openxmlformats.org/officeDocument/2006/relationships/image" Target="../media/image35.jpe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jpeg"/><Relationship Id="rId3" Type="http://schemas.openxmlformats.org/officeDocument/2006/relationships/notesSlide" Target="../notesSlides/notesSlide11.xml"/><Relationship Id="rId7" Type="http://schemas.openxmlformats.org/officeDocument/2006/relationships/image" Target="../media/image33.jpeg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7.xml"/><Relationship Id="rId6" Type="http://schemas.openxmlformats.org/officeDocument/2006/relationships/image" Target="../media/image36.png"/><Relationship Id="rId5" Type="http://schemas.openxmlformats.org/officeDocument/2006/relationships/image" Target="../media/image32.png"/><Relationship Id="rId10" Type="http://schemas.openxmlformats.org/officeDocument/2006/relationships/image" Target="../media/image38.png"/><Relationship Id="rId4" Type="http://schemas.openxmlformats.org/officeDocument/2006/relationships/image" Target="../media/image35.jpeg"/><Relationship Id="rId9" Type="http://schemas.openxmlformats.org/officeDocument/2006/relationships/image" Target="../media/image37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png"/><Relationship Id="rId13" Type="http://schemas.openxmlformats.org/officeDocument/2006/relationships/image" Target="../media/image450.png"/><Relationship Id="rId3" Type="http://schemas.openxmlformats.org/officeDocument/2006/relationships/notesSlide" Target="../notesSlides/notesSlide12.xml"/><Relationship Id="rId7" Type="http://schemas.openxmlformats.org/officeDocument/2006/relationships/image" Target="../media/image41.png"/><Relationship Id="rId12" Type="http://schemas.openxmlformats.org/officeDocument/2006/relationships/image" Target="../media/image440.png"/><Relationship Id="rId2" Type="http://schemas.openxmlformats.org/officeDocument/2006/relationships/slideLayout" Target="../slideLayouts/slideLayout3.xml"/><Relationship Id="rId16" Type="http://schemas.openxmlformats.org/officeDocument/2006/relationships/image" Target="../media/image48.png"/><Relationship Id="rId1" Type="http://schemas.openxmlformats.org/officeDocument/2006/relationships/tags" Target="../tags/tag8.xml"/><Relationship Id="rId6" Type="http://schemas.openxmlformats.org/officeDocument/2006/relationships/image" Target="../media/image40.png"/><Relationship Id="rId11" Type="http://schemas.openxmlformats.org/officeDocument/2006/relationships/image" Target="../media/image45.png"/><Relationship Id="rId5" Type="http://schemas.openxmlformats.org/officeDocument/2006/relationships/image" Target="../media/image39.png"/><Relationship Id="rId15" Type="http://schemas.openxmlformats.org/officeDocument/2006/relationships/image" Target="../media/image47.png"/><Relationship Id="rId10" Type="http://schemas.openxmlformats.org/officeDocument/2006/relationships/image" Target="../media/image44.png"/><Relationship Id="rId4" Type="http://schemas.openxmlformats.org/officeDocument/2006/relationships/image" Target="../media/image32.png"/><Relationship Id="rId9" Type="http://schemas.openxmlformats.org/officeDocument/2006/relationships/image" Target="../media/image43.png"/><Relationship Id="rId14" Type="http://schemas.openxmlformats.org/officeDocument/2006/relationships/image" Target="../media/image46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.png"/><Relationship Id="rId13" Type="http://schemas.openxmlformats.org/officeDocument/2006/relationships/image" Target="../media/image430.png"/><Relationship Id="rId3" Type="http://schemas.openxmlformats.org/officeDocument/2006/relationships/image" Target="../media/image32.png"/><Relationship Id="rId7" Type="http://schemas.openxmlformats.org/officeDocument/2006/relationships/image" Target="../media/image52.png"/><Relationship Id="rId12" Type="http://schemas.openxmlformats.org/officeDocument/2006/relationships/image" Target="../media/image42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1.png"/><Relationship Id="rId11" Type="http://schemas.openxmlformats.org/officeDocument/2006/relationships/image" Target="../media/image41.png"/><Relationship Id="rId5" Type="http://schemas.openxmlformats.org/officeDocument/2006/relationships/image" Target="../media/image50.png"/><Relationship Id="rId10" Type="http://schemas.openxmlformats.org/officeDocument/2006/relationships/image" Target="../media/image400.png"/><Relationship Id="rId4" Type="http://schemas.openxmlformats.org/officeDocument/2006/relationships/image" Target="../media/image49.png"/><Relationship Id="rId9" Type="http://schemas.openxmlformats.org/officeDocument/2006/relationships/image" Target="../media/image390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2.png"/><Relationship Id="rId13" Type="http://schemas.openxmlformats.org/officeDocument/2006/relationships/image" Target="../media/image420.png"/><Relationship Id="rId3" Type="http://schemas.openxmlformats.org/officeDocument/2006/relationships/notesSlide" Target="../notesSlides/notesSlide14.xml"/><Relationship Id="rId7" Type="http://schemas.openxmlformats.org/officeDocument/2006/relationships/image" Target="../media/image51.png"/><Relationship Id="rId12" Type="http://schemas.openxmlformats.org/officeDocument/2006/relationships/image" Target="../media/image41.png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9.xml"/><Relationship Id="rId6" Type="http://schemas.openxmlformats.org/officeDocument/2006/relationships/image" Target="../media/image50.png"/><Relationship Id="rId11" Type="http://schemas.openxmlformats.org/officeDocument/2006/relationships/image" Target="../media/image400.png"/><Relationship Id="rId5" Type="http://schemas.openxmlformats.org/officeDocument/2006/relationships/image" Target="../media/image49.png"/><Relationship Id="rId10" Type="http://schemas.openxmlformats.org/officeDocument/2006/relationships/image" Target="../media/image390.png"/><Relationship Id="rId4" Type="http://schemas.openxmlformats.org/officeDocument/2006/relationships/image" Target="../media/image32.png"/><Relationship Id="rId9" Type="http://schemas.openxmlformats.org/officeDocument/2006/relationships/image" Target="../media/image53.png"/><Relationship Id="rId14" Type="http://schemas.openxmlformats.org/officeDocument/2006/relationships/image" Target="../media/image430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.png"/><Relationship Id="rId13" Type="http://schemas.openxmlformats.org/officeDocument/2006/relationships/image" Target="../media/image41.png"/><Relationship Id="rId3" Type="http://schemas.openxmlformats.org/officeDocument/2006/relationships/image" Target="../media/image32.png"/><Relationship Id="rId7" Type="http://schemas.openxmlformats.org/officeDocument/2006/relationships/image" Target="../media/image52.png"/><Relationship Id="rId12" Type="http://schemas.openxmlformats.org/officeDocument/2006/relationships/image" Target="../media/image40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1.png"/><Relationship Id="rId11" Type="http://schemas.openxmlformats.org/officeDocument/2006/relationships/image" Target="../media/image390.png"/><Relationship Id="rId5" Type="http://schemas.openxmlformats.org/officeDocument/2006/relationships/image" Target="../media/image50.png"/><Relationship Id="rId15" Type="http://schemas.openxmlformats.org/officeDocument/2006/relationships/image" Target="../media/image430.png"/><Relationship Id="rId10" Type="http://schemas.openxmlformats.org/officeDocument/2006/relationships/image" Target="../media/image34.jpeg"/><Relationship Id="rId4" Type="http://schemas.openxmlformats.org/officeDocument/2006/relationships/image" Target="../media/image49.png"/><Relationship Id="rId9" Type="http://schemas.openxmlformats.org/officeDocument/2006/relationships/image" Target="../media/image33.jpeg"/><Relationship Id="rId14" Type="http://schemas.openxmlformats.org/officeDocument/2006/relationships/image" Target="../media/image420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jpeg"/><Relationship Id="rId13" Type="http://schemas.openxmlformats.org/officeDocument/2006/relationships/image" Target="../media/image430.png"/><Relationship Id="rId3" Type="http://schemas.openxmlformats.org/officeDocument/2006/relationships/image" Target="../media/image49.png"/><Relationship Id="rId7" Type="http://schemas.openxmlformats.org/officeDocument/2006/relationships/image" Target="../media/image53.png"/><Relationship Id="rId12" Type="http://schemas.openxmlformats.org/officeDocument/2006/relationships/image" Target="../media/image420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2.png"/><Relationship Id="rId11" Type="http://schemas.openxmlformats.org/officeDocument/2006/relationships/image" Target="../media/image41.png"/><Relationship Id="rId5" Type="http://schemas.openxmlformats.org/officeDocument/2006/relationships/image" Target="../media/image51.png"/><Relationship Id="rId10" Type="http://schemas.openxmlformats.org/officeDocument/2006/relationships/image" Target="../media/image400.png"/><Relationship Id="rId4" Type="http://schemas.openxmlformats.org/officeDocument/2006/relationships/image" Target="../media/image50.png"/><Relationship Id="rId9" Type="http://schemas.openxmlformats.org/officeDocument/2006/relationships/image" Target="../media/image39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10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1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12.xml"/><Relationship Id="rId4" Type="http://schemas.openxmlformats.org/officeDocument/2006/relationships/image" Target="../media/image54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4.png"/><Relationship Id="rId3" Type="http://schemas.openxmlformats.org/officeDocument/2006/relationships/image" Target="../media/image55.png"/><Relationship Id="rId7" Type="http://schemas.openxmlformats.org/officeDocument/2006/relationships/image" Target="../media/image59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8.png"/><Relationship Id="rId5" Type="http://schemas.openxmlformats.org/officeDocument/2006/relationships/image" Target="../media/image57.png"/><Relationship Id="rId4" Type="http://schemas.openxmlformats.org/officeDocument/2006/relationships/image" Target="../media/image56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9.png"/><Relationship Id="rId13" Type="http://schemas.openxmlformats.org/officeDocument/2006/relationships/image" Target="../media/image63.png"/><Relationship Id="rId3" Type="http://schemas.openxmlformats.org/officeDocument/2006/relationships/notesSlide" Target="../notesSlides/notesSlide23.xml"/><Relationship Id="rId7" Type="http://schemas.openxmlformats.org/officeDocument/2006/relationships/image" Target="../media/image58.png"/><Relationship Id="rId12" Type="http://schemas.openxmlformats.org/officeDocument/2006/relationships/image" Target="../media/image62.png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13.xml"/><Relationship Id="rId6" Type="http://schemas.openxmlformats.org/officeDocument/2006/relationships/image" Target="../media/image57.png"/><Relationship Id="rId11" Type="http://schemas.openxmlformats.org/officeDocument/2006/relationships/image" Target="../media/image61.png"/><Relationship Id="rId5" Type="http://schemas.openxmlformats.org/officeDocument/2006/relationships/image" Target="../media/image56.png"/><Relationship Id="rId10" Type="http://schemas.openxmlformats.org/officeDocument/2006/relationships/image" Target="../media/image60.png"/><Relationship Id="rId4" Type="http://schemas.openxmlformats.org/officeDocument/2006/relationships/image" Target="../media/image55.png"/><Relationship Id="rId9" Type="http://schemas.openxmlformats.org/officeDocument/2006/relationships/image" Target="../media/image54.png"/><Relationship Id="rId14" Type="http://schemas.openxmlformats.org/officeDocument/2006/relationships/image" Target="../media/image64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9.png"/><Relationship Id="rId3" Type="http://schemas.openxmlformats.org/officeDocument/2006/relationships/notesSlide" Target="../notesSlides/notesSlide24.xml"/><Relationship Id="rId7" Type="http://schemas.openxmlformats.org/officeDocument/2006/relationships/image" Target="../media/image68.png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14.xml"/><Relationship Id="rId6" Type="http://schemas.openxmlformats.org/officeDocument/2006/relationships/image" Target="../media/image67.png"/><Relationship Id="rId5" Type="http://schemas.openxmlformats.org/officeDocument/2006/relationships/image" Target="../media/image66.png"/><Relationship Id="rId4" Type="http://schemas.openxmlformats.org/officeDocument/2006/relationships/image" Target="../media/image65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5.xml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15.xml"/><Relationship Id="rId6" Type="http://schemas.openxmlformats.org/officeDocument/2006/relationships/image" Target="../media/image72.png"/><Relationship Id="rId5" Type="http://schemas.openxmlformats.org/officeDocument/2006/relationships/image" Target="../media/image71.png"/><Relationship Id="rId4" Type="http://schemas.openxmlformats.org/officeDocument/2006/relationships/image" Target="../media/image70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6.xml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16.xml"/><Relationship Id="rId6" Type="http://schemas.openxmlformats.org/officeDocument/2006/relationships/image" Target="../media/image72.png"/><Relationship Id="rId5" Type="http://schemas.openxmlformats.org/officeDocument/2006/relationships/image" Target="../media/image71.png"/><Relationship Id="rId4" Type="http://schemas.openxmlformats.org/officeDocument/2006/relationships/image" Target="../media/image70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7.xml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17.xml"/><Relationship Id="rId6" Type="http://schemas.openxmlformats.org/officeDocument/2006/relationships/image" Target="../media/image73.png"/><Relationship Id="rId5" Type="http://schemas.openxmlformats.org/officeDocument/2006/relationships/image" Target="../media/image71.png"/><Relationship Id="rId4" Type="http://schemas.openxmlformats.org/officeDocument/2006/relationships/image" Target="../media/image70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8.xml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18.xml"/><Relationship Id="rId6" Type="http://schemas.openxmlformats.org/officeDocument/2006/relationships/image" Target="../media/image73.png"/><Relationship Id="rId5" Type="http://schemas.openxmlformats.org/officeDocument/2006/relationships/image" Target="../media/image71.png"/><Relationship Id="rId4" Type="http://schemas.openxmlformats.org/officeDocument/2006/relationships/image" Target="../media/image70.png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6.png"/><Relationship Id="rId3" Type="http://schemas.openxmlformats.org/officeDocument/2006/relationships/notesSlide" Target="../notesSlides/notesSlide29.xml"/><Relationship Id="rId7" Type="http://schemas.openxmlformats.org/officeDocument/2006/relationships/image" Target="../media/image75.png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19.xml"/><Relationship Id="rId6" Type="http://schemas.openxmlformats.org/officeDocument/2006/relationships/image" Target="../media/image73.png"/><Relationship Id="rId5" Type="http://schemas.openxmlformats.org/officeDocument/2006/relationships/image" Target="../media/image74.png"/><Relationship Id="rId4" Type="http://schemas.openxmlformats.org/officeDocument/2006/relationships/image" Target="../media/image70.png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6.png"/><Relationship Id="rId3" Type="http://schemas.openxmlformats.org/officeDocument/2006/relationships/notesSlide" Target="../notesSlides/notesSlide30.xml"/><Relationship Id="rId7" Type="http://schemas.openxmlformats.org/officeDocument/2006/relationships/image" Target="../media/image75.png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20.xml"/><Relationship Id="rId6" Type="http://schemas.openxmlformats.org/officeDocument/2006/relationships/image" Target="../media/image73.png"/><Relationship Id="rId5" Type="http://schemas.openxmlformats.org/officeDocument/2006/relationships/image" Target="../media/image74.png"/><Relationship Id="rId4" Type="http://schemas.openxmlformats.org/officeDocument/2006/relationships/image" Target="../media/image70.png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9.png"/><Relationship Id="rId3" Type="http://schemas.openxmlformats.org/officeDocument/2006/relationships/notesSlide" Target="../notesSlides/notesSlide31.xml"/><Relationship Id="rId7" Type="http://schemas.openxmlformats.org/officeDocument/2006/relationships/image" Target="../media/image78.png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21.xml"/><Relationship Id="rId6" Type="http://schemas.openxmlformats.org/officeDocument/2006/relationships/image" Target="../media/image77.png"/><Relationship Id="rId5" Type="http://schemas.openxmlformats.org/officeDocument/2006/relationships/image" Target="../media/image74.png"/><Relationship Id="rId4" Type="http://schemas.openxmlformats.org/officeDocument/2006/relationships/image" Target="../media/image70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2.xml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22.xml"/><Relationship Id="rId6" Type="http://schemas.openxmlformats.org/officeDocument/2006/relationships/image" Target="../media/image82.png"/><Relationship Id="rId5" Type="http://schemas.openxmlformats.org/officeDocument/2006/relationships/image" Target="../media/image81.png"/><Relationship Id="rId4" Type="http://schemas.openxmlformats.org/officeDocument/2006/relationships/image" Target="../media/image80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3.xml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23.xml"/><Relationship Id="rId4" Type="http://schemas.openxmlformats.org/officeDocument/2006/relationships/image" Target="../media/image83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4.xml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24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5.xml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25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6.xml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26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7.xml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27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8.xml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28.xml"/><Relationship Id="rId4" Type="http://schemas.openxmlformats.org/officeDocument/2006/relationships/image" Target="../media/image84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9.xml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29.xml"/><Relationship Id="rId4" Type="http://schemas.openxmlformats.org/officeDocument/2006/relationships/image" Target="../media/image85.jpe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0.xml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30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1.xml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31.xml"/><Relationship Id="rId5" Type="http://schemas.openxmlformats.org/officeDocument/2006/relationships/image" Target="../media/image86.gif"/><Relationship Id="rId4" Type="http://schemas.openxmlformats.org/officeDocument/2006/relationships/hyperlink" Target="https://github.com/dns-groot/groot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3"/>
          <p:cNvSpPr txBox="1">
            <a:spLocks noGrp="1"/>
          </p:cNvSpPr>
          <p:nvPr>
            <p:ph type="ctrTitle"/>
          </p:nvPr>
        </p:nvSpPr>
        <p:spPr>
          <a:xfrm>
            <a:off x="1003916" y="2279823"/>
            <a:ext cx="10184168" cy="732346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Autofit/>
          </a:bodyPr>
          <a:lstStyle/>
          <a:p>
            <a:r>
              <a:rPr lang="en-US" sz="3600">
                <a:latin typeface="Bookman Old Style" panose="02050604050505020204" pitchFamily="18" charset="0"/>
                <a:cs typeface="Calibri" panose="020F0502020204030204" pitchFamily="34" charset="0"/>
              </a:rPr>
              <a:t>Proactive Verification of DNS Configurations</a:t>
            </a:r>
            <a:endParaRPr sz="3600">
              <a:latin typeface="Bookman Old Style" panose="02050604050505020204" pitchFamily="18" charset="0"/>
              <a:cs typeface="Calibri" panose="020F0502020204030204" pitchFamily="34" charset="0"/>
            </a:endParaRPr>
          </a:p>
        </p:txBody>
      </p:sp>
      <p:sp>
        <p:nvSpPr>
          <p:cNvPr id="4" name="Google Shape;59;p13">
            <a:extLst>
              <a:ext uri="{FF2B5EF4-FFF2-40B4-BE49-F238E27FC236}">
                <a16:creationId xmlns:a16="http://schemas.microsoft.com/office/drawing/2014/main" id="{D7A46BAC-A37E-428F-A096-463C725E3E2B}"/>
              </a:ext>
            </a:extLst>
          </p:cNvPr>
          <p:cNvSpPr txBox="1">
            <a:spLocks/>
          </p:cNvSpPr>
          <p:nvPr/>
        </p:nvSpPr>
        <p:spPr>
          <a:xfrm>
            <a:off x="4334630" y="1377779"/>
            <a:ext cx="3522741" cy="10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Old Standard TT"/>
              <a:buNone/>
              <a:defRPr sz="5600" b="0" i="0" u="none" strike="noStrike" cap="none">
                <a:solidFill>
                  <a:schemeClr val="accent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Old Standard TT"/>
              <a:buNone/>
              <a:defRPr sz="5600" b="0" i="0" u="none" strike="noStrike" cap="none">
                <a:solidFill>
                  <a:schemeClr val="accent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Old Standard TT"/>
              <a:buNone/>
              <a:defRPr sz="5600" b="0" i="0" u="none" strike="noStrike" cap="none">
                <a:solidFill>
                  <a:schemeClr val="accent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Old Standard TT"/>
              <a:buNone/>
              <a:defRPr sz="5600" b="0" i="0" u="none" strike="noStrike" cap="none">
                <a:solidFill>
                  <a:schemeClr val="accent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Old Standard TT"/>
              <a:buNone/>
              <a:defRPr sz="5600" b="0" i="0" u="none" strike="noStrike" cap="none">
                <a:solidFill>
                  <a:schemeClr val="accent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Old Standard TT"/>
              <a:buNone/>
              <a:defRPr sz="5600" b="0" i="0" u="none" strike="noStrike" cap="none">
                <a:solidFill>
                  <a:schemeClr val="accent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Old Standard TT"/>
              <a:buNone/>
              <a:defRPr sz="5600" b="0" i="0" u="none" strike="noStrike" cap="none">
                <a:solidFill>
                  <a:schemeClr val="accent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Old Standard TT"/>
              <a:buNone/>
              <a:defRPr sz="5600" b="0" i="0" u="none" strike="noStrike" cap="none">
                <a:solidFill>
                  <a:schemeClr val="accent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Old Standard TT"/>
              <a:buNone/>
              <a:defRPr sz="5600" b="0" i="0" u="none" strike="noStrike" cap="none">
                <a:solidFill>
                  <a:schemeClr val="accent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9pPr>
          </a:lstStyle>
          <a:p>
            <a:pPr defTabSz="914400"/>
            <a:r>
              <a:rPr lang="en-US" sz="8000" kern="0" cap="small" err="1">
                <a:solidFill>
                  <a:srgbClr val="FFFBF0"/>
                </a:solidFill>
                <a:latin typeface="Palatino Linotype" panose="02040502050505030304" pitchFamily="18" charset="0"/>
                <a:cs typeface="Calibri" panose="020F0502020204030204" pitchFamily="34" charset="0"/>
              </a:rPr>
              <a:t>GRoot</a:t>
            </a:r>
            <a:endParaRPr lang="en-US" sz="8000" kern="0" cap="small">
              <a:solidFill>
                <a:srgbClr val="FFFBF0"/>
              </a:solidFill>
              <a:latin typeface="Palatino Linotype" panose="02040502050505030304" pitchFamily="18" charset="0"/>
              <a:cs typeface="Calibri" panose="020F0502020204030204" pitchFamily="34" charset="0"/>
            </a:endParaRP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DA48B5EE-2E90-4E0A-A728-C110AEBD638F}"/>
              </a:ext>
            </a:extLst>
          </p:cNvPr>
          <p:cNvSpPr/>
          <p:nvPr/>
        </p:nvSpPr>
        <p:spPr>
          <a:xfrm flipV="1">
            <a:off x="4145001" y="3033386"/>
            <a:ext cx="3901998" cy="18288"/>
          </a:xfrm>
          <a:prstGeom prst="roundRect">
            <a:avLst/>
          </a:prstGeom>
          <a:solidFill>
            <a:srgbClr val="26A69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44DD385-F9C0-41EC-BF2B-894E43985173}"/>
              </a:ext>
            </a:extLst>
          </p:cNvPr>
          <p:cNvSpPr txBox="1"/>
          <p:nvPr/>
        </p:nvSpPr>
        <p:spPr>
          <a:xfrm>
            <a:off x="4446002" y="3817192"/>
            <a:ext cx="329999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>
                <a:solidFill>
                  <a:srgbClr val="FFD04B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Calibri" panose="020F0502020204030204" pitchFamily="34" charset="0"/>
              </a:rPr>
              <a:t>Siva Kesava Reddy Kakarla</a:t>
            </a:r>
            <a:r>
              <a:rPr lang="en-US" sz="2000" b="1" baseline="30000">
                <a:solidFill>
                  <a:srgbClr val="FFD04B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Calibri" panose="020F0502020204030204" pitchFamily="34" charset="0"/>
              </a:rPr>
              <a:t>1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762B8DE-98B4-4654-A051-FAFA1F71EED9}"/>
              </a:ext>
            </a:extLst>
          </p:cNvPr>
          <p:cNvSpPr txBox="1"/>
          <p:nvPr/>
        </p:nvSpPr>
        <p:spPr>
          <a:xfrm>
            <a:off x="1707356" y="4301671"/>
            <a:ext cx="167268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Calibri" panose="020F0502020204030204" pitchFamily="34" charset="0"/>
              </a:rPr>
              <a:t>Ryan Beckett</a:t>
            </a:r>
            <a:r>
              <a:rPr lang="en-US" sz="2000" b="1" baseline="30000">
                <a:solidFill>
                  <a:schemeClr val="bg1">
                    <a:lumMod val="7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Calibri" panose="020F0502020204030204" pitchFamily="34" charset="0"/>
              </a:rPr>
              <a:t>2</a:t>
            </a:r>
            <a:endParaRPr lang="en-US" sz="2000">
              <a:solidFill>
                <a:schemeClr val="bg1">
                  <a:lumMod val="75000"/>
                </a:schemeClr>
              </a:solidFill>
              <a:latin typeface="Source Sans Pro" panose="020B0503030403020204" pitchFamily="34" charset="0"/>
              <a:ea typeface="Source Sans Pro" panose="020B0503030403020204" pitchFamily="34" charset="0"/>
              <a:cs typeface="Calibri" panose="020F0502020204030204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983D006-4D7F-4127-9120-1EC2890AA906}"/>
              </a:ext>
            </a:extLst>
          </p:cNvPr>
          <p:cNvSpPr txBox="1"/>
          <p:nvPr/>
        </p:nvSpPr>
        <p:spPr>
          <a:xfrm>
            <a:off x="3915060" y="4301671"/>
            <a:ext cx="17857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err="1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Calibri" panose="020F0502020204030204" pitchFamily="34" charset="0"/>
              </a:rPr>
              <a:t>Behnaz</a:t>
            </a:r>
            <a:r>
              <a:rPr lang="en-US" sz="200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Calibri" panose="020F0502020204030204" pitchFamily="34" charset="0"/>
              </a:rPr>
              <a:t> Arzani</a:t>
            </a:r>
            <a:r>
              <a:rPr lang="en-US" sz="2000" b="1" baseline="30000">
                <a:solidFill>
                  <a:schemeClr val="bg1">
                    <a:lumMod val="7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Calibri" panose="020F0502020204030204" pitchFamily="34" charset="0"/>
              </a:rPr>
              <a:t>2</a:t>
            </a:r>
            <a:endParaRPr lang="en-US" sz="2000">
              <a:solidFill>
                <a:schemeClr val="bg1">
                  <a:lumMod val="75000"/>
                </a:schemeClr>
              </a:solidFill>
              <a:latin typeface="Source Sans Pro" panose="020B0503030403020204" pitchFamily="34" charset="0"/>
              <a:ea typeface="Source Sans Pro" panose="020B0503030403020204" pitchFamily="34" charset="0"/>
              <a:cs typeface="Calibri" panose="020F0502020204030204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F0C74B3-E808-47F7-8659-1E8B227FA2A0}"/>
              </a:ext>
            </a:extLst>
          </p:cNvPr>
          <p:cNvSpPr txBox="1"/>
          <p:nvPr/>
        </p:nvSpPr>
        <p:spPr>
          <a:xfrm>
            <a:off x="6235837" y="4301671"/>
            <a:ext cx="193081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Calibri" panose="020F0502020204030204" pitchFamily="34" charset="0"/>
              </a:rPr>
              <a:t>Todd Millstein</a:t>
            </a:r>
            <a:r>
              <a:rPr lang="en-US" sz="2000" b="1" baseline="30000">
                <a:solidFill>
                  <a:schemeClr val="bg1">
                    <a:lumMod val="7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Calibri" panose="020F0502020204030204" pitchFamily="34" charset="0"/>
              </a:rPr>
              <a:t>1,3</a:t>
            </a:r>
            <a:endParaRPr lang="en-US" sz="2000">
              <a:solidFill>
                <a:schemeClr val="bg1">
                  <a:lumMod val="75000"/>
                </a:schemeClr>
              </a:solidFill>
              <a:latin typeface="Source Sans Pro" panose="020B0503030403020204" pitchFamily="34" charset="0"/>
              <a:ea typeface="Source Sans Pro" panose="020B0503030403020204" pitchFamily="34" charset="0"/>
              <a:cs typeface="Calibri" panose="020F0502020204030204" pitchFamily="34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62C6F61-3980-4B32-906A-75E40C70CF72}"/>
              </a:ext>
            </a:extLst>
          </p:cNvPr>
          <p:cNvSpPr txBox="1"/>
          <p:nvPr/>
        </p:nvSpPr>
        <p:spPr>
          <a:xfrm>
            <a:off x="8701667" y="4301671"/>
            <a:ext cx="212825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Calibri" panose="020F0502020204030204" pitchFamily="34" charset="0"/>
              </a:rPr>
              <a:t>George Varghese</a:t>
            </a:r>
            <a:r>
              <a:rPr lang="en-US" sz="2000" b="1" baseline="30000">
                <a:solidFill>
                  <a:schemeClr val="bg1">
                    <a:lumMod val="7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Calibri" panose="020F0502020204030204" pitchFamily="34" charset="0"/>
              </a:rPr>
              <a:t>1</a:t>
            </a:r>
            <a:endParaRPr lang="en-US" sz="2000">
              <a:solidFill>
                <a:schemeClr val="bg1">
                  <a:lumMod val="75000"/>
                </a:schemeClr>
              </a:solidFill>
              <a:latin typeface="Source Sans Pro" panose="020B0503030403020204" pitchFamily="34" charset="0"/>
              <a:ea typeface="Source Sans Pro" panose="020B0503030403020204" pitchFamily="34" charset="0"/>
              <a:cs typeface="Calibri" panose="020F0502020204030204" pitchFamily="34" charset="0"/>
            </a:endParaRPr>
          </a:p>
        </p:txBody>
      </p:sp>
      <p:pic>
        <p:nvPicPr>
          <p:cNvPr id="26" name="Picture 2" descr="Image result for ucla symbol">
            <a:extLst>
              <a:ext uri="{FF2B5EF4-FFF2-40B4-BE49-F238E27FC236}">
                <a16:creationId xmlns:a16="http://schemas.microsoft.com/office/drawing/2014/main" id="{025111F8-8E57-44EC-99C1-F582B0B118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27767" y="5244428"/>
            <a:ext cx="371260" cy="316346"/>
          </a:xfrm>
          <a:prstGeom prst="ellipse">
            <a:avLst/>
          </a:prstGeom>
          <a:ln w="3175" cap="rnd">
            <a:solidFill>
              <a:schemeClr val="bg1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8" name="Rectangle 27">
            <a:extLst>
              <a:ext uri="{FF2B5EF4-FFF2-40B4-BE49-F238E27FC236}">
                <a16:creationId xmlns:a16="http://schemas.microsoft.com/office/drawing/2014/main" id="{50D0CB7F-17FF-4BFF-B023-66E381FDDA36}"/>
              </a:ext>
            </a:extLst>
          </p:cNvPr>
          <p:cNvSpPr/>
          <p:nvPr/>
        </p:nvSpPr>
        <p:spPr>
          <a:xfrm>
            <a:off x="3464552" y="5216749"/>
            <a:ext cx="311901" cy="2975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baseline="30000">
                <a:solidFill>
                  <a:schemeClr val="bg1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E909C73B-B758-485E-80B8-C24D11FC1BF1}"/>
              </a:ext>
            </a:extLst>
          </p:cNvPr>
          <p:cNvSpPr/>
          <p:nvPr/>
        </p:nvSpPr>
        <p:spPr>
          <a:xfrm>
            <a:off x="4112691" y="5192037"/>
            <a:ext cx="3966619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>
                <a:solidFill>
                  <a:schemeClr val="bg1">
                    <a:lumMod val="7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Calibri" panose="020F0502020204030204" pitchFamily="34" charset="0"/>
              </a:rPr>
              <a:t>University of California, Los Angeles</a:t>
            </a:r>
          </a:p>
        </p:txBody>
      </p:sp>
      <p:pic>
        <p:nvPicPr>
          <p:cNvPr id="32" name="Picture 4" descr="Microsoft logo">
            <a:extLst>
              <a:ext uri="{FF2B5EF4-FFF2-40B4-BE49-F238E27FC236}">
                <a16:creationId xmlns:a16="http://schemas.microsoft.com/office/drawing/2014/main" id="{718E7F0E-D824-4AE1-8CA4-D3B8E23116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32620" y="5680050"/>
            <a:ext cx="360099" cy="3131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4" name="Rectangle 33">
            <a:extLst>
              <a:ext uri="{FF2B5EF4-FFF2-40B4-BE49-F238E27FC236}">
                <a16:creationId xmlns:a16="http://schemas.microsoft.com/office/drawing/2014/main" id="{E0397C21-4204-436D-B3CD-1B36BE5C2092}"/>
              </a:ext>
            </a:extLst>
          </p:cNvPr>
          <p:cNvSpPr/>
          <p:nvPr/>
        </p:nvSpPr>
        <p:spPr>
          <a:xfrm>
            <a:off x="4045761" y="5650863"/>
            <a:ext cx="2526326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>
                <a:solidFill>
                  <a:schemeClr val="bg1">
                    <a:lumMod val="7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Calibri" panose="020F0502020204030204" pitchFamily="34" charset="0"/>
              </a:rPr>
              <a:t>Microsoft Research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7CFA343C-F030-49D5-B682-B3C1C898AE71}"/>
              </a:ext>
            </a:extLst>
          </p:cNvPr>
          <p:cNvSpPr/>
          <p:nvPr/>
        </p:nvSpPr>
        <p:spPr>
          <a:xfrm>
            <a:off x="3464552" y="5650861"/>
            <a:ext cx="311901" cy="2975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baseline="30000">
                <a:solidFill>
                  <a:schemeClr val="bg1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2</a:t>
            </a:r>
          </a:p>
        </p:txBody>
      </p:sp>
      <p:pic>
        <p:nvPicPr>
          <p:cNvPr id="44" name="Picture 6" descr="Intentionet logo">
            <a:extLst>
              <a:ext uri="{FF2B5EF4-FFF2-40B4-BE49-F238E27FC236}">
                <a16:creationId xmlns:a16="http://schemas.microsoft.com/office/drawing/2014/main" id="{0A41FFD0-A83E-4564-9147-6E73EE868F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72124" y="5697863"/>
            <a:ext cx="338541" cy="2943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6" name="Rectangle 45">
            <a:extLst>
              <a:ext uri="{FF2B5EF4-FFF2-40B4-BE49-F238E27FC236}">
                <a16:creationId xmlns:a16="http://schemas.microsoft.com/office/drawing/2014/main" id="{C8D88A9F-040D-4C51-A465-F5F2B6D3B879}"/>
              </a:ext>
            </a:extLst>
          </p:cNvPr>
          <p:cNvSpPr/>
          <p:nvPr/>
        </p:nvSpPr>
        <p:spPr>
          <a:xfrm>
            <a:off x="6416136" y="5651373"/>
            <a:ext cx="311901" cy="2975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baseline="30000">
                <a:solidFill>
                  <a:schemeClr val="bg1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3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3D6B0E21-B602-4E1A-A3E1-265E0AD7BC9F}"/>
              </a:ext>
            </a:extLst>
          </p:cNvPr>
          <p:cNvSpPr/>
          <p:nvPr/>
        </p:nvSpPr>
        <p:spPr>
          <a:xfrm>
            <a:off x="7010665" y="5645005"/>
            <a:ext cx="1557074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err="1">
                <a:solidFill>
                  <a:schemeClr val="bg1">
                    <a:lumMod val="7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Calibri" panose="020F0502020204030204" pitchFamily="34" charset="0"/>
              </a:rPr>
              <a:t>Intentionet</a:t>
            </a:r>
            <a:endParaRPr lang="en-US" sz="2000">
              <a:solidFill>
                <a:schemeClr val="bg1">
                  <a:lumMod val="75000"/>
                </a:schemeClr>
              </a:solidFill>
              <a:latin typeface="Source Sans Pro" panose="020B0503030403020204" pitchFamily="34" charset="0"/>
              <a:ea typeface="Source Sans Pro" panose="020B050303040302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65;p14">
            <a:extLst>
              <a:ext uri="{FF2B5EF4-FFF2-40B4-BE49-F238E27FC236}">
                <a16:creationId xmlns:a16="http://schemas.microsoft.com/office/drawing/2014/main" id="{FF9282B0-86A1-4B22-B540-3208122BB6BC}"/>
              </a:ext>
            </a:extLst>
          </p:cNvPr>
          <p:cNvSpPr txBox="1">
            <a:spLocks/>
          </p:cNvSpPr>
          <p:nvPr/>
        </p:nvSpPr>
        <p:spPr>
          <a:xfrm>
            <a:off x="568960" y="209319"/>
            <a:ext cx="11054080" cy="625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 b="0" i="0" u="none" strike="noStrike" cap="non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 b="0" i="0" u="none" strike="noStrike" cap="non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 b="0" i="0" u="none" strike="noStrike" cap="non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 b="0" i="0" u="none" strike="noStrike" cap="non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 b="0" i="0" u="none" strike="noStrike" cap="non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 b="0" i="0" u="none" strike="noStrike" cap="non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 b="0" i="0" u="none" strike="noStrike" cap="non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 b="0" i="0" u="none" strike="noStrike" cap="non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 b="0" i="0" u="none" strike="noStrike" cap="non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9pPr>
          </a:lstStyle>
          <a:p>
            <a:pPr defTabSz="914400"/>
            <a:r>
              <a:rPr lang="en-US" sz="3200" b="1" kern="0">
                <a:solidFill>
                  <a:srgbClr val="546970"/>
                </a:solidFill>
                <a:latin typeface="Bookman Old Style" panose="02050604050505020204" pitchFamily="18" charset="0"/>
              </a:rPr>
              <a:t>DNS Misconfigurations lead to Service Disruptions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5815E8B1-36C6-4A0C-92DD-F92FF830D0E1}"/>
              </a:ext>
            </a:extLst>
          </p:cNvPr>
          <p:cNvSpPr/>
          <p:nvPr/>
        </p:nvSpPr>
        <p:spPr>
          <a:xfrm flipV="1">
            <a:off x="4145001" y="886094"/>
            <a:ext cx="3901998" cy="27432"/>
          </a:xfrm>
          <a:prstGeom prst="roundRect">
            <a:avLst/>
          </a:prstGeom>
          <a:solidFill>
            <a:srgbClr val="26A69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EFF96C1-18C5-47D1-82C8-DCDBEC8F450B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903" r="8519" b="25993"/>
          <a:stretch/>
        </p:blipFill>
        <p:spPr>
          <a:xfrm>
            <a:off x="359353" y="3764494"/>
            <a:ext cx="6414827" cy="1221105"/>
          </a:xfrm>
          <a:prstGeom prst="rect">
            <a:avLst/>
          </a:prstGeom>
          <a:effectLst>
            <a:outerShdw blurRad="1016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7B6A372-D898-47A4-9A5B-359E113A6A4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9353" y="1254958"/>
            <a:ext cx="5619750" cy="885825"/>
          </a:xfrm>
          <a:prstGeom prst="rect">
            <a:avLst/>
          </a:prstGeom>
          <a:effectLst>
            <a:outerShdw blurRad="101600" dist="38100" dir="2700000" algn="tl" rotWithShape="0">
              <a:prstClr val="black">
                <a:alpha val="40000"/>
              </a:prstClr>
            </a:outerShdw>
            <a:softEdge rad="12700"/>
          </a:effectLst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E3C044D2-8AD1-4D15-B409-B4B41835C4B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30796" y="1051476"/>
            <a:ext cx="4327085" cy="1410406"/>
          </a:xfrm>
          <a:prstGeom prst="rect">
            <a:avLst/>
          </a:prstGeom>
          <a:effectLst>
            <a:outerShdw blurRad="101600" dist="38100" dir="2700000" algn="tl" rotWithShape="0">
              <a:prstClr val="black">
                <a:alpha val="40000"/>
              </a:prstClr>
            </a:outerShdw>
            <a:softEdge rad="12700"/>
          </a:effectLst>
        </p:spPr>
      </p:pic>
      <p:grpSp>
        <p:nvGrpSpPr>
          <p:cNvPr id="33" name="Group 32">
            <a:extLst>
              <a:ext uri="{FF2B5EF4-FFF2-40B4-BE49-F238E27FC236}">
                <a16:creationId xmlns:a16="http://schemas.microsoft.com/office/drawing/2014/main" id="{9752DE8D-AB2A-4F36-9995-BADF2164D0A0}"/>
              </a:ext>
            </a:extLst>
          </p:cNvPr>
          <p:cNvGrpSpPr/>
          <p:nvPr/>
        </p:nvGrpSpPr>
        <p:grpSpPr>
          <a:xfrm>
            <a:off x="7128335" y="2678206"/>
            <a:ext cx="4554062" cy="1631134"/>
            <a:chOff x="7128335" y="2678206"/>
            <a:chExt cx="4554062" cy="1631134"/>
          </a:xfrm>
          <a:effectLst>
            <a:outerShdw blurRad="101600" dist="38100" dir="2700000" algn="tl" rotWithShape="0">
              <a:prstClr val="black">
                <a:alpha val="40000"/>
              </a:prstClr>
            </a:outerShdw>
          </a:effectLst>
        </p:grpSpPr>
        <p:pic>
          <p:nvPicPr>
            <p:cNvPr id="25" name="Picture 24">
              <a:extLst>
                <a:ext uri="{FF2B5EF4-FFF2-40B4-BE49-F238E27FC236}">
                  <a16:creationId xmlns:a16="http://schemas.microsoft.com/office/drawing/2014/main" id="{8013544B-8D5D-4A1C-8A6A-F48810D714C9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7130796" y="2678206"/>
              <a:ext cx="4551601" cy="1261313"/>
            </a:xfrm>
            <a:prstGeom prst="rect">
              <a:avLst/>
            </a:prstGeom>
          </p:spPr>
        </p:pic>
        <p:pic>
          <p:nvPicPr>
            <p:cNvPr id="26" name="Picture 25">
              <a:extLst>
                <a:ext uri="{FF2B5EF4-FFF2-40B4-BE49-F238E27FC236}">
                  <a16:creationId xmlns:a16="http://schemas.microsoft.com/office/drawing/2014/main" id="{C6DE6730-A20B-4477-8DA3-4498D5E2665D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7128335" y="3698029"/>
              <a:ext cx="4551601" cy="611311"/>
            </a:xfrm>
            <a:prstGeom prst="rect">
              <a:avLst/>
            </a:prstGeom>
          </p:spPr>
        </p:pic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A4A5B81D-D4D3-4373-8E94-BAB3AD27195A}"/>
              </a:ext>
            </a:extLst>
          </p:cNvPr>
          <p:cNvGrpSpPr/>
          <p:nvPr/>
        </p:nvGrpSpPr>
        <p:grpSpPr>
          <a:xfrm>
            <a:off x="359353" y="5171741"/>
            <a:ext cx="6414827" cy="1448148"/>
            <a:chOff x="3340608" y="3038127"/>
            <a:chExt cx="6705600" cy="1448148"/>
          </a:xfrm>
          <a:effectLst>
            <a:outerShdw blurRad="101600" dist="38100" dir="2700000" algn="tl" rotWithShape="0">
              <a:prstClr val="black">
                <a:alpha val="40000"/>
              </a:prstClr>
            </a:outerShdw>
          </a:effectLst>
        </p:grpSpPr>
        <p:pic>
          <p:nvPicPr>
            <p:cNvPr id="29" name="Picture 28">
              <a:extLst>
                <a:ext uri="{FF2B5EF4-FFF2-40B4-BE49-F238E27FC236}">
                  <a16:creationId xmlns:a16="http://schemas.microsoft.com/office/drawing/2014/main" id="{735107E7-CBC9-4BB1-8A61-3926EABBA90D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3340608" y="3038127"/>
              <a:ext cx="6705600" cy="447675"/>
            </a:xfrm>
            <a:prstGeom prst="rect">
              <a:avLst/>
            </a:prstGeom>
          </p:spPr>
        </p:pic>
        <p:pic>
          <p:nvPicPr>
            <p:cNvPr id="30" name="Picture 29">
              <a:extLst>
                <a:ext uri="{FF2B5EF4-FFF2-40B4-BE49-F238E27FC236}">
                  <a16:creationId xmlns:a16="http://schemas.microsoft.com/office/drawing/2014/main" id="{B8B8968E-5EFC-4C96-8127-1CFE0F83BF96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3340608" y="3429000"/>
              <a:ext cx="6705600" cy="1057275"/>
            </a:xfrm>
            <a:prstGeom prst="rect">
              <a:avLst/>
            </a:prstGeom>
          </p:spPr>
        </p:pic>
      </p:grpSp>
      <p:pic>
        <p:nvPicPr>
          <p:cNvPr id="32" name="Picture 31">
            <a:extLst>
              <a:ext uri="{FF2B5EF4-FFF2-40B4-BE49-F238E27FC236}">
                <a16:creationId xmlns:a16="http://schemas.microsoft.com/office/drawing/2014/main" id="{F22D3500-A394-4336-ACC3-321D9E32C8F3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128335" y="4573630"/>
            <a:ext cx="3294396" cy="1803728"/>
          </a:xfrm>
          <a:prstGeom prst="rect">
            <a:avLst/>
          </a:prstGeom>
          <a:effectLst>
            <a:outerShdw blurRad="101600" dist="38100" dir="2700000" algn="tl" rotWithShape="0">
              <a:prstClr val="black">
                <a:alpha val="40000"/>
              </a:prstClr>
            </a:outerShdw>
          </a:effectLst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508151E6-52E7-46BC-AECF-DA8A82EC895F}"/>
              </a:ext>
            </a:extLst>
          </p:cNvPr>
          <p:cNvGrpSpPr/>
          <p:nvPr/>
        </p:nvGrpSpPr>
        <p:grpSpPr>
          <a:xfrm>
            <a:off x="359353" y="2443493"/>
            <a:ext cx="3891972" cy="1203121"/>
            <a:chOff x="359353" y="2443493"/>
            <a:chExt cx="3891972" cy="1203121"/>
          </a:xfrm>
          <a:effectLst>
            <a:outerShdw blurRad="101600" dist="38100" dir="2700000" algn="tl" rotWithShape="0">
              <a:prstClr val="black">
                <a:alpha val="40000"/>
              </a:prstClr>
            </a:outerShdw>
          </a:effectLst>
        </p:grpSpPr>
        <p:pic>
          <p:nvPicPr>
            <p:cNvPr id="22" name="Picture 21">
              <a:extLst>
                <a:ext uri="{FF2B5EF4-FFF2-40B4-BE49-F238E27FC236}">
                  <a16:creationId xmlns:a16="http://schemas.microsoft.com/office/drawing/2014/main" id="{FC9192CF-7EE8-44D6-8848-B330A6EAC1CA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359353" y="2896298"/>
              <a:ext cx="3891972" cy="750316"/>
            </a:xfrm>
            <a:prstGeom prst="rect">
              <a:avLst/>
            </a:prstGeom>
          </p:spPr>
        </p:pic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7DBD8DC8-9F76-493C-B9B5-5CAB908B55E7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359353" y="2443493"/>
              <a:ext cx="3891972" cy="469426"/>
            </a:xfrm>
            <a:prstGeom prst="rect">
              <a:avLst/>
            </a:prstGeom>
          </p:spPr>
        </p:pic>
      </p:grpSp>
    </p:spTree>
    <p:custDataLst>
      <p:tags r:id="rId1"/>
    </p:custDataLst>
    <p:extLst>
      <p:ext uri="{BB962C8B-B14F-4D97-AF65-F5344CB8AC3E}">
        <p14:creationId xmlns:p14="http://schemas.microsoft.com/office/powerpoint/2010/main" val="28789492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000"/>
                            </p:stCondLst>
                            <p:childTnLst>
                              <p:par>
                                <p:cTn id="2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65;p14">
            <a:extLst>
              <a:ext uri="{FF2B5EF4-FFF2-40B4-BE49-F238E27FC236}">
                <a16:creationId xmlns:a16="http://schemas.microsoft.com/office/drawing/2014/main" id="{902B8478-A37F-442A-A583-4F7ED2423004}"/>
              </a:ext>
            </a:extLst>
          </p:cNvPr>
          <p:cNvSpPr txBox="1">
            <a:spLocks/>
          </p:cNvSpPr>
          <p:nvPr/>
        </p:nvSpPr>
        <p:spPr>
          <a:xfrm>
            <a:off x="2757976" y="209319"/>
            <a:ext cx="6676048" cy="625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 b="0" i="0" u="none" strike="noStrike" cap="non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 b="0" i="0" u="none" strike="noStrike" cap="non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 b="0" i="0" u="none" strike="noStrike" cap="non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 b="0" i="0" u="none" strike="noStrike" cap="non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 b="0" i="0" u="none" strike="noStrike" cap="non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 b="0" i="0" u="none" strike="noStrike" cap="non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 b="0" i="0" u="none" strike="noStrike" cap="non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 b="0" i="0" u="none" strike="noStrike" cap="non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 b="0" i="0" u="none" strike="noStrike" cap="non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9pPr>
          </a:lstStyle>
          <a:p>
            <a:pPr defTabSz="914400"/>
            <a:r>
              <a:rPr lang="en-US" sz="3600" b="1" kern="0">
                <a:solidFill>
                  <a:srgbClr val="546970"/>
                </a:solidFill>
                <a:latin typeface="Bookman Old Style" panose="02050604050505020204" pitchFamily="18" charset="0"/>
              </a:rPr>
              <a:t>Azure Global Outage, 2019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A7CC0D63-669B-431C-A516-34BED0C85A24}"/>
              </a:ext>
            </a:extLst>
          </p:cNvPr>
          <p:cNvSpPr/>
          <p:nvPr/>
        </p:nvSpPr>
        <p:spPr>
          <a:xfrm flipV="1">
            <a:off x="4145001" y="886094"/>
            <a:ext cx="3901998" cy="27432"/>
          </a:xfrm>
          <a:prstGeom prst="roundRect">
            <a:avLst/>
          </a:prstGeom>
          <a:solidFill>
            <a:srgbClr val="26A69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2" name="Group 61">
            <a:extLst>
              <a:ext uri="{FF2B5EF4-FFF2-40B4-BE49-F238E27FC236}">
                <a16:creationId xmlns:a16="http://schemas.microsoft.com/office/drawing/2014/main" id="{4D239B29-4D52-4785-9D4D-9223223CEBF9}"/>
              </a:ext>
            </a:extLst>
          </p:cNvPr>
          <p:cNvGrpSpPr/>
          <p:nvPr/>
        </p:nvGrpSpPr>
        <p:grpSpPr>
          <a:xfrm>
            <a:off x="1014109" y="1179772"/>
            <a:ext cx="2835269" cy="774278"/>
            <a:chOff x="2879912" y="4834576"/>
            <a:chExt cx="2835269" cy="774278"/>
          </a:xfrm>
          <a:solidFill>
            <a:srgbClr val="FFC000">
              <a:lumMod val="75000"/>
            </a:srgbClr>
          </a:solidFill>
          <a:effectLst>
            <a:outerShdw blurRad="762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63" name="Rectangle 62">
              <a:extLst>
                <a:ext uri="{FF2B5EF4-FFF2-40B4-BE49-F238E27FC236}">
                  <a16:creationId xmlns:a16="http://schemas.microsoft.com/office/drawing/2014/main" id="{E7570F02-70E8-453B-B6D6-D8850DDA9B93}"/>
                </a:ext>
              </a:extLst>
            </p:cNvPr>
            <p:cNvSpPr/>
            <p:nvPr/>
          </p:nvSpPr>
          <p:spPr bwMode="auto">
            <a:xfrm>
              <a:off x="2879912" y="4834576"/>
              <a:ext cx="2835269" cy="774278"/>
            </a:xfrm>
            <a:prstGeom prst="rect">
              <a:avLst/>
            </a:prstGeom>
            <a:grpFill/>
            <a:ln w="6350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89642" tIns="44821" rIns="89642" bIns="140609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895923" eaLnBrk="1" fontAlgn="base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76" b="1" i="0" u="none" strike="noStrike" kern="0" cap="none" spc="0" normalizeH="0" baseline="0" noProof="0">
                  <a:ln>
                    <a:noFill/>
                  </a:ln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effectLst/>
                  <a:uLnTx/>
                  <a:uFillTx/>
                  <a:latin typeface="Calibri" panose="020F0502020204030204"/>
                  <a:ea typeface="Segoe UI" pitchFamily="34" charset="0"/>
                  <a:cs typeface="Segoe UI" pitchFamily="34" charset="0"/>
                </a:rPr>
                <a:t>Storage</a:t>
              </a:r>
            </a:p>
          </p:txBody>
        </p:sp>
        <p:grpSp>
          <p:nvGrpSpPr>
            <p:cNvPr id="64" name="Group 63">
              <a:extLst>
                <a:ext uri="{FF2B5EF4-FFF2-40B4-BE49-F238E27FC236}">
                  <a16:creationId xmlns:a16="http://schemas.microsoft.com/office/drawing/2014/main" id="{08F55892-D21D-441A-8219-DE6676625065}"/>
                </a:ext>
              </a:extLst>
            </p:cNvPr>
            <p:cNvGrpSpPr/>
            <p:nvPr/>
          </p:nvGrpSpPr>
          <p:grpSpPr>
            <a:xfrm>
              <a:off x="2944314" y="5128966"/>
              <a:ext cx="897435" cy="356283"/>
              <a:chOff x="3003353" y="5231315"/>
              <a:chExt cx="915430" cy="363427"/>
            </a:xfrm>
            <a:grpFill/>
          </p:grpSpPr>
          <p:sp>
            <p:nvSpPr>
              <p:cNvPr id="71" name="Rectangle 70">
                <a:extLst>
                  <a:ext uri="{FF2B5EF4-FFF2-40B4-BE49-F238E27FC236}">
                    <a16:creationId xmlns:a16="http://schemas.microsoft.com/office/drawing/2014/main" id="{24BFA8FD-FDA5-43D7-9953-4A2872DCFBAB}"/>
                  </a:ext>
                </a:extLst>
              </p:cNvPr>
              <p:cNvSpPr/>
              <p:nvPr/>
            </p:nvSpPr>
            <p:spPr bwMode="auto">
              <a:xfrm>
                <a:off x="3003353" y="5231315"/>
                <a:ext cx="915430" cy="363427"/>
              </a:xfrm>
              <a:prstGeom prst="rect">
                <a:avLst/>
              </a:prstGeom>
              <a:grpFill/>
              <a:ln w="6350" cap="flat" cmpd="sng" algn="ctr">
                <a:noFill/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txBody>
              <a:bodyPr rot="0" spcFirstLastPara="0" vertOverflow="overflow" horzOverflow="overflow" vert="horz" wrap="square" lIns="304784" tIns="44821" rIns="0" bIns="140609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defTabSz="895923" eaLnBrk="1" fontAlgn="base" latinLnBrk="0" hangingPunct="1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784" b="0" i="0" u="none" strike="noStrike" kern="0" cap="none" spc="0" normalizeH="0" baseline="0" noProof="0">
                    <a:ln>
                      <a:noFill/>
                    </a:ln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effectLst/>
                    <a:uLnTx/>
                    <a:uFillTx/>
                    <a:latin typeface="Calibri" panose="020F0502020204030204"/>
                    <a:ea typeface="Segoe UI" pitchFamily="34" charset="0"/>
                    <a:cs typeface="Segoe UI" pitchFamily="34" charset="0"/>
                  </a:rPr>
                  <a:t>BLOB Storage</a:t>
                </a:r>
              </a:p>
            </p:txBody>
          </p:sp>
          <p:pic>
            <p:nvPicPr>
              <p:cNvPr id="72" name="Picture 71" descr="Storage blob.png">
                <a:extLst>
                  <a:ext uri="{FF2B5EF4-FFF2-40B4-BE49-F238E27FC236}">
                    <a16:creationId xmlns:a16="http://schemas.microsoft.com/office/drawing/2014/main" id="{B5C85F1D-7D6E-4338-A9D7-F263B2EB1F8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 cstate="print">
                <a:biLevel thresh="25000"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032767" y="5271308"/>
                <a:ext cx="247169" cy="247170"/>
              </a:xfrm>
              <a:prstGeom prst="rect">
                <a:avLst/>
              </a:prstGeom>
              <a:grpFill/>
            </p:spPr>
          </p:pic>
        </p:grpSp>
        <p:grpSp>
          <p:nvGrpSpPr>
            <p:cNvPr id="65" name="Group 64">
              <a:extLst>
                <a:ext uri="{FF2B5EF4-FFF2-40B4-BE49-F238E27FC236}">
                  <a16:creationId xmlns:a16="http://schemas.microsoft.com/office/drawing/2014/main" id="{8B1A0FC0-4FB0-4037-8AEF-60484D5DD883}"/>
                </a:ext>
              </a:extLst>
            </p:cNvPr>
            <p:cNvGrpSpPr/>
            <p:nvPr/>
          </p:nvGrpSpPr>
          <p:grpSpPr>
            <a:xfrm>
              <a:off x="3916509" y="5128965"/>
              <a:ext cx="818804" cy="356283"/>
              <a:chOff x="3995042" y="5231314"/>
              <a:chExt cx="835223" cy="363427"/>
            </a:xfrm>
            <a:grpFill/>
          </p:grpSpPr>
          <p:sp>
            <p:nvSpPr>
              <p:cNvPr id="69" name="Rectangle 68">
                <a:extLst>
                  <a:ext uri="{FF2B5EF4-FFF2-40B4-BE49-F238E27FC236}">
                    <a16:creationId xmlns:a16="http://schemas.microsoft.com/office/drawing/2014/main" id="{52C13391-45EE-42BE-BD5F-CA156F23A1E4}"/>
                  </a:ext>
                </a:extLst>
              </p:cNvPr>
              <p:cNvSpPr/>
              <p:nvPr/>
            </p:nvSpPr>
            <p:spPr bwMode="auto">
              <a:xfrm>
                <a:off x="3995042" y="5231314"/>
                <a:ext cx="835223" cy="363427"/>
              </a:xfrm>
              <a:prstGeom prst="rect">
                <a:avLst/>
              </a:prstGeom>
              <a:grpFill/>
              <a:ln w="6350" cap="flat" cmpd="sng" algn="ctr">
                <a:noFill/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txBody>
              <a:bodyPr rot="0" spcFirstLastPara="0" vertOverflow="overflow" horzOverflow="overflow" vert="horz" wrap="square" lIns="304784" tIns="44821" rIns="0" bIns="140609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defTabSz="895923" eaLnBrk="1" fontAlgn="base" latinLnBrk="0" hangingPunct="1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784" b="0" i="0" u="none" strike="noStrike" kern="0" cap="none" spc="0" normalizeH="0" baseline="0" noProof="0">
                    <a:ln>
                      <a:noFill/>
                    </a:ln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effectLst/>
                    <a:uLnTx/>
                    <a:uFillTx/>
                    <a:latin typeface="Calibri" panose="020F0502020204030204"/>
                    <a:ea typeface="Segoe UI" pitchFamily="34" charset="0"/>
                    <a:cs typeface="Segoe UI" pitchFamily="34" charset="0"/>
                  </a:rPr>
                  <a:t>Azure Files</a:t>
                </a:r>
              </a:p>
            </p:txBody>
          </p:sp>
          <p:pic>
            <p:nvPicPr>
              <p:cNvPr id="70" name="Picture 69" descr="Storage blob.png">
                <a:extLst>
                  <a:ext uri="{FF2B5EF4-FFF2-40B4-BE49-F238E27FC236}">
                    <a16:creationId xmlns:a16="http://schemas.microsoft.com/office/drawing/2014/main" id="{46A88658-670C-4D7B-9CBA-ED165DC3A54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 cstate="print">
                <a:biLevel thresh="25000"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4024079" y="5271308"/>
                <a:ext cx="247169" cy="247170"/>
              </a:xfrm>
              <a:prstGeom prst="rect">
                <a:avLst/>
              </a:prstGeom>
              <a:grpFill/>
            </p:spPr>
          </p:pic>
        </p:grpSp>
        <p:grpSp>
          <p:nvGrpSpPr>
            <p:cNvPr id="66" name="Group 65">
              <a:extLst>
                <a:ext uri="{FF2B5EF4-FFF2-40B4-BE49-F238E27FC236}">
                  <a16:creationId xmlns:a16="http://schemas.microsoft.com/office/drawing/2014/main" id="{5179D9A9-254C-489E-9F6D-E49C436ECDC5}"/>
                </a:ext>
              </a:extLst>
            </p:cNvPr>
            <p:cNvGrpSpPr/>
            <p:nvPr/>
          </p:nvGrpSpPr>
          <p:grpSpPr>
            <a:xfrm>
              <a:off x="4828765" y="5128964"/>
              <a:ext cx="819786" cy="356283"/>
              <a:chOff x="4925592" y="5231313"/>
              <a:chExt cx="836224" cy="363427"/>
            </a:xfrm>
            <a:grpFill/>
          </p:grpSpPr>
          <p:sp>
            <p:nvSpPr>
              <p:cNvPr id="67" name="Rectangle 66">
                <a:extLst>
                  <a:ext uri="{FF2B5EF4-FFF2-40B4-BE49-F238E27FC236}">
                    <a16:creationId xmlns:a16="http://schemas.microsoft.com/office/drawing/2014/main" id="{4B01EA90-B374-4E82-B35E-3AA9FEEE2A4F}"/>
                  </a:ext>
                </a:extLst>
              </p:cNvPr>
              <p:cNvSpPr/>
              <p:nvPr/>
            </p:nvSpPr>
            <p:spPr bwMode="auto">
              <a:xfrm>
                <a:off x="4925592" y="5231313"/>
                <a:ext cx="836224" cy="363427"/>
              </a:xfrm>
              <a:prstGeom prst="rect">
                <a:avLst/>
              </a:prstGeom>
              <a:grpFill/>
              <a:ln w="6350" cap="flat" cmpd="sng" algn="ctr">
                <a:noFill/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txBody>
              <a:bodyPr rot="0" spcFirstLastPara="0" vertOverflow="overflow" horzOverflow="overflow" vert="horz" wrap="square" lIns="304784" tIns="44821" rIns="0" bIns="140609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defTabSz="895923" eaLnBrk="1" fontAlgn="base" latinLnBrk="0" hangingPunct="1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784" b="0" i="0" u="none" strike="noStrike" kern="0" cap="none" spc="0" normalizeH="0" baseline="0" noProof="0">
                    <a:ln>
                      <a:noFill/>
                    </a:ln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effectLst/>
                    <a:uLnTx/>
                    <a:uFillTx/>
                    <a:latin typeface="Calibri" panose="020F0502020204030204"/>
                    <a:ea typeface="Segoe UI" pitchFamily="34" charset="0"/>
                    <a:cs typeface="Segoe UI" pitchFamily="34" charset="0"/>
                  </a:rPr>
                  <a:t>Premium Storage</a:t>
                </a:r>
              </a:p>
            </p:txBody>
          </p:sp>
          <p:pic>
            <p:nvPicPr>
              <p:cNvPr id="68" name="Picture 67" descr="Storage blob.png">
                <a:extLst>
                  <a:ext uri="{FF2B5EF4-FFF2-40B4-BE49-F238E27FC236}">
                    <a16:creationId xmlns:a16="http://schemas.microsoft.com/office/drawing/2014/main" id="{B582BD6F-8C3F-450A-8357-FB062F33992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 cstate="print">
                <a:biLevel thresh="25000"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4947024" y="5271308"/>
                <a:ext cx="247169" cy="247170"/>
              </a:xfrm>
              <a:prstGeom prst="rect">
                <a:avLst/>
              </a:prstGeom>
              <a:grpFill/>
            </p:spPr>
          </p:pic>
        </p:grpSp>
      </p:grpSp>
      <p:sp>
        <p:nvSpPr>
          <p:cNvPr id="73" name="TextBox 72">
            <a:extLst>
              <a:ext uri="{FF2B5EF4-FFF2-40B4-BE49-F238E27FC236}">
                <a16:creationId xmlns:a16="http://schemas.microsoft.com/office/drawing/2014/main" id="{C5AF54FB-6B37-4962-A440-D9C9871D9CFD}"/>
              </a:ext>
            </a:extLst>
          </p:cNvPr>
          <p:cNvSpPr txBox="1"/>
          <p:nvPr/>
        </p:nvSpPr>
        <p:spPr>
          <a:xfrm>
            <a:off x="4543065" y="4102724"/>
            <a:ext cx="806131" cy="261455"/>
          </a:xfrm>
          <a:prstGeom prst="rect">
            <a:avLst/>
          </a:prstGeom>
          <a:solidFill>
            <a:srgbClr val="4472C4"/>
          </a:solidFill>
          <a:ln>
            <a:noFill/>
          </a:ln>
          <a:effectLst>
            <a:outerShdw blurRad="762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0" tIns="27421" rIns="0" bIns="0" rtlCol="0">
            <a:noAutofit/>
          </a:bodyPr>
          <a:lstStyle/>
          <a:p>
            <a:pPr marL="0" marR="0" lvl="0" indent="0" defTabSz="913950" eaLnBrk="0" fontAlgn="base" latinLnBrk="0" hangingPunct="0">
              <a:lnSpc>
                <a:spcPts val="8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 Light" panose="020B0502040204020203" pitchFamily="34" charset="0"/>
              <a:ea typeface="Arial Unicode MS" panose="020B0604020202020204" pitchFamily="34" charset="-128"/>
              <a:cs typeface="Segoe UI Light" panose="020B0502040204020203" pitchFamily="34" charset="0"/>
            </a:endParaRPr>
          </a:p>
          <a:p>
            <a:pPr marL="0" marR="0" lvl="0" indent="0" defTabSz="913950" eaLnBrk="0" fontAlgn="base" latinLnBrk="0" hangingPunct="0">
              <a:lnSpc>
                <a:spcPts val="8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 Light" panose="020B0502040204020203" pitchFamily="34" charset="0"/>
                <a:ea typeface="Arial Unicode MS" panose="020B0604020202020204" pitchFamily="34" charset="-128"/>
                <a:cs typeface="Segoe UI Light" panose="020B0502040204020203" pitchFamily="34" charset="0"/>
              </a:rPr>
              <a:t>Key Vault</a:t>
            </a:r>
          </a:p>
        </p:txBody>
      </p:sp>
      <p:pic>
        <p:nvPicPr>
          <p:cNvPr id="74" name="Picture 73" descr="AzureKeyVault_icon_white.png">
            <a:extLst>
              <a:ext uri="{FF2B5EF4-FFF2-40B4-BE49-F238E27FC236}">
                <a16:creationId xmlns:a16="http://schemas.microsoft.com/office/drawing/2014/main" id="{5644EDEA-5976-4B1A-8B69-1AEF6B28AF1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46282" y="4076207"/>
            <a:ext cx="261789" cy="290876"/>
          </a:xfrm>
          <a:prstGeom prst="rect">
            <a:avLst/>
          </a:prstGeom>
          <a:solidFill>
            <a:srgbClr val="4472C4"/>
          </a:solidFill>
          <a:effectLst>
            <a:outerShdw blurRad="76200" dist="38100" dir="2700000" algn="tl" rotWithShape="0">
              <a:prstClr val="black">
                <a:alpha val="40000"/>
              </a:prstClr>
            </a:outerShdw>
          </a:effectLst>
        </p:spPr>
      </p:pic>
      <p:grpSp>
        <p:nvGrpSpPr>
          <p:cNvPr id="75" name="Group 74">
            <a:extLst>
              <a:ext uri="{FF2B5EF4-FFF2-40B4-BE49-F238E27FC236}">
                <a16:creationId xmlns:a16="http://schemas.microsoft.com/office/drawing/2014/main" id="{51E23467-056D-49D8-85D8-579F44E75098}"/>
              </a:ext>
            </a:extLst>
          </p:cNvPr>
          <p:cNvGrpSpPr/>
          <p:nvPr/>
        </p:nvGrpSpPr>
        <p:grpSpPr>
          <a:xfrm>
            <a:off x="1014109" y="2358543"/>
            <a:ext cx="2685203" cy="2287499"/>
            <a:chOff x="8289832" y="2910817"/>
            <a:chExt cx="2739047" cy="2333368"/>
          </a:xfrm>
          <a:solidFill>
            <a:srgbClr val="70AD47">
              <a:lumMod val="75000"/>
            </a:srgbClr>
          </a:solidFill>
          <a:effectLst>
            <a:outerShdw blurRad="762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76" name="Rectangle 75">
              <a:extLst>
                <a:ext uri="{FF2B5EF4-FFF2-40B4-BE49-F238E27FC236}">
                  <a16:creationId xmlns:a16="http://schemas.microsoft.com/office/drawing/2014/main" id="{923B1EBF-9423-4BBD-B18A-466A8FC97478}"/>
                </a:ext>
              </a:extLst>
            </p:cNvPr>
            <p:cNvSpPr/>
            <p:nvPr/>
          </p:nvSpPr>
          <p:spPr bwMode="auto">
            <a:xfrm>
              <a:off x="8289832" y="2910817"/>
              <a:ext cx="2739047" cy="2333368"/>
            </a:xfrm>
            <a:prstGeom prst="rect">
              <a:avLst/>
            </a:prstGeom>
            <a:grpFill/>
            <a:ln w="6350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175761" tIns="140609" rIns="175761" bIns="140609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895923" eaLnBrk="1" fontAlgn="base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76" b="1" i="0" u="none" strike="noStrike" kern="0" cap="none" spc="0" normalizeH="0" baseline="0" noProof="0">
                  <a:ln>
                    <a:noFill/>
                  </a:ln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effectLst/>
                  <a:uLnTx/>
                  <a:uFillTx/>
                  <a:latin typeface="Calibri" panose="020F0502020204030204"/>
                  <a:ea typeface="Segoe UI" pitchFamily="34" charset="0"/>
                  <a:cs typeface="Segoe UI" pitchFamily="34" charset="0"/>
                </a:rPr>
                <a:t>Data</a:t>
              </a:r>
            </a:p>
          </p:txBody>
        </p:sp>
        <p:grpSp>
          <p:nvGrpSpPr>
            <p:cNvPr id="77" name="Group 76">
              <a:extLst>
                <a:ext uri="{FF2B5EF4-FFF2-40B4-BE49-F238E27FC236}">
                  <a16:creationId xmlns:a16="http://schemas.microsoft.com/office/drawing/2014/main" id="{34EA0DD4-3EC1-4AA4-B893-B75310BC8D77}"/>
                </a:ext>
              </a:extLst>
            </p:cNvPr>
            <p:cNvGrpSpPr/>
            <p:nvPr/>
          </p:nvGrpSpPr>
          <p:grpSpPr>
            <a:xfrm>
              <a:off x="8755248" y="3474294"/>
              <a:ext cx="1008778" cy="324187"/>
              <a:chOff x="8755248" y="3474294"/>
              <a:chExt cx="1008778" cy="324187"/>
            </a:xfrm>
            <a:grpFill/>
          </p:grpSpPr>
          <p:sp>
            <p:nvSpPr>
              <p:cNvPr id="93" name="TextBox 92">
                <a:extLst>
                  <a:ext uri="{FF2B5EF4-FFF2-40B4-BE49-F238E27FC236}">
                    <a16:creationId xmlns:a16="http://schemas.microsoft.com/office/drawing/2014/main" id="{3F05184E-DF4A-4E09-9157-6DDFCA7EC19A}"/>
                  </a:ext>
                </a:extLst>
              </p:cNvPr>
              <p:cNvSpPr txBox="1"/>
              <p:nvPr/>
            </p:nvSpPr>
            <p:spPr>
              <a:xfrm>
                <a:off x="9104870" y="3497376"/>
                <a:ext cx="659156" cy="301105"/>
              </a:xfrm>
              <a:prstGeom prst="rect">
                <a:avLst/>
              </a:prstGeom>
              <a:grpFill/>
              <a:ln>
                <a:noFill/>
              </a:ln>
            </p:spPr>
            <p:txBody>
              <a:bodyPr wrap="none" lIns="0" tIns="27421" rIns="0" bIns="0" rtlCol="0">
                <a:noAutofit/>
              </a:bodyPr>
              <a:lstStyle/>
              <a:p>
                <a:pPr marL="0" marR="0" lvl="0" indent="0" defTabSz="913950" eaLnBrk="0" fontAlgn="base" latinLnBrk="0" hangingPunct="0">
                  <a:lnSpc>
                    <a:spcPts val="8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75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Segoe UI Light" panose="020B0502040204020203" pitchFamily="34" charset="0"/>
                    <a:ea typeface="Arial Unicode MS" panose="020B0604020202020204" pitchFamily="34" charset="-128"/>
                    <a:cs typeface="Segoe UI Light" panose="020B0502040204020203" pitchFamily="34" charset="0"/>
                  </a:rPr>
                  <a:t>SQL</a:t>
                </a:r>
              </a:p>
              <a:p>
                <a:pPr marL="0" marR="0" lvl="0" indent="0" defTabSz="913950" eaLnBrk="0" fontAlgn="base" latinLnBrk="0" hangingPunct="0">
                  <a:lnSpc>
                    <a:spcPts val="8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75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Segoe UI Light" panose="020B0502040204020203" pitchFamily="34" charset="0"/>
                    <a:ea typeface="Arial Unicode MS" panose="020B0604020202020204" pitchFamily="34" charset="-128"/>
                    <a:cs typeface="Segoe UI Light" panose="020B0502040204020203" pitchFamily="34" charset="0"/>
                  </a:rPr>
                  <a:t>Database</a:t>
                </a:r>
              </a:p>
            </p:txBody>
          </p:sp>
          <p:pic>
            <p:nvPicPr>
              <p:cNvPr id="94" name="Picture 93">
                <a:extLst>
                  <a:ext uri="{FF2B5EF4-FFF2-40B4-BE49-F238E27FC236}">
                    <a16:creationId xmlns:a16="http://schemas.microsoft.com/office/drawing/2014/main" id="{EDCE47C3-0683-42DD-B00D-FAB93086348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 cstate="print">
                <a:biLevel thresh="25000"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755248" y="3474294"/>
                <a:ext cx="296809" cy="296809"/>
              </a:xfrm>
              <a:prstGeom prst="rect">
                <a:avLst/>
              </a:prstGeom>
              <a:grpFill/>
            </p:spPr>
          </p:pic>
        </p:grpSp>
        <p:grpSp>
          <p:nvGrpSpPr>
            <p:cNvPr id="78" name="Group 77">
              <a:extLst>
                <a:ext uri="{FF2B5EF4-FFF2-40B4-BE49-F238E27FC236}">
                  <a16:creationId xmlns:a16="http://schemas.microsoft.com/office/drawing/2014/main" id="{BA550542-0DEC-4797-ABCE-5C6164FCAEA9}"/>
                </a:ext>
              </a:extLst>
            </p:cNvPr>
            <p:cNvGrpSpPr/>
            <p:nvPr/>
          </p:nvGrpSpPr>
          <p:grpSpPr>
            <a:xfrm>
              <a:off x="8681505" y="4689849"/>
              <a:ext cx="1029708" cy="318154"/>
              <a:chOff x="8681505" y="4689849"/>
              <a:chExt cx="1029708" cy="318154"/>
            </a:xfrm>
            <a:grpFill/>
          </p:grpSpPr>
          <p:sp>
            <p:nvSpPr>
              <p:cNvPr id="91" name="TextBox 90">
                <a:extLst>
                  <a:ext uri="{FF2B5EF4-FFF2-40B4-BE49-F238E27FC236}">
                    <a16:creationId xmlns:a16="http://schemas.microsoft.com/office/drawing/2014/main" id="{57BDCB82-8F8D-4D77-A0E3-5F7EB81C9EB8}"/>
                  </a:ext>
                </a:extLst>
              </p:cNvPr>
              <p:cNvSpPr txBox="1"/>
              <p:nvPr/>
            </p:nvSpPr>
            <p:spPr>
              <a:xfrm>
                <a:off x="9052057" y="4706898"/>
                <a:ext cx="659156" cy="301105"/>
              </a:xfrm>
              <a:prstGeom prst="rect">
                <a:avLst/>
              </a:prstGeom>
              <a:grpFill/>
              <a:ln>
                <a:noFill/>
              </a:ln>
            </p:spPr>
            <p:txBody>
              <a:bodyPr wrap="none" lIns="0" tIns="27421" rIns="0" bIns="0" rtlCol="0">
                <a:noAutofit/>
              </a:bodyPr>
              <a:lstStyle/>
              <a:p>
                <a:pPr marL="0" marR="0" lvl="0" indent="0" defTabSz="913950" eaLnBrk="0" fontAlgn="base" latinLnBrk="0" hangingPunct="0">
                  <a:lnSpc>
                    <a:spcPts val="8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750" b="0" i="0" u="none" strike="noStrike" kern="0" cap="none" spc="0" normalizeH="0" baseline="0" noProof="0" err="1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Segoe UI Light" panose="020B0502040204020203" pitchFamily="34" charset="0"/>
                    <a:ea typeface="Arial Unicode MS" panose="020B0604020202020204" pitchFamily="34" charset="-128"/>
                    <a:cs typeface="Segoe UI Light" panose="020B0502040204020203" pitchFamily="34" charset="0"/>
                  </a:rPr>
                  <a:t>DocumentDB</a:t>
                </a:r>
                <a:endParaRPr kumimoji="0" lang="en-US" sz="75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Segoe UI Light" panose="020B0502040204020203" pitchFamily="34" charset="0"/>
                  <a:ea typeface="Arial Unicode MS" panose="020B0604020202020204" pitchFamily="34" charset="-128"/>
                  <a:cs typeface="Segoe UI Light" panose="020B0502040204020203" pitchFamily="34" charset="0"/>
                </a:endParaRPr>
              </a:p>
            </p:txBody>
          </p:sp>
          <p:pic>
            <p:nvPicPr>
              <p:cNvPr id="92" name="Picture 91">
                <a:extLst>
                  <a:ext uri="{FF2B5EF4-FFF2-40B4-BE49-F238E27FC236}">
                    <a16:creationId xmlns:a16="http://schemas.microsoft.com/office/drawing/2014/main" id="{9E66FDF5-DC59-4EAD-AACA-DC2E9A75632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 cstate="print">
                <a:biLevel thresh="25000"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681505" y="4689849"/>
                <a:ext cx="290620" cy="290619"/>
              </a:xfrm>
              <a:prstGeom prst="rect">
                <a:avLst/>
              </a:prstGeom>
              <a:grpFill/>
            </p:spPr>
          </p:pic>
        </p:grpSp>
        <p:grpSp>
          <p:nvGrpSpPr>
            <p:cNvPr id="79" name="Group 78">
              <a:extLst>
                <a:ext uri="{FF2B5EF4-FFF2-40B4-BE49-F238E27FC236}">
                  <a16:creationId xmlns:a16="http://schemas.microsoft.com/office/drawing/2014/main" id="{6164A844-00E3-4584-9105-0800559BFA8F}"/>
                </a:ext>
              </a:extLst>
            </p:cNvPr>
            <p:cNvGrpSpPr/>
            <p:nvPr/>
          </p:nvGrpSpPr>
          <p:grpSpPr>
            <a:xfrm>
              <a:off x="8728911" y="4040003"/>
              <a:ext cx="1011763" cy="318839"/>
              <a:chOff x="8728911" y="4040003"/>
              <a:chExt cx="1011763" cy="318839"/>
            </a:xfrm>
            <a:grpFill/>
          </p:grpSpPr>
          <p:sp>
            <p:nvSpPr>
              <p:cNvPr id="89" name="TextBox 88">
                <a:extLst>
                  <a:ext uri="{FF2B5EF4-FFF2-40B4-BE49-F238E27FC236}">
                    <a16:creationId xmlns:a16="http://schemas.microsoft.com/office/drawing/2014/main" id="{81789CBB-B3B6-4504-8769-7D4DB745F810}"/>
                  </a:ext>
                </a:extLst>
              </p:cNvPr>
              <p:cNvSpPr txBox="1"/>
              <p:nvPr/>
            </p:nvSpPr>
            <p:spPr>
              <a:xfrm>
                <a:off x="9081518" y="4057737"/>
                <a:ext cx="659156" cy="301105"/>
              </a:xfrm>
              <a:prstGeom prst="rect">
                <a:avLst/>
              </a:prstGeom>
              <a:grpFill/>
              <a:ln>
                <a:noFill/>
              </a:ln>
            </p:spPr>
            <p:txBody>
              <a:bodyPr wrap="none" lIns="0" tIns="27421" rIns="0" bIns="0" rtlCol="0">
                <a:noAutofit/>
              </a:bodyPr>
              <a:lstStyle/>
              <a:p>
                <a:pPr marL="0" marR="0" lvl="0" indent="0" defTabSz="913950" eaLnBrk="0" fontAlgn="base" latinLnBrk="0" hangingPunct="0">
                  <a:lnSpc>
                    <a:spcPts val="8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750" b="0" i="0" u="none" strike="noStrike" kern="0" cap="none" spc="0" normalizeH="0" baseline="0" noProof="0" err="1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Segoe UI Light" panose="020B0502040204020203" pitchFamily="34" charset="0"/>
                    <a:ea typeface="Arial Unicode MS" panose="020B0604020202020204" pitchFamily="34" charset="-128"/>
                    <a:cs typeface="Segoe UI Light" panose="020B0502040204020203" pitchFamily="34" charset="0"/>
                  </a:rPr>
                  <a:t>Redis</a:t>
                </a:r>
                <a:endParaRPr kumimoji="0" lang="en-US" sz="75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Segoe UI Light" panose="020B0502040204020203" pitchFamily="34" charset="0"/>
                  <a:ea typeface="Arial Unicode MS" panose="020B0604020202020204" pitchFamily="34" charset="-128"/>
                  <a:cs typeface="Segoe UI Light" panose="020B0502040204020203" pitchFamily="34" charset="0"/>
                </a:endParaRPr>
              </a:p>
              <a:p>
                <a:pPr marL="0" marR="0" lvl="0" indent="0" defTabSz="913950" eaLnBrk="0" fontAlgn="base" latinLnBrk="0" hangingPunct="0">
                  <a:lnSpc>
                    <a:spcPts val="8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75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Segoe UI Light" panose="020B0502040204020203" pitchFamily="34" charset="0"/>
                    <a:ea typeface="Arial Unicode MS" panose="020B0604020202020204" pitchFamily="34" charset="-128"/>
                    <a:cs typeface="Segoe UI Light" panose="020B0502040204020203" pitchFamily="34" charset="0"/>
                  </a:rPr>
                  <a:t>Cache</a:t>
                </a:r>
              </a:p>
            </p:txBody>
          </p:sp>
          <p:pic>
            <p:nvPicPr>
              <p:cNvPr id="90" name="Picture 89">
                <a:extLst>
                  <a:ext uri="{FF2B5EF4-FFF2-40B4-BE49-F238E27FC236}">
                    <a16:creationId xmlns:a16="http://schemas.microsoft.com/office/drawing/2014/main" id="{6AAD9226-DD84-4AD1-9CED-59C5EC8A2D6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 cstate="print">
                <a:biLevel thresh="25000"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728911" y="4040003"/>
                <a:ext cx="289282" cy="289282"/>
              </a:xfrm>
              <a:prstGeom prst="rect">
                <a:avLst/>
              </a:prstGeom>
              <a:grpFill/>
            </p:spPr>
          </p:pic>
        </p:grpSp>
        <p:grpSp>
          <p:nvGrpSpPr>
            <p:cNvPr id="80" name="Group 79">
              <a:extLst>
                <a:ext uri="{FF2B5EF4-FFF2-40B4-BE49-F238E27FC236}">
                  <a16:creationId xmlns:a16="http://schemas.microsoft.com/office/drawing/2014/main" id="{41F9F4E6-6AF0-487B-AE7C-C296905DFC2F}"/>
                </a:ext>
              </a:extLst>
            </p:cNvPr>
            <p:cNvGrpSpPr/>
            <p:nvPr/>
          </p:nvGrpSpPr>
          <p:grpSpPr>
            <a:xfrm>
              <a:off x="9789813" y="4065697"/>
              <a:ext cx="1011560" cy="362789"/>
              <a:chOff x="9789813" y="4065697"/>
              <a:chExt cx="1011560" cy="362789"/>
            </a:xfrm>
            <a:grpFill/>
          </p:grpSpPr>
          <p:sp>
            <p:nvSpPr>
              <p:cNvPr id="87" name="TextBox 86">
                <a:extLst>
                  <a:ext uri="{FF2B5EF4-FFF2-40B4-BE49-F238E27FC236}">
                    <a16:creationId xmlns:a16="http://schemas.microsoft.com/office/drawing/2014/main" id="{62819362-C2A7-4C99-81E8-53D172CF58AD}"/>
                  </a:ext>
                </a:extLst>
              </p:cNvPr>
              <p:cNvSpPr txBox="1"/>
              <p:nvPr/>
            </p:nvSpPr>
            <p:spPr>
              <a:xfrm>
                <a:off x="10142217" y="4127381"/>
                <a:ext cx="659156" cy="301105"/>
              </a:xfrm>
              <a:prstGeom prst="rect">
                <a:avLst/>
              </a:prstGeom>
              <a:grpFill/>
              <a:ln>
                <a:noFill/>
              </a:ln>
            </p:spPr>
            <p:txBody>
              <a:bodyPr wrap="none" lIns="0" tIns="27421" rIns="0" bIns="0" rtlCol="0">
                <a:noAutofit/>
              </a:bodyPr>
              <a:lstStyle/>
              <a:p>
                <a:pPr marL="0" marR="0" lvl="0" indent="0" defTabSz="913950" eaLnBrk="0" fontAlgn="base" latinLnBrk="0" hangingPunct="0">
                  <a:lnSpc>
                    <a:spcPts val="8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75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Segoe UI Light" panose="020B0502040204020203" pitchFamily="34" charset="0"/>
                    <a:ea typeface="Arial Unicode MS" panose="020B0604020202020204" pitchFamily="34" charset="-128"/>
                    <a:cs typeface="Segoe UI Light" panose="020B0502040204020203" pitchFamily="34" charset="0"/>
                  </a:rPr>
                  <a:t>Search</a:t>
                </a:r>
              </a:p>
              <a:p>
                <a:pPr marL="0" marR="0" lvl="0" indent="0" defTabSz="913950" eaLnBrk="0" fontAlgn="base" latinLnBrk="0" hangingPunct="0">
                  <a:lnSpc>
                    <a:spcPts val="8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75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Segoe UI Light" panose="020B0502040204020203" pitchFamily="34" charset="0"/>
                  <a:ea typeface="Arial Unicode MS" panose="020B0604020202020204" pitchFamily="34" charset="-128"/>
                  <a:cs typeface="Segoe UI Light" panose="020B0502040204020203" pitchFamily="34" charset="0"/>
                </a:endParaRPr>
              </a:p>
            </p:txBody>
          </p:sp>
          <p:pic>
            <p:nvPicPr>
              <p:cNvPr id="88" name="Picture 87">
                <a:extLst>
                  <a:ext uri="{FF2B5EF4-FFF2-40B4-BE49-F238E27FC236}">
                    <a16:creationId xmlns:a16="http://schemas.microsoft.com/office/drawing/2014/main" id="{15D00CE7-C051-4195-9381-8C39763F765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 cstate="print">
                <a:biLevel thresh="25000"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9789813" y="4065697"/>
                <a:ext cx="293993" cy="293993"/>
              </a:xfrm>
              <a:prstGeom prst="rect">
                <a:avLst/>
              </a:prstGeom>
              <a:grpFill/>
            </p:spPr>
          </p:pic>
        </p:grpSp>
        <p:grpSp>
          <p:nvGrpSpPr>
            <p:cNvPr id="81" name="Group 80">
              <a:extLst>
                <a:ext uri="{FF2B5EF4-FFF2-40B4-BE49-F238E27FC236}">
                  <a16:creationId xmlns:a16="http://schemas.microsoft.com/office/drawing/2014/main" id="{E7D9D2D3-80ED-452A-A193-5B15A9AB3E4E}"/>
                </a:ext>
              </a:extLst>
            </p:cNvPr>
            <p:cNvGrpSpPr/>
            <p:nvPr/>
          </p:nvGrpSpPr>
          <p:grpSpPr>
            <a:xfrm>
              <a:off x="9795245" y="4668527"/>
              <a:ext cx="1014773" cy="328756"/>
              <a:chOff x="9795245" y="4668527"/>
              <a:chExt cx="1014773" cy="328756"/>
            </a:xfrm>
            <a:grpFill/>
          </p:grpSpPr>
          <p:sp>
            <p:nvSpPr>
              <p:cNvPr id="85" name="TextBox 84">
                <a:extLst>
                  <a:ext uri="{FF2B5EF4-FFF2-40B4-BE49-F238E27FC236}">
                    <a16:creationId xmlns:a16="http://schemas.microsoft.com/office/drawing/2014/main" id="{44190D65-A999-4431-877F-794ABAD5AFF1}"/>
                  </a:ext>
                </a:extLst>
              </p:cNvPr>
              <p:cNvSpPr txBox="1"/>
              <p:nvPr/>
            </p:nvSpPr>
            <p:spPr>
              <a:xfrm>
                <a:off x="10150862" y="4696178"/>
                <a:ext cx="659156" cy="301105"/>
              </a:xfrm>
              <a:prstGeom prst="rect">
                <a:avLst/>
              </a:prstGeom>
              <a:grpFill/>
              <a:ln>
                <a:noFill/>
              </a:ln>
            </p:spPr>
            <p:txBody>
              <a:bodyPr wrap="none" lIns="0" tIns="27421" rIns="0" bIns="0" rtlCol="0">
                <a:noAutofit/>
              </a:bodyPr>
              <a:lstStyle/>
              <a:p>
                <a:pPr marL="0" marR="0" lvl="0" indent="0" defTabSz="913950" eaLnBrk="0" fontAlgn="base" latinLnBrk="0" hangingPunct="0">
                  <a:lnSpc>
                    <a:spcPts val="8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75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Segoe UI Light" panose="020B0502040204020203" pitchFamily="34" charset="0"/>
                    <a:ea typeface="Arial Unicode MS" panose="020B0604020202020204" pitchFamily="34" charset="-128"/>
                    <a:cs typeface="Segoe UI Light" panose="020B0502040204020203" pitchFamily="34" charset="0"/>
                  </a:rPr>
                  <a:t>Tables</a:t>
                </a:r>
              </a:p>
            </p:txBody>
          </p:sp>
          <p:pic>
            <p:nvPicPr>
              <p:cNvPr id="86" name="Picture 85" descr="Storage table.png">
                <a:extLst>
                  <a:ext uri="{FF2B5EF4-FFF2-40B4-BE49-F238E27FC236}">
                    <a16:creationId xmlns:a16="http://schemas.microsoft.com/office/drawing/2014/main" id="{D042C0E1-6C0C-4184-8690-2E8CC8D3EEE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 cstate="print">
                <a:biLevel thresh="25000"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9795245" y="4668527"/>
                <a:ext cx="288561" cy="288560"/>
              </a:xfrm>
              <a:prstGeom prst="rect">
                <a:avLst/>
              </a:prstGeom>
              <a:grpFill/>
            </p:spPr>
          </p:pic>
        </p:grpSp>
        <p:grpSp>
          <p:nvGrpSpPr>
            <p:cNvPr id="82" name="Group 81">
              <a:extLst>
                <a:ext uri="{FF2B5EF4-FFF2-40B4-BE49-F238E27FC236}">
                  <a16:creationId xmlns:a16="http://schemas.microsoft.com/office/drawing/2014/main" id="{F2E04A65-0167-4073-9C3A-2E50C9C7C48C}"/>
                </a:ext>
              </a:extLst>
            </p:cNvPr>
            <p:cNvGrpSpPr/>
            <p:nvPr/>
          </p:nvGrpSpPr>
          <p:grpSpPr>
            <a:xfrm>
              <a:off x="9763191" y="3476801"/>
              <a:ext cx="751841" cy="347627"/>
              <a:chOff x="9763191" y="3476801"/>
              <a:chExt cx="751841" cy="347627"/>
            </a:xfrm>
            <a:grpFill/>
          </p:grpSpPr>
          <p:pic>
            <p:nvPicPr>
              <p:cNvPr id="83" name="Picture 82">
                <a:extLst>
                  <a:ext uri="{FF2B5EF4-FFF2-40B4-BE49-F238E27FC236}">
                    <a16:creationId xmlns:a16="http://schemas.microsoft.com/office/drawing/2014/main" id="{580988A5-645B-4E4C-B0DB-F99CE5B29DC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9763191" y="3476801"/>
                <a:ext cx="320616" cy="290558"/>
              </a:xfrm>
              <a:prstGeom prst="rect">
                <a:avLst/>
              </a:prstGeom>
              <a:grpFill/>
            </p:spPr>
          </p:pic>
          <p:sp>
            <p:nvSpPr>
              <p:cNvPr id="84" name="TextBox 83">
                <a:extLst>
                  <a:ext uri="{FF2B5EF4-FFF2-40B4-BE49-F238E27FC236}">
                    <a16:creationId xmlns:a16="http://schemas.microsoft.com/office/drawing/2014/main" id="{67FF3041-6537-4AF3-85BD-BAC3D02610DE}"/>
                  </a:ext>
                </a:extLst>
              </p:cNvPr>
              <p:cNvSpPr txBox="1"/>
              <p:nvPr/>
            </p:nvSpPr>
            <p:spPr>
              <a:xfrm>
                <a:off x="10117219" y="3498352"/>
                <a:ext cx="397813" cy="326076"/>
              </a:xfrm>
              <a:prstGeom prst="rect">
                <a:avLst/>
              </a:prstGeom>
              <a:grpFill/>
              <a:ln>
                <a:noFill/>
              </a:ln>
            </p:spPr>
            <p:txBody>
              <a:bodyPr wrap="none" lIns="0" tIns="27421" rIns="0" bIns="0" rtlCol="0">
                <a:noAutofit/>
              </a:bodyPr>
              <a:lstStyle/>
              <a:p>
                <a:pPr marL="0" marR="0" lvl="0" indent="0" defTabSz="913950" eaLnBrk="0" fontAlgn="base" latinLnBrk="0" hangingPunct="0">
                  <a:lnSpc>
                    <a:spcPts val="8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75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Segoe UI Light" panose="020B0502040204020203" pitchFamily="34" charset="0"/>
                    <a:ea typeface="Arial Unicode MS" panose="020B0604020202020204" pitchFamily="34" charset="-128"/>
                    <a:cs typeface="Segoe UI Light" panose="020B0502040204020203" pitchFamily="34" charset="0"/>
                  </a:rPr>
                  <a:t>SQL Data</a:t>
                </a:r>
              </a:p>
              <a:p>
                <a:pPr marL="0" marR="0" lvl="0" indent="0" defTabSz="913950" eaLnBrk="0" fontAlgn="base" latinLnBrk="0" hangingPunct="0">
                  <a:lnSpc>
                    <a:spcPts val="8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75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Segoe UI Light" panose="020B0502040204020203" pitchFamily="34" charset="0"/>
                    <a:ea typeface="Arial Unicode MS" panose="020B0604020202020204" pitchFamily="34" charset="-128"/>
                    <a:cs typeface="Segoe UI Light" panose="020B0502040204020203" pitchFamily="34" charset="0"/>
                  </a:rPr>
                  <a:t>Warehouse</a:t>
                </a:r>
              </a:p>
            </p:txBody>
          </p:sp>
        </p:grpSp>
      </p:grpSp>
      <p:pic>
        <p:nvPicPr>
          <p:cNvPr id="95" name="Picture 2" descr="Image result for skype for business">
            <a:extLst>
              <a:ext uri="{FF2B5EF4-FFF2-40B4-BE49-F238E27FC236}">
                <a16:creationId xmlns:a16="http://schemas.microsoft.com/office/drawing/2014/main" id="{ADA3400A-9075-496B-B225-752617E222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45001" y="1148041"/>
            <a:ext cx="871614" cy="806009"/>
          </a:xfrm>
          <a:prstGeom prst="rect">
            <a:avLst/>
          </a:prstGeom>
          <a:noFill/>
          <a:effectLst>
            <a:outerShdw blurRad="762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6" name="Picture 4" descr="Image result for Azure Maps Logo">
            <a:extLst>
              <a:ext uri="{FF2B5EF4-FFF2-40B4-BE49-F238E27FC236}">
                <a16:creationId xmlns:a16="http://schemas.microsoft.com/office/drawing/2014/main" id="{DD5B2F8E-EB4D-417A-A5FC-2FE2A600BC0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107" r="11628"/>
          <a:stretch/>
        </p:blipFill>
        <p:spPr bwMode="auto">
          <a:xfrm>
            <a:off x="4112730" y="3125100"/>
            <a:ext cx="979868" cy="699751"/>
          </a:xfrm>
          <a:prstGeom prst="rect">
            <a:avLst/>
          </a:prstGeom>
          <a:noFill/>
          <a:effectLst>
            <a:outerShdw blurRad="762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7" name="Picture 6" descr="See the source image">
            <a:extLst>
              <a:ext uri="{FF2B5EF4-FFF2-40B4-BE49-F238E27FC236}">
                <a16:creationId xmlns:a16="http://schemas.microsoft.com/office/drawing/2014/main" id="{F6B3CD62-A874-48E0-A311-1566866345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08387" y="2208235"/>
            <a:ext cx="778029" cy="765777"/>
          </a:xfrm>
          <a:prstGeom prst="rect">
            <a:avLst/>
          </a:prstGeom>
          <a:noFill/>
          <a:effectLst>
            <a:outerShdw blurRad="762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98" name="Graphic 1">
            <a:extLst>
              <a:ext uri="{FF2B5EF4-FFF2-40B4-BE49-F238E27FC236}">
                <a16:creationId xmlns:a16="http://schemas.microsoft.com/office/drawing/2014/main" id="{91FB380F-ED74-41AA-A39A-41929AD9BE3F}"/>
              </a:ext>
            </a:extLst>
          </p:cNvPr>
          <p:cNvGrpSpPr/>
          <p:nvPr/>
        </p:nvGrpSpPr>
        <p:grpSpPr>
          <a:xfrm>
            <a:off x="2084652" y="1197333"/>
            <a:ext cx="463802" cy="793895"/>
            <a:chOff x="2880536" y="196038"/>
            <a:chExt cx="1057275" cy="1809750"/>
          </a:xfrm>
        </p:grpSpPr>
        <p:sp>
          <p:nvSpPr>
            <p:cNvPr id="99" name="Freeform: Shape 747">
              <a:extLst>
                <a:ext uri="{FF2B5EF4-FFF2-40B4-BE49-F238E27FC236}">
                  <a16:creationId xmlns:a16="http://schemas.microsoft.com/office/drawing/2014/main" id="{E504A7BE-7FD5-47C2-B3D5-1D9E61D97831}"/>
                </a:ext>
              </a:extLst>
            </p:cNvPr>
            <p:cNvSpPr/>
            <p:nvPr/>
          </p:nvSpPr>
          <p:spPr>
            <a:xfrm>
              <a:off x="2880536" y="196038"/>
              <a:ext cx="1057275" cy="1809750"/>
            </a:xfrm>
            <a:custGeom>
              <a:avLst/>
              <a:gdLst>
                <a:gd name="connsiteX0" fmla="*/ 391328 w 1057275"/>
                <a:gd name="connsiteY0" fmla="*/ 7144 h 1809750"/>
                <a:gd name="connsiteX1" fmla="*/ 224450 w 1057275"/>
                <a:gd name="connsiteY1" fmla="*/ 798290 h 1809750"/>
                <a:gd name="connsiteX2" fmla="*/ 136058 w 1057275"/>
                <a:gd name="connsiteY2" fmla="*/ 1340644 h 1809750"/>
                <a:gd name="connsiteX3" fmla="*/ 47285 w 1057275"/>
                <a:gd name="connsiteY3" fmla="*/ 963263 h 1809750"/>
                <a:gd name="connsiteX4" fmla="*/ 603259 w 1057275"/>
                <a:gd name="connsiteY4" fmla="*/ 1802606 h 1809750"/>
                <a:gd name="connsiteX5" fmla="*/ 888819 w 1057275"/>
                <a:gd name="connsiteY5" fmla="*/ 771239 h 1809750"/>
                <a:gd name="connsiteX6" fmla="*/ 836717 w 1057275"/>
                <a:gd name="connsiteY6" fmla="*/ 1157478 h 1809750"/>
                <a:gd name="connsiteX7" fmla="*/ 724417 w 1057275"/>
                <a:gd name="connsiteY7" fmla="*/ 738664 h 1809750"/>
                <a:gd name="connsiteX8" fmla="*/ 652218 w 1057275"/>
                <a:gd name="connsiteY8" fmla="*/ 262985 h 1809750"/>
                <a:gd name="connsiteX9" fmla="*/ 547919 w 1057275"/>
                <a:gd name="connsiteY9" fmla="*/ 543497 h 1809750"/>
                <a:gd name="connsiteX10" fmla="*/ 391328 w 1057275"/>
                <a:gd name="connsiteY10" fmla="*/ 7144 h 18097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57275" h="1809750">
                  <a:moveTo>
                    <a:pt x="391328" y="7144"/>
                  </a:moveTo>
                  <a:cubicBezTo>
                    <a:pt x="391328" y="7144"/>
                    <a:pt x="577828" y="340519"/>
                    <a:pt x="224450" y="798290"/>
                  </a:cubicBezTo>
                  <a:cubicBezTo>
                    <a:pt x="224450" y="798290"/>
                    <a:pt x="62525" y="966407"/>
                    <a:pt x="136058" y="1340644"/>
                  </a:cubicBezTo>
                  <a:cubicBezTo>
                    <a:pt x="136058" y="1340644"/>
                    <a:pt x="10614" y="1198626"/>
                    <a:pt x="47285" y="963263"/>
                  </a:cubicBezTo>
                  <a:cubicBezTo>
                    <a:pt x="47285" y="963263"/>
                    <a:pt x="-215414" y="1771555"/>
                    <a:pt x="603259" y="1802606"/>
                  </a:cubicBezTo>
                  <a:cubicBezTo>
                    <a:pt x="603259" y="1802606"/>
                    <a:pt x="1377737" y="1547717"/>
                    <a:pt x="888819" y="771239"/>
                  </a:cubicBezTo>
                  <a:cubicBezTo>
                    <a:pt x="888819" y="771239"/>
                    <a:pt x="932920" y="1088327"/>
                    <a:pt x="836717" y="1157478"/>
                  </a:cubicBezTo>
                  <a:cubicBezTo>
                    <a:pt x="836717" y="1157478"/>
                    <a:pt x="676316" y="1088327"/>
                    <a:pt x="724417" y="738664"/>
                  </a:cubicBezTo>
                  <a:cubicBezTo>
                    <a:pt x="724417" y="738664"/>
                    <a:pt x="812619" y="458153"/>
                    <a:pt x="652218" y="262985"/>
                  </a:cubicBezTo>
                  <a:cubicBezTo>
                    <a:pt x="652218" y="262985"/>
                    <a:pt x="652218" y="490633"/>
                    <a:pt x="547919" y="543497"/>
                  </a:cubicBezTo>
                  <a:cubicBezTo>
                    <a:pt x="548014" y="543592"/>
                    <a:pt x="667744" y="153734"/>
                    <a:pt x="391328" y="7144"/>
                  </a:cubicBezTo>
                  <a:close/>
                </a:path>
              </a:pathLst>
            </a:custGeom>
            <a:solidFill>
              <a:srgbClr val="FA2A2A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27282D"/>
                </a:solidFill>
                <a:effectLst/>
                <a:uLnTx/>
                <a:uFillTx/>
              </a:endParaRPr>
            </a:p>
          </p:txBody>
        </p:sp>
        <p:sp>
          <p:nvSpPr>
            <p:cNvPr id="100" name="Freeform: Shape 748">
              <a:extLst>
                <a:ext uri="{FF2B5EF4-FFF2-40B4-BE49-F238E27FC236}">
                  <a16:creationId xmlns:a16="http://schemas.microsoft.com/office/drawing/2014/main" id="{CABE89D9-01F0-4C87-A2BB-92E0EAB0020E}"/>
                </a:ext>
              </a:extLst>
            </p:cNvPr>
            <p:cNvSpPr/>
            <p:nvPr/>
          </p:nvSpPr>
          <p:spPr>
            <a:xfrm>
              <a:off x="3104183" y="1008807"/>
              <a:ext cx="609600" cy="990600"/>
            </a:xfrm>
            <a:custGeom>
              <a:avLst/>
              <a:gdLst>
                <a:gd name="connsiteX0" fmla="*/ 519344 w 609600"/>
                <a:gd name="connsiteY0" fmla="*/ 922687 h 990600"/>
                <a:gd name="connsiteX1" fmla="*/ 511248 w 609600"/>
                <a:gd name="connsiteY1" fmla="*/ 444151 h 990600"/>
                <a:gd name="connsiteX2" fmla="*/ 481435 w 609600"/>
                <a:gd name="connsiteY2" fmla="*/ 665035 h 990600"/>
                <a:gd name="connsiteX3" fmla="*/ 417236 w 609600"/>
                <a:gd name="connsiteY3" fmla="*/ 425482 h 990600"/>
                <a:gd name="connsiteX4" fmla="*/ 375993 w 609600"/>
                <a:gd name="connsiteY4" fmla="*/ 153448 h 990600"/>
                <a:gd name="connsiteX5" fmla="*/ 316367 w 609600"/>
                <a:gd name="connsiteY5" fmla="*/ 313944 h 990600"/>
                <a:gd name="connsiteX6" fmla="*/ 226736 w 609600"/>
                <a:gd name="connsiteY6" fmla="*/ 7144 h 990600"/>
                <a:gd name="connsiteX7" fmla="*/ 131296 w 609600"/>
                <a:gd name="connsiteY7" fmla="*/ 459676 h 990600"/>
                <a:gd name="connsiteX8" fmla="*/ 80813 w 609600"/>
                <a:gd name="connsiteY8" fmla="*/ 769906 h 990600"/>
                <a:gd name="connsiteX9" fmla="*/ 30045 w 609600"/>
                <a:gd name="connsiteY9" fmla="*/ 554069 h 990600"/>
                <a:gd name="connsiteX10" fmla="*/ 77099 w 609600"/>
                <a:gd name="connsiteY10" fmla="*/ 927545 h 990600"/>
                <a:gd name="connsiteX11" fmla="*/ 379898 w 609600"/>
                <a:gd name="connsiteY11" fmla="*/ 990029 h 990600"/>
                <a:gd name="connsiteX12" fmla="*/ 519344 w 609600"/>
                <a:gd name="connsiteY12" fmla="*/ 922687 h 990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09600" h="990600">
                  <a:moveTo>
                    <a:pt x="519344" y="922687"/>
                  </a:moveTo>
                  <a:cubicBezTo>
                    <a:pt x="604212" y="832295"/>
                    <a:pt x="660029" y="680466"/>
                    <a:pt x="511248" y="444151"/>
                  </a:cubicBezTo>
                  <a:cubicBezTo>
                    <a:pt x="511248" y="444151"/>
                    <a:pt x="536489" y="625507"/>
                    <a:pt x="481435" y="665035"/>
                  </a:cubicBezTo>
                  <a:cubicBezTo>
                    <a:pt x="481435" y="665035"/>
                    <a:pt x="389709" y="625507"/>
                    <a:pt x="417236" y="425482"/>
                  </a:cubicBezTo>
                  <a:cubicBezTo>
                    <a:pt x="417236" y="425482"/>
                    <a:pt x="467719" y="264986"/>
                    <a:pt x="375993" y="153448"/>
                  </a:cubicBezTo>
                  <a:cubicBezTo>
                    <a:pt x="375993" y="153448"/>
                    <a:pt x="375993" y="283655"/>
                    <a:pt x="316367" y="313944"/>
                  </a:cubicBezTo>
                  <a:cubicBezTo>
                    <a:pt x="316367" y="313944"/>
                    <a:pt x="384851" y="90964"/>
                    <a:pt x="226736" y="7144"/>
                  </a:cubicBezTo>
                  <a:cubicBezTo>
                    <a:pt x="226736" y="7144"/>
                    <a:pt x="333416" y="197834"/>
                    <a:pt x="131296" y="459676"/>
                  </a:cubicBezTo>
                  <a:cubicBezTo>
                    <a:pt x="131296" y="459676"/>
                    <a:pt x="38618" y="555784"/>
                    <a:pt x="80813" y="769906"/>
                  </a:cubicBezTo>
                  <a:cubicBezTo>
                    <a:pt x="80813" y="769906"/>
                    <a:pt x="9090" y="688658"/>
                    <a:pt x="30045" y="554069"/>
                  </a:cubicBezTo>
                  <a:cubicBezTo>
                    <a:pt x="30045" y="554069"/>
                    <a:pt x="-45202" y="785908"/>
                    <a:pt x="77099" y="927545"/>
                  </a:cubicBezTo>
                  <a:cubicBezTo>
                    <a:pt x="156251" y="962597"/>
                    <a:pt x="255502" y="985266"/>
                    <a:pt x="379898" y="990029"/>
                  </a:cubicBezTo>
                  <a:cubicBezTo>
                    <a:pt x="379708" y="989838"/>
                    <a:pt x="441525" y="969455"/>
                    <a:pt x="519344" y="922687"/>
                  </a:cubicBezTo>
                  <a:close/>
                </a:path>
              </a:pathLst>
            </a:custGeom>
            <a:solidFill>
              <a:srgbClr val="F78D3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27282D"/>
                </a:solidFill>
                <a:effectLst/>
                <a:uLnTx/>
                <a:uFillTx/>
              </a:endParaRPr>
            </a:p>
          </p:txBody>
        </p:sp>
        <p:sp>
          <p:nvSpPr>
            <p:cNvPr id="101" name="Freeform: Shape 749">
              <a:extLst>
                <a:ext uri="{FF2B5EF4-FFF2-40B4-BE49-F238E27FC236}">
                  <a16:creationId xmlns:a16="http://schemas.microsoft.com/office/drawing/2014/main" id="{F72B3A8F-1108-48AA-B3F2-C1A0C111E9D8}"/>
                </a:ext>
              </a:extLst>
            </p:cNvPr>
            <p:cNvSpPr/>
            <p:nvPr/>
          </p:nvSpPr>
          <p:spPr>
            <a:xfrm>
              <a:off x="3214882" y="1418096"/>
              <a:ext cx="381000" cy="581025"/>
            </a:xfrm>
            <a:custGeom>
              <a:avLst/>
              <a:gdLst>
                <a:gd name="connsiteX0" fmla="*/ 359783 w 381000"/>
                <a:gd name="connsiteY0" fmla="*/ 540734 h 581025"/>
                <a:gd name="connsiteX1" fmla="*/ 324064 w 381000"/>
                <a:gd name="connsiteY1" fmla="*/ 281845 h 581025"/>
                <a:gd name="connsiteX2" fmla="*/ 305300 w 381000"/>
                <a:gd name="connsiteY2" fmla="*/ 420719 h 581025"/>
                <a:gd name="connsiteX3" fmla="*/ 264914 w 381000"/>
                <a:gd name="connsiteY3" fmla="*/ 270129 h 581025"/>
                <a:gd name="connsiteX4" fmla="*/ 239006 w 381000"/>
                <a:gd name="connsiteY4" fmla="*/ 99155 h 581025"/>
                <a:gd name="connsiteX5" fmla="*/ 201477 w 381000"/>
                <a:gd name="connsiteY5" fmla="*/ 200025 h 581025"/>
                <a:gd name="connsiteX6" fmla="*/ 145184 w 381000"/>
                <a:gd name="connsiteY6" fmla="*/ 7144 h 581025"/>
                <a:gd name="connsiteX7" fmla="*/ 85177 w 381000"/>
                <a:gd name="connsiteY7" fmla="*/ 291560 h 581025"/>
                <a:gd name="connsiteX8" fmla="*/ 53459 w 381000"/>
                <a:gd name="connsiteY8" fmla="*/ 486537 h 581025"/>
                <a:gd name="connsiteX9" fmla="*/ 21550 w 381000"/>
                <a:gd name="connsiteY9" fmla="*/ 350901 h 581025"/>
                <a:gd name="connsiteX10" fmla="*/ 23264 w 381000"/>
                <a:gd name="connsiteY10" fmla="*/ 539972 h 581025"/>
                <a:gd name="connsiteX11" fmla="*/ 269009 w 381000"/>
                <a:gd name="connsiteY11" fmla="*/ 580644 h 581025"/>
                <a:gd name="connsiteX12" fmla="*/ 359783 w 381000"/>
                <a:gd name="connsiteY12" fmla="*/ 540734 h 581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000" h="581025">
                  <a:moveTo>
                    <a:pt x="359783" y="540734"/>
                  </a:moveTo>
                  <a:cubicBezTo>
                    <a:pt x="391596" y="482537"/>
                    <a:pt x="397597" y="398621"/>
                    <a:pt x="324064" y="281845"/>
                  </a:cubicBezTo>
                  <a:cubicBezTo>
                    <a:pt x="324064" y="281845"/>
                    <a:pt x="339875" y="395859"/>
                    <a:pt x="305300" y="420719"/>
                  </a:cubicBezTo>
                  <a:cubicBezTo>
                    <a:pt x="305300" y="420719"/>
                    <a:pt x="247673" y="395859"/>
                    <a:pt x="264914" y="270129"/>
                  </a:cubicBezTo>
                  <a:cubicBezTo>
                    <a:pt x="264914" y="270129"/>
                    <a:pt x="296632" y="169259"/>
                    <a:pt x="239006" y="99155"/>
                  </a:cubicBezTo>
                  <a:cubicBezTo>
                    <a:pt x="239006" y="99155"/>
                    <a:pt x="239006" y="180975"/>
                    <a:pt x="201477" y="200025"/>
                  </a:cubicBezTo>
                  <a:cubicBezTo>
                    <a:pt x="201477" y="200025"/>
                    <a:pt x="244530" y="59817"/>
                    <a:pt x="145184" y="7144"/>
                  </a:cubicBezTo>
                  <a:cubicBezTo>
                    <a:pt x="145184" y="7144"/>
                    <a:pt x="212240" y="126968"/>
                    <a:pt x="85177" y="291560"/>
                  </a:cubicBezTo>
                  <a:cubicBezTo>
                    <a:pt x="85177" y="291560"/>
                    <a:pt x="26979" y="351949"/>
                    <a:pt x="53459" y="486537"/>
                  </a:cubicBezTo>
                  <a:cubicBezTo>
                    <a:pt x="53459" y="486537"/>
                    <a:pt x="8405" y="435483"/>
                    <a:pt x="21550" y="350901"/>
                  </a:cubicBezTo>
                  <a:cubicBezTo>
                    <a:pt x="21550" y="350901"/>
                    <a:pt x="-11978" y="454247"/>
                    <a:pt x="23264" y="539972"/>
                  </a:cubicBezTo>
                  <a:cubicBezTo>
                    <a:pt x="91749" y="562451"/>
                    <a:pt x="172902" y="576929"/>
                    <a:pt x="269009" y="580644"/>
                  </a:cubicBezTo>
                  <a:cubicBezTo>
                    <a:pt x="269009" y="580549"/>
                    <a:pt x="306443" y="568262"/>
                    <a:pt x="359783" y="540734"/>
                  </a:cubicBezTo>
                  <a:close/>
                </a:path>
              </a:pathLst>
            </a:custGeom>
            <a:solidFill>
              <a:srgbClr val="FCD27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27282D"/>
                </a:solidFill>
                <a:effectLst/>
                <a:uLnTx/>
                <a:uFillTx/>
              </a:endParaRPr>
            </a:p>
          </p:txBody>
        </p:sp>
      </p:grpSp>
      <p:grpSp>
        <p:nvGrpSpPr>
          <p:cNvPr id="102" name="Graphic 1">
            <a:extLst>
              <a:ext uri="{FF2B5EF4-FFF2-40B4-BE49-F238E27FC236}">
                <a16:creationId xmlns:a16="http://schemas.microsoft.com/office/drawing/2014/main" id="{BE054213-642A-45DF-9A57-B46C3E8EF55D}"/>
              </a:ext>
            </a:extLst>
          </p:cNvPr>
          <p:cNvGrpSpPr/>
          <p:nvPr/>
        </p:nvGrpSpPr>
        <p:grpSpPr>
          <a:xfrm>
            <a:off x="2029668" y="3736702"/>
            <a:ext cx="463802" cy="793895"/>
            <a:chOff x="2880536" y="196038"/>
            <a:chExt cx="1057275" cy="1809750"/>
          </a:xfrm>
        </p:grpSpPr>
        <p:sp>
          <p:nvSpPr>
            <p:cNvPr id="103" name="Freeform: Shape 747">
              <a:extLst>
                <a:ext uri="{FF2B5EF4-FFF2-40B4-BE49-F238E27FC236}">
                  <a16:creationId xmlns:a16="http://schemas.microsoft.com/office/drawing/2014/main" id="{248BD574-D40B-4E1D-BDA4-FA3A96D48CF9}"/>
                </a:ext>
              </a:extLst>
            </p:cNvPr>
            <p:cNvSpPr/>
            <p:nvPr/>
          </p:nvSpPr>
          <p:spPr>
            <a:xfrm>
              <a:off x="2880536" y="196038"/>
              <a:ext cx="1057275" cy="1809750"/>
            </a:xfrm>
            <a:custGeom>
              <a:avLst/>
              <a:gdLst>
                <a:gd name="connsiteX0" fmla="*/ 391328 w 1057275"/>
                <a:gd name="connsiteY0" fmla="*/ 7144 h 1809750"/>
                <a:gd name="connsiteX1" fmla="*/ 224450 w 1057275"/>
                <a:gd name="connsiteY1" fmla="*/ 798290 h 1809750"/>
                <a:gd name="connsiteX2" fmla="*/ 136058 w 1057275"/>
                <a:gd name="connsiteY2" fmla="*/ 1340644 h 1809750"/>
                <a:gd name="connsiteX3" fmla="*/ 47285 w 1057275"/>
                <a:gd name="connsiteY3" fmla="*/ 963263 h 1809750"/>
                <a:gd name="connsiteX4" fmla="*/ 603259 w 1057275"/>
                <a:gd name="connsiteY4" fmla="*/ 1802606 h 1809750"/>
                <a:gd name="connsiteX5" fmla="*/ 888819 w 1057275"/>
                <a:gd name="connsiteY5" fmla="*/ 771239 h 1809750"/>
                <a:gd name="connsiteX6" fmla="*/ 836717 w 1057275"/>
                <a:gd name="connsiteY6" fmla="*/ 1157478 h 1809750"/>
                <a:gd name="connsiteX7" fmla="*/ 724417 w 1057275"/>
                <a:gd name="connsiteY7" fmla="*/ 738664 h 1809750"/>
                <a:gd name="connsiteX8" fmla="*/ 652218 w 1057275"/>
                <a:gd name="connsiteY8" fmla="*/ 262985 h 1809750"/>
                <a:gd name="connsiteX9" fmla="*/ 547919 w 1057275"/>
                <a:gd name="connsiteY9" fmla="*/ 543497 h 1809750"/>
                <a:gd name="connsiteX10" fmla="*/ 391328 w 1057275"/>
                <a:gd name="connsiteY10" fmla="*/ 7144 h 18097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57275" h="1809750">
                  <a:moveTo>
                    <a:pt x="391328" y="7144"/>
                  </a:moveTo>
                  <a:cubicBezTo>
                    <a:pt x="391328" y="7144"/>
                    <a:pt x="577828" y="340519"/>
                    <a:pt x="224450" y="798290"/>
                  </a:cubicBezTo>
                  <a:cubicBezTo>
                    <a:pt x="224450" y="798290"/>
                    <a:pt x="62525" y="966407"/>
                    <a:pt x="136058" y="1340644"/>
                  </a:cubicBezTo>
                  <a:cubicBezTo>
                    <a:pt x="136058" y="1340644"/>
                    <a:pt x="10614" y="1198626"/>
                    <a:pt x="47285" y="963263"/>
                  </a:cubicBezTo>
                  <a:cubicBezTo>
                    <a:pt x="47285" y="963263"/>
                    <a:pt x="-215414" y="1771555"/>
                    <a:pt x="603259" y="1802606"/>
                  </a:cubicBezTo>
                  <a:cubicBezTo>
                    <a:pt x="603259" y="1802606"/>
                    <a:pt x="1377737" y="1547717"/>
                    <a:pt x="888819" y="771239"/>
                  </a:cubicBezTo>
                  <a:cubicBezTo>
                    <a:pt x="888819" y="771239"/>
                    <a:pt x="932920" y="1088327"/>
                    <a:pt x="836717" y="1157478"/>
                  </a:cubicBezTo>
                  <a:cubicBezTo>
                    <a:pt x="836717" y="1157478"/>
                    <a:pt x="676316" y="1088327"/>
                    <a:pt x="724417" y="738664"/>
                  </a:cubicBezTo>
                  <a:cubicBezTo>
                    <a:pt x="724417" y="738664"/>
                    <a:pt x="812619" y="458153"/>
                    <a:pt x="652218" y="262985"/>
                  </a:cubicBezTo>
                  <a:cubicBezTo>
                    <a:pt x="652218" y="262985"/>
                    <a:pt x="652218" y="490633"/>
                    <a:pt x="547919" y="543497"/>
                  </a:cubicBezTo>
                  <a:cubicBezTo>
                    <a:pt x="548014" y="543592"/>
                    <a:pt x="667744" y="153734"/>
                    <a:pt x="391328" y="7144"/>
                  </a:cubicBezTo>
                  <a:close/>
                </a:path>
              </a:pathLst>
            </a:custGeom>
            <a:solidFill>
              <a:srgbClr val="FA2A2A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27282D"/>
                </a:solidFill>
                <a:effectLst/>
                <a:uLnTx/>
                <a:uFillTx/>
              </a:endParaRPr>
            </a:p>
          </p:txBody>
        </p:sp>
        <p:sp>
          <p:nvSpPr>
            <p:cNvPr id="104" name="Freeform: Shape 748">
              <a:extLst>
                <a:ext uri="{FF2B5EF4-FFF2-40B4-BE49-F238E27FC236}">
                  <a16:creationId xmlns:a16="http://schemas.microsoft.com/office/drawing/2014/main" id="{D9252C7F-E05B-46BD-B916-ACD926945906}"/>
                </a:ext>
              </a:extLst>
            </p:cNvPr>
            <p:cNvSpPr/>
            <p:nvPr/>
          </p:nvSpPr>
          <p:spPr>
            <a:xfrm>
              <a:off x="3104183" y="1008807"/>
              <a:ext cx="609600" cy="990600"/>
            </a:xfrm>
            <a:custGeom>
              <a:avLst/>
              <a:gdLst>
                <a:gd name="connsiteX0" fmla="*/ 519344 w 609600"/>
                <a:gd name="connsiteY0" fmla="*/ 922687 h 990600"/>
                <a:gd name="connsiteX1" fmla="*/ 511248 w 609600"/>
                <a:gd name="connsiteY1" fmla="*/ 444151 h 990600"/>
                <a:gd name="connsiteX2" fmla="*/ 481435 w 609600"/>
                <a:gd name="connsiteY2" fmla="*/ 665035 h 990600"/>
                <a:gd name="connsiteX3" fmla="*/ 417236 w 609600"/>
                <a:gd name="connsiteY3" fmla="*/ 425482 h 990600"/>
                <a:gd name="connsiteX4" fmla="*/ 375993 w 609600"/>
                <a:gd name="connsiteY4" fmla="*/ 153448 h 990600"/>
                <a:gd name="connsiteX5" fmla="*/ 316367 w 609600"/>
                <a:gd name="connsiteY5" fmla="*/ 313944 h 990600"/>
                <a:gd name="connsiteX6" fmla="*/ 226736 w 609600"/>
                <a:gd name="connsiteY6" fmla="*/ 7144 h 990600"/>
                <a:gd name="connsiteX7" fmla="*/ 131296 w 609600"/>
                <a:gd name="connsiteY7" fmla="*/ 459676 h 990600"/>
                <a:gd name="connsiteX8" fmla="*/ 80813 w 609600"/>
                <a:gd name="connsiteY8" fmla="*/ 769906 h 990600"/>
                <a:gd name="connsiteX9" fmla="*/ 30045 w 609600"/>
                <a:gd name="connsiteY9" fmla="*/ 554069 h 990600"/>
                <a:gd name="connsiteX10" fmla="*/ 77099 w 609600"/>
                <a:gd name="connsiteY10" fmla="*/ 927545 h 990600"/>
                <a:gd name="connsiteX11" fmla="*/ 379898 w 609600"/>
                <a:gd name="connsiteY11" fmla="*/ 990029 h 990600"/>
                <a:gd name="connsiteX12" fmla="*/ 519344 w 609600"/>
                <a:gd name="connsiteY12" fmla="*/ 922687 h 990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09600" h="990600">
                  <a:moveTo>
                    <a:pt x="519344" y="922687"/>
                  </a:moveTo>
                  <a:cubicBezTo>
                    <a:pt x="604212" y="832295"/>
                    <a:pt x="660029" y="680466"/>
                    <a:pt x="511248" y="444151"/>
                  </a:cubicBezTo>
                  <a:cubicBezTo>
                    <a:pt x="511248" y="444151"/>
                    <a:pt x="536489" y="625507"/>
                    <a:pt x="481435" y="665035"/>
                  </a:cubicBezTo>
                  <a:cubicBezTo>
                    <a:pt x="481435" y="665035"/>
                    <a:pt x="389709" y="625507"/>
                    <a:pt x="417236" y="425482"/>
                  </a:cubicBezTo>
                  <a:cubicBezTo>
                    <a:pt x="417236" y="425482"/>
                    <a:pt x="467719" y="264986"/>
                    <a:pt x="375993" y="153448"/>
                  </a:cubicBezTo>
                  <a:cubicBezTo>
                    <a:pt x="375993" y="153448"/>
                    <a:pt x="375993" y="283655"/>
                    <a:pt x="316367" y="313944"/>
                  </a:cubicBezTo>
                  <a:cubicBezTo>
                    <a:pt x="316367" y="313944"/>
                    <a:pt x="384851" y="90964"/>
                    <a:pt x="226736" y="7144"/>
                  </a:cubicBezTo>
                  <a:cubicBezTo>
                    <a:pt x="226736" y="7144"/>
                    <a:pt x="333416" y="197834"/>
                    <a:pt x="131296" y="459676"/>
                  </a:cubicBezTo>
                  <a:cubicBezTo>
                    <a:pt x="131296" y="459676"/>
                    <a:pt x="38618" y="555784"/>
                    <a:pt x="80813" y="769906"/>
                  </a:cubicBezTo>
                  <a:cubicBezTo>
                    <a:pt x="80813" y="769906"/>
                    <a:pt x="9090" y="688658"/>
                    <a:pt x="30045" y="554069"/>
                  </a:cubicBezTo>
                  <a:cubicBezTo>
                    <a:pt x="30045" y="554069"/>
                    <a:pt x="-45202" y="785908"/>
                    <a:pt x="77099" y="927545"/>
                  </a:cubicBezTo>
                  <a:cubicBezTo>
                    <a:pt x="156251" y="962597"/>
                    <a:pt x="255502" y="985266"/>
                    <a:pt x="379898" y="990029"/>
                  </a:cubicBezTo>
                  <a:cubicBezTo>
                    <a:pt x="379708" y="989838"/>
                    <a:pt x="441525" y="969455"/>
                    <a:pt x="519344" y="922687"/>
                  </a:cubicBezTo>
                  <a:close/>
                </a:path>
              </a:pathLst>
            </a:custGeom>
            <a:solidFill>
              <a:srgbClr val="F78D3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27282D"/>
                </a:solidFill>
                <a:effectLst/>
                <a:uLnTx/>
                <a:uFillTx/>
              </a:endParaRPr>
            </a:p>
          </p:txBody>
        </p:sp>
        <p:sp>
          <p:nvSpPr>
            <p:cNvPr id="105" name="Freeform: Shape 749">
              <a:extLst>
                <a:ext uri="{FF2B5EF4-FFF2-40B4-BE49-F238E27FC236}">
                  <a16:creationId xmlns:a16="http://schemas.microsoft.com/office/drawing/2014/main" id="{ADE9EC96-FCF7-4A0E-9EC3-673ADD9D75A3}"/>
                </a:ext>
              </a:extLst>
            </p:cNvPr>
            <p:cNvSpPr/>
            <p:nvPr/>
          </p:nvSpPr>
          <p:spPr>
            <a:xfrm>
              <a:off x="3214882" y="1418096"/>
              <a:ext cx="381000" cy="581025"/>
            </a:xfrm>
            <a:custGeom>
              <a:avLst/>
              <a:gdLst>
                <a:gd name="connsiteX0" fmla="*/ 359783 w 381000"/>
                <a:gd name="connsiteY0" fmla="*/ 540734 h 581025"/>
                <a:gd name="connsiteX1" fmla="*/ 324064 w 381000"/>
                <a:gd name="connsiteY1" fmla="*/ 281845 h 581025"/>
                <a:gd name="connsiteX2" fmla="*/ 305300 w 381000"/>
                <a:gd name="connsiteY2" fmla="*/ 420719 h 581025"/>
                <a:gd name="connsiteX3" fmla="*/ 264914 w 381000"/>
                <a:gd name="connsiteY3" fmla="*/ 270129 h 581025"/>
                <a:gd name="connsiteX4" fmla="*/ 239006 w 381000"/>
                <a:gd name="connsiteY4" fmla="*/ 99155 h 581025"/>
                <a:gd name="connsiteX5" fmla="*/ 201477 w 381000"/>
                <a:gd name="connsiteY5" fmla="*/ 200025 h 581025"/>
                <a:gd name="connsiteX6" fmla="*/ 145184 w 381000"/>
                <a:gd name="connsiteY6" fmla="*/ 7144 h 581025"/>
                <a:gd name="connsiteX7" fmla="*/ 85177 w 381000"/>
                <a:gd name="connsiteY7" fmla="*/ 291560 h 581025"/>
                <a:gd name="connsiteX8" fmla="*/ 53459 w 381000"/>
                <a:gd name="connsiteY8" fmla="*/ 486537 h 581025"/>
                <a:gd name="connsiteX9" fmla="*/ 21550 w 381000"/>
                <a:gd name="connsiteY9" fmla="*/ 350901 h 581025"/>
                <a:gd name="connsiteX10" fmla="*/ 23264 w 381000"/>
                <a:gd name="connsiteY10" fmla="*/ 539972 h 581025"/>
                <a:gd name="connsiteX11" fmla="*/ 269009 w 381000"/>
                <a:gd name="connsiteY11" fmla="*/ 580644 h 581025"/>
                <a:gd name="connsiteX12" fmla="*/ 359783 w 381000"/>
                <a:gd name="connsiteY12" fmla="*/ 540734 h 581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000" h="581025">
                  <a:moveTo>
                    <a:pt x="359783" y="540734"/>
                  </a:moveTo>
                  <a:cubicBezTo>
                    <a:pt x="391596" y="482537"/>
                    <a:pt x="397597" y="398621"/>
                    <a:pt x="324064" y="281845"/>
                  </a:cubicBezTo>
                  <a:cubicBezTo>
                    <a:pt x="324064" y="281845"/>
                    <a:pt x="339875" y="395859"/>
                    <a:pt x="305300" y="420719"/>
                  </a:cubicBezTo>
                  <a:cubicBezTo>
                    <a:pt x="305300" y="420719"/>
                    <a:pt x="247673" y="395859"/>
                    <a:pt x="264914" y="270129"/>
                  </a:cubicBezTo>
                  <a:cubicBezTo>
                    <a:pt x="264914" y="270129"/>
                    <a:pt x="296632" y="169259"/>
                    <a:pt x="239006" y="99155"/>
                  </a:cubicBezTo>
                  <a:cubicBezTo>
                    <a:pt x="239006" y="99155"/>
                    <a:pt x="239006" y="180975"/>
                    <a:pt x="201477" y="200025"/>
                  </a:cubicBezTo>
                  <a:cubicBezTo>
                    <a:pt x="201477" y="200025"/>
                    <a:pt x="244530" y="59817"/>
                    <a:pt x="145184" y="7144"/>
                  </a:cubicBezTo>
                  <a:cubicBezTo>
                    <a:pt x="145184" y="7144"/>
                    <a:pt x="212240" y="126968"/>
                    <a:pt x="85177" y="291560"/>
                  </a:cubicBezTo>
                  <a:cubicBezTo>
                    <a:pt x="85177" y="291560"/>
                    <a:pt x="26979" y="351949"/>
                    <a:pt x="53459" y="486537"/>
                  </a:cubicBezTo>
                  <a:cubicBezTo>
                    <a:pt x="53459" y="486537"/>
                    <a:pt x="8405" y="435483"/>
                    <a:pt x="21550" y="350901"/>
                  </a:cubicBezTo>
                  <a:cubicBezTo>
                    <a:pt x="21550" y="350901"/>
                    <a:pt x="-11978" y="454247"/>
                    <a:pt x="23264" y="539972"/>
                  </a:cubicBezTo>
                  <a:cubicBezTo>
                    <a:pt x="91749" y="562451"/>
                    <a:pt x="172902" y="576929"/>
                    <a:pt x="269009" y="580644"/>
                  </a:cubicBezTo>
                  <a:cubicBezTo>
                    <a:pt x="269009" y="580549"/>
                    <a:pt x="306443" y="568262"/>
                    <a:pt x="359783" y="540734"/>
                  </a:cubicBezTo>
                  <a:close/>
                </a:path>
              </a:pathLst>
            </a:custGeom>
            <a:solidFill>
              <a:srgbClr val="FCD27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27282D"/>
                </a:solidFill>
                <a:effectLst/>
                <a:uLnTx/>
                <a:uFillTx/>
              </a:endParaRPr>
            </a:p>
          </p:txBody>
        </p:sp>
      </p:grpSp>
      <p:grpSp>
        <p:nvGrpSpPr>
          <p:cNvPr id="106" name="Graphic 1">
            <a:extLst>
              <a:ext uri="{FF2B5EF4-FFF2-40B4-BE49-F238E27FC236}">
                <a16:creationId xmlns:a16="http://schemas.microsoft.com/office/drawing/2014/main" id="{98CD620B-D378-4EFE-B924-8DBDF13FD059}"/>
              </a:ext>
            </a:extLst>
          </p:cNvPr>
          <p:cNvGrpSpPr/>
          <p:nvPr/>
        </p:nvGrpSpPr>
        <p:grpSpPr>
          <a:xfrm>
            <a:off x="2066558" y="2697413"/>
            <a:ext cx="463802" cy="793895"/>
            <a:chOff x="2880536" y="196038"/>
            <a:chExt cx="1057275" cy="1809750"/>
          </a:xfrm>
        </p:grpSpPr>
        <p:sp>
          <p:nvSpPr>
            <p:cNvPr id="107" name="Freeform: Shape 747">
              <a:extLst>
                <a:ext uri="{FF2B5EF4-FFF2-40B4-BE49-F238E27FC236}">
                  <a16:creationId xmlns:a16="http://schemas.microsoft.com/office/drawing/2014/main" id="{75FF100E-AD5E-4343-9699-9430C0201DB6}"/>
                </a:ext>
              </a:extLst>
            </p:cNvPr>
            <p:cNvSpPr/>
            <p:nvPr/>
          </p:nvSpPr>
          <p:spPr>
            <a:xfrm>
              <a:off x="2880536" y="196038"/>
              <a:ext cx="1057275" cy="1809750"/>
            </a:xfrm>
            <a:custGeom>
              <a:avLst/>
              <a:gdLst>
                <a:gd name="connsiteX0" fmla="*/ 391328 w 1057275"/>
                <a:gd name="connsiteY0" fmla="*/ 7144 h 1809750"/>
                <a:gd name="connsiteX1" fmla="*/ 224450 w 1057275"/>
                <a:gd name="connsiteY1" fmla="*/ 798290 h 1809750"/>
                <a:gd name="connsiteX2" fmla="*/ 136058 w 1057275"/>
                <a:gd name="connsiteY2" fmla="*/ 1340644 h 1809750"/>
                <a:gd name="connsiteX3" fmla="*/ 47285 w 1057275"/>
                <a:gd name="connsiteY3" fmla="*/ 963263 h 1809750"/>
                <a:gd name="connsiteX4" fmla="*/ 603259 w 1057275"/>
                <a:gd name="connsiteY4" fmla="*/ 1802606 h 1809750"/>
                <a:gd name="connsiteX5" fmla="*/ 888819 w 1057275"/>
                <a:gd name="connsiteY5" fmla="*/ 771239 h 1809750"/>
                <a:gd name="connsiteX6" fmla="*/ 836717 w 1057275"/>
                <a:gd name="connsiteY6" fmla="*/ 1157478 h 1809750"/>
                <a:gd name="connsiteX7" fmla="*/ 724417 w 1057275"/>
                <a:gd name="connsiteY7" fmla="*/ 738664 h 1809750"/>
                <a:gd name="connsiteX8" fmla="*/ 652218 w 1057275"/>
                <a:gd name="connsiteY8" fmla="*/ 262985 h 1809750"/>
                <a:gd name="connsiteX9" fmla="*/ 547919 w 1057275"/>
                <a:gd name="connsiteY9" fmla="*/ 543497 h 1809750"/>
                <a:gd name="connsiteX10" fmla="*/ 391328 w 1057275"/>
                <a:gd name="connsiteY10" fmla="*/ 7144 h 18097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57275" h="1809750">
                  <a:moveTo>
                    <a:pt x="391328" y="7144"/>
                  </a:moveTo>
                  <a:cubicBezTo>
                    <a:pt x="391328" y="7144"/>
                    <a:pt x="577828" y="340519"/>
                    <a:pt x="224450" y="798290"/>
                  </a:cubicBezTo>
                  <a:cubicBezTo>
                    <a:pt x="224450" y="798290"/>
                    <a:pt x="62525" y="966407"/>
                    <a:pt x="136058" y="1340644"/>
                  </a:cubicBezTo>
                  <a:cubicBezTo>
                    <a:pt x="136058" y="1340644"/>
                    <a:pt x="10614" y="1198626"/>
                    <a:pt x="47285" y="963263"/>
                  </a:cubicBezTo>
                  <a:cubicBezTo>
                    <a:pt x="47285" y="963263"/>
                    <a:pt x="-215414" y="1771555"/>
                    <a:pt x="603259" y="1802606"/>
                  </a:cubicBezTo>
                  <a:cubicBezTo>
                    <a:pt x="603259" y="1802606"/>
                    <a:pt x="1377737" y="1547717"/>
                    <a:pt x="888819" y="771239"/>
                  </a:cubicBezTo>
                  <a:cubicBezTo>
                    <a:pt x="888819" y="771239"/>
                    <a:pt x="932920" y="1088327"/>
                    <a:pt x="836717" y="1157478"/>
                  </a:cubicBezTo>
                  <a:cubicBezTo>
                    <a:pt x="836717" y="1157478"/>
                    <a:pt x="676316" y="1088327"/>
                    <a:pt x="724417" y="738664"/>
                  </a:cubicBezTo>
                  <a:cubicBezTo>
                    <a:pt x="724417" y="738664"/>
                    <a:pt x="812619" y="458153"/>
                    <a:pt x="652218" y="262985"/>
                  </a:cubicBezTo>
                  <a:cubicBezTo>
                    <a:pt x="652218" y="262985"/>
                    <a:pt x="652218" y="490633"/>
                    <a:pt x="547919" y="543497"/>
                  </a:cubicBezTo>
                  <a:cubicBezTo>
                    <a:pt x="548014" y="543592"/>
                    <a:pt x="667744" y="153734"/>
                    <a:pt x="391328" y="7144"/>
                  </a:cubicBezTo>
                  <a:close/>
                </a:path>
              </a:pathLst>
            </a:custGeom>
            <a:solidFill>
              <a:srgbClr val="FA2A2A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27282D"/>
                </a:solidFill>
                <a:effectLst/>
                <a:uLnTx/>
                <a:uFillTx/>
              </a:endParaRPr>
            </a:p>
          </p:txBody>
        </p:sp>
        <p:sp>
          <p:nvSpPr>
            <p:cNvPr id="108" name="Freeform: Shape 748">
              <a:extLst>
                <a:ext uri="{FF2B5EF4-FFF2-40B4-BE49-F238E27FC236}">
                  <a16:creationId xmlns:a16="http://schemas.microsoft.com/office/drawing/2014/main" id="{B4625653-4A32-4122-A57C-545ECDBB147C}"/>
                </a:ext>
              </a:extLst>
            </p:cNvPr>
            <p:cNvSpPr/>
            <p:nvPr/>
          </p:nvSpPr>
          <p:spPr>
            <a:xfrm>
              <a:off x="3104183" y="1008807"/>
              <a:ext cx="609600" cy="990600"/>
            </a:xfrm>
            <a:custGeom>
              <a:avLst/>
              <a:gdLst>
                <a:gd name="connsiteX0" fmla="*/ 519344 w 609600"/>
                <a:gd name="connsiteY0" fmla="*/ 922687 h 990600"/>
                <a:gd name="connsiteX1" fmla="*/ 511248 w 609600"/>
                <a:gd name="connsiteY1" fmla="*/ 444151 h 990600"/>
                <a:gd name="connsiteX2" fmla="*/ 481435 w 609600"/>
                <a:gd name="connsiteY2" fmla="*/ 665035 h 990600"/>
                <a:gd name="connsiteX3" fmla="*/ 417236 w 609600"/>
                <a:gd name="connsiteY3" fmla="*/ 425482 h 990600"/>
                <a:gd name="connsiteX4" fmla="*/ 375993 w 609600"/>
                <a:gd name="connsiteY4" fmla="*/ 153448 h 990600"/>
                <a:gd name="connsiteX5" fmla="*/ 316367 w 609600"/>
                <a:gd name="connsiteY5" fmla="*/ 313944 h 990600"/>
                <a:gd name="connsiteX6" fmla="*/ 226736 w 609600"/>
                <a:gd name="connsiteY6" fmla="*/ 7144 h 990600"/>
                <a:gd name="connsiteX7" fmla="*/ 131296 w 609600"/>
                <a:gd name="connsiteY7" fmla="*/ 459676 h 990600"/>
                <a:gd name="connsiteX8" fmla="*/ 80813 w 609600"/>
                <a:gd name="connsiteY8" fmla="*/ 769906 h 990600"/>
                <a:gd name="connsiteX9" fmla="*/ 30045 w 609600"/>
                <a:gd name="connsiteY9" fmla="*/ 554069 h 990600"/>
                <a:gd name="connsiteX10" fmla="*/ 77099 w 609600"/>
                <a:gd name="connsiteY10" fmla="*/ 927545 h 990600"/>
                <a:gd name="connsiteX11" fmla="*/ 379898 w 609600"/>
                <a:gd name="connsiteY11" fmla="*/ 990029 h 990600"/>
                <a:gd name="connsiteX12" fmla="*/ 519344 w 609600"/>
                <a:gd name="connsiteY12" fmla="*/ 922687 h 990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09600" h="990600">
                  <a:moveTo>
                    <a:pt x="519344" y="922687"/>
                  </a:moveTo>
                  <a:cubicBezTo>
                    <a:pt x="604212" y="832295"/>
                    <a:pt x="660029" y="680466"/>
                    <a:pt x="511248" y="444151"/>
                  </a:cubicBezTo>
                  <a:cubicBezTo>
                    <a:pt x="511248" y="444151"/>
                    <a:pt x="536489" y="625507"/>
                    <a:pt x="481435" y="665035"/>
                  </a:cubicBezTo>
                  <a:cubicBezTo>
                    <a:pt x="481435" y="665035"/>
                    <a:pt x="389709" y="625507"/>
                    <a:pt x="417236" y="425482"/>
                  </a:cubicBezTo>
                  <a:cubicBezTo>
                    <a:pt x="417236" y="425482"/>
                    <a:pt x="467719" y="264986"/>
                    <a:pt x="375993" y="153448"/>
                  </a:cubicBezTo>
                  <a:cubicBezTo>
                    <a:pt x="375993" y="153448"/>
                    <a:pt x="375993" y="283655"/>
                    <a:pt x="316367" y="313944"/>
                  </a:cubicBezTo>
                  <a:cubicBezTo>
                    <a:pt x="316367" y="313944"/>
                    <a:pt x="384851" y="90964"/>
                    <a:pt x="226736" y="7144"/>
                  </a:cubicBezTo>
                  <a:cubicBezTo>
                    <a:pt x="226736" y="7144"/>
                    <a:pt x="333416" y="197834"/>
                    <a:pt x="131296" y="459676"/>
                  </a:cubicBezTo>
                  <a:cubicBezTo>
                    <a:pt x="131296" y="459676"/>
                    <a:pt x="38618" y="555784"/>
                    <a:pt x="80813" y="769906"/>
                  </a:cubicBezTo>
                  <a:cubicBezTo>
                    <a:pt x="80813" y="769906"/>
                    <a:pt x="9090" y="688658"/>
                    <a:pt x="30045" y="554069"/>
                  </a:cubicBezTo>
                  <a:cubicBezTo>
                    <a:pt x="30045" y="554069"/>
                    <a:pt x="-45202" y="785908"/>
                    <a:pt x="77099" y="927545"/>
                  </a:cubicBezTo>
                  <a:cubicBezTo>
                    <a:pt x="156251" y="962597"/>
                    <a:pt x="255502" y="985266"/>
                    <a:pt x="379898" y="990029"/>
                  </a:cubicBezTo>
                  <a:cubicBezTo>
                    <a:pt x="379708" y="989838"/>
                    <a:pt x="441525" y="969455"/>
                    <a:pt x="519344" y="922687"/>
                  </a:cubicBezTo>
                  <a:close/>
                </a:path>
              </a:pathLst>
            </a:custGeom>
            <a:solidFill>
              <a:srgbClr val="F78D3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27282D"/>
                </a:solidFill>
                <a:effectLst/>
                <a:uLnTx/>
                <a:uFillTx/>
              </a:endParaRPr>
            </a:p>
          </p:txBody>
        </p:sp>
        <p:sp>
          <p:nvSpPr>
            <p:cNvPr id="109" name="Freeform: Shape 749">
              <a:extLst>
                <a:ext uri="{FF2B5EF4-FFF2-40B4-BE49-F238E27FC236}">
                  <a16:creationId xmlns:a16="http://schemas.microsoft.com/office/drawing/2014/main" id="{1706182E-CC7F-4107-BEFF-C6D66267DE03}"/>
                </a:ext>
              </a:extLst>
            </p:cNvPr>
            <p:cNvSpPr/>
            <p:nvPr/>
          </p:nvSpPr>
          <p:spPr>
            <a:xfrm>
              <a:off x="3214882" y="1418096"/>
              <a:ext cx="381000" cy="581025"/>
            </a:xfrm>
            <a:custGeom>
              <a:avLst/>
              <a:gdLst>
                <a:gd name="connsiteX0" fmla="*/ 359783 w 381000"/>
                <a:gd name="connsiteY0" fmla="*/ 540734 h 581025"/>
                <a:gd name="connsiteX1" fmla="*/ 324064 w 381000"/>
                <a:gd name="connsiteY1" fmla="*/ 281845 h 581025"/>
                <a:gd name="connsiteX2" fmla="*/ 305300 w 381000"/>
                <a:gd name="connsiteY2" fmla="*/ 420719 h 581025"/>
                <a:gd name="connsiteX3" fmla="*/ 264914 w 381000"/>
                <a:gd name="connsiteY3" fmla="*/ 270129 h 581025"/>
                <a:gd name="connsiteX4" fmla="*/ 239006 w 381000"/>
                <a:gd name="connsiteY4" fmla="*/ 99155 h 581025"/>
                <a:gd name="connsiteX5" fmla="*/ 201477 w 381000"/>
                <a:gd name="connsiteY5" fmla="*/ 200025 h 581025"/>
                <a:gd name="connsiteX6" fmla="*/ 145184 w 381000"/>
                <a:gd name="connsiteY6" fmla="*/ 7144 h 581025"/>
                <a:gd name="connsiteX7" fmla="*/ 85177 w 381000"/>
                <a:gd name="connsiteY7" fmla="*/ 291560 h 581025"/>
                <a:gd name="connsiteX8" fmla="*/ 53459 w 381000"/>
                <a:gd name="connsiteY8" fmla="*/ 486537 h 581025"/>
                <a:gd name="connsiteX9" fmla="*/ 21550 w 381000"/>
                <a:gd name="connsiteY9" fmla="*/ 350901 h 581025"/>
                <a:gd name="connsiteX10" fmla="*/ 23264 w 381000"/>
                <a:gd name="connsiteY10" fmla="*/ 539972 h 581025"/>
                <a:gd name="connsiteX11" fmla="*/ 269009 w 381000"/>
                <a:gd name="connsiteY11" fmla="*/ 580644 h 581025"/>
                <a:gd name="connsiteX12" fmla="*/ 359783 w 381000"/>
                <a:gd name="connsiteY12" fmla="*/ 540734 h 581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000" h="581025">
                  <a:moveTo>
                    <a:pt x="359783" y="540734"/>
                  </a:moveTo>
                  <a:cubicBezTo>
                    <a:pt x="391596" y="482537"/>
                    <a:pt x="397597" y="398621"/>
                    <a:pt x="324064" y="281845"/>
                  </a:cubicBezTo>
                  <a:cubicBezTo>
                    <a:pt x="324064" y="281845"/>
                    <a:pt x="339875" y="395859"/>
                    <a:pt x="305300" y="420719"/>
                  </a:cubicBezTo>
                  <a:cubicBezTo>
                    <a:pt x="305300" y="420719"/>
                    <a:pt x="247673" y="395859"/>
                    <a:pt x="264914" y="270129"/>
                  </a:cubicBezTo>
                  <a:cubicBezTo>
                    <a:pt x="264914" y="270129"/>
                    <a:pt x="296632" y="169259"/>
                    <a:pt x="239006" y="99155"/>
                  </a:cubicBezTo>
                  <a:cubicBezTo>
                    <a:pt x="239006" y="99155"/>
                    <a:pt x="239006" y="180975"/>
                    <a:pt x="201477" y="200025"/>
                  </a:cubicBezTo>
                  <a:cubicBezTo>
                    <a:pt x="201477" y="200025"/>
                    <a:pt x="244530" y="59817"/>
                    <a:pt x="145184" y="7144"/>
                  </a:cubicBezTo>
                  <a:cubicBezTo>
                    <a:pt x="145184" y="7144"/>
                    <a:pt x="212240" y="126968"/>
                    <a:pt x="85177" y="291560"/>
                  </a:cubicBezTo>
                  <a:cubicBezTo>
                    <a:pt x="85177" y="291560"/>
                    <a:pt x="26979" y="351949"/>
                    <a:pt x="53459" y="486537"/>
                  </a:cubicBezTo>
                  <a:cubicBezTo>
                    <a:pt x="53459" y="486537"/>
                    <a:pt x="8405" y="435483"/>
                    <a:pt x="21550" y="350901"/>
                  </a:cubicBezTo>
                  <a:cubicBezTo>
                    <a:pt x="21550" y="350901"/>
                    <a:pt x="-11978" y="454247"/>
                    <a:pt x="23264" y="539972"/>
                  </a:cubicBezTo>
                  <a:cubicBezTo>
                    <a:pt x="91749" y="562451"/>
                    <a:pt x="172902" y="576929"/>
                    <a:pt x="269009" y="580644"/>
                  </a:cubicBezTo>
                  <a:cubicBezTo>
                    <a:pt x="269009" y="580549"/>
                    <a:pt x="306443" y="568262"/>
                    <a:pt x="359783" y="540734"/>
                  </a:cubicBezTo>
                  <a:close/>
                </a:path>
              </a:pathLst>
            </a:custGeom>
            <a:solidFill>
              <a:srgbClr val="FCD27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27282D"/>
                </a:solidFill>
                <a:effectLst/>
                <a:uLnTx/>
                <a:uFillTx/>
              </a:endParaRPr>
            </a:p>
          </p:txBody>
        </p:sp>
      </p:grpSp>
      <p:grpSp>
        <p:nvGrpSpPr>
          <p:cNvPr id="110" name="Graphic 1">
            <a:extLst>
              <a:ext uri="{FF2B5EF4-FFF2-40B4-BE49-F238E27FC236}">
                <a16:creationId xmlns:a16="http://schemas.microsoft.com/office/drawing/2014/main" id="{08069E4A-EB49-41D4-BC2E-689C14E16A27}"/>
              </a:ext>
            </a:extLst>
          </p:cNvPr>
          <p:cNvGrpSpPr/>
          <p:nvPr/>
        </p:nvGrpSpPr>
        <p:grpSpPr>
          <a:xfrm>
            <a:off x="4311164" y="3381155"/>
            <a:ext cx="463802" cy="793895"/>
            <a:chOff x="2880536" y="196038"/>
            <a:chExt cx="1057275" cy="1809750"/>
          </a:xfrm>
        </p:grpSpPr>
        <p:sp>
          <p:nvSpPr>
            <p:cNvPr id="111" name="Freeform: Shape 747">
              <a:extLst>
                <a:ext uri="{FF2B5EF4-FFF2-40B4-BE49-F238E27FC236}">
                  <a16:creationId xmlns:a16="http://schemas.microsoft.com/office/drawing/2014/main" id="{3BE3E6EA-3454-4F27-AD08-018B6311B9A4}"/>
                </a:ext>
              </a:extLst>
            </p:cNvPr>
            <p:cNvSpPr/>
            <p:nvPr/>
          </p:nvSpPr>
          <p:spPr>
            <a:xfrm>
              <a:off x="2880536" y="196038"/>
              <a:ext cx="1057275" cy="1809750"/>
            </a:xfrm>
            <a:custGeom>
              <a:avLst/>
              <a:gdLst>
                <a:gd name="connsiteX0" fmla="*/ 391328 w 1057275"/>
                <a:gd name="connsiteY0" fmla="*/ 7144 h 1809750"/>
                <a:gd name="connsiteX1" fmla="*/ 224450 w 1057275"/>
                <a:gd name="connsiteY1" fmla="*/ 798290 h 1809750"/>
                <a:gd name="connsiteX2" fmla="*/ 136058 w 1057275"/>
                <a:gd name="connsiteY2" fmla="*/ 1340644 h 1809750"/>
                <a:gd name="connsiteX3" fmla="*/ 47285 w 1057275"/>
                <a:gd name="connsiteY3" fmla="*/ 963263 h 1809750"/>
                <a:gd name="connsiteX4" fmla="*/ 603259 w 1057275"/>
                <a:gd name="connsiteY4" fmla="*/ 1802606 h 1809750"/>
                <a:gd name="connsiteX5" fmla="*/ 888819 w 1057275"/>
                <a:gd name="connsiteY5" fmla="*/ 771239 h 1809750"/>
                <a:gd name="connsiteX6" fmla="*/ 836717 w 1057275"/>
                <a:gd name="connsiteY6" fmla="*/ 1157478 h 1809750"/>
                <a:gd name="connsiteX7" fmla="*/ 724417 w 1057275"/>
                <a:gd name="connsiteY7" fmla="*/ 738664 h 1809750"/>
                <a:gd name="connsiteX8" fmla="*/ 652218 w 1057275"/>
                <a:gd name="connsiteY8" fmla="*/ 262985 h 1809750"/>
                <a:gd name="connsiteX9" fmla="*/ 547919 w 1057275"/>
                <a:gd name="connsiteY9" fmla="*/ 543497 h 1809750"/>
                <a:gd name="connsiteX10" fmla="*/ 391328 w 1057275"/>
                <a:gd name="connsiteY10" fmla="*/ 7144 h 18097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57275" h="1809750">
                  <a:moveTo>
                    <a:pt x="391328" y="7144"/>
                  </a:moveTo>
                  <a:cubicBezTo>
                    <a:pt x="391328" y="7144"/>
                    <a:pt x="577828" y="340519"/>
                    <a:pt x="224450" y="798290"/>
                  </a:cubicBezTo>
                  <a:cubicBezTo>
                    <a:pt x="224450" y="798290"/>
                    <a:pt x="62525" y="966407"/>
                    <a:pt x="136058" y="1340644"/>
                  </a:cubicBezTo>
                  <a:cubicBezTo>
                    <a:pt x="136058" y="1340644"/>
                    <a:pt x="10614" y="1198626"/>
                    <a:pt x="47285" y="963263"/>
                  </a:cubicBezTo>
                  <a:cubicBezTo>
                    <a:pt x="47285" y="963263"/>
                    <a:pt x="-215414" y="1771555"/>
                    <a:pt x="603259" y="1802606"/>
                  </a:cubicBezTo>
                  <a:cubicBezTo>
                    <a:pt x="603259" y="1802606"/>
                    <a:pt x="1377737" y="1547717"/>
                    <a:pt x="888819" y="771239"/>
                  </a:cubicBezTo>
                  <a:cubicBezTo>
                    <a:pt x="888819" y="771239"/>
                    <a:pt x="932920" y="1088327"/>
                    <a:pt x="836717" y="1157478"/>
                  </a:cubicBezTo>
                  <a:cubicBezTo>
                    <a:pt x="836717" y="1157478"/>
                    <a:pt x="676316" y="1088327"/>
                    <a:pt x="724417" y="738664"/>
                  </a:cubicBezTo>
                  <a:cubicBezTo>
                    <a:pt x="724417" y="738664"/>
                    <a:pt x="812619" y="458153"/>
                    <a:pt x="652218" y="262985"/>
                  </a:cubicBezTo>
                  <a:cubicBezTo>
                    <a:pt x="652218" y="262985"/>
                    <a:pt x="652218" y="490633"/>
                    <a:pt x="547919" y="543497"/>
                  </a:cubicBezTo>
                  <a:cubicBezTo>
                    <a:pt x="548014" y="543592"/>
                    <a:pt x="667744" y="153734"/>
                    <a:pt x="391328" y="7144"/>
                  </a:cubicBezTo>
                  <a:close/>
                </a:path>
              </a:pathLst>
            </a:custGeom>
            <a:solidFill>
              <a:srgbClr val="FA2A2A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27282D"/>
                </a:solidFill>
                <a:effectLst/>
                <a:uLnTx/>
                <a:uFillTx/>
              </a:endParaRPr>
            </a:p>
          </p:txBody>
        </p:sp>
        <p:sp>
          <p:nvSpPr>
            <p:cNvPr id="112" name="Freeform: Shape 748">
              <a:extLst>
                <a:ext uri="{FF2B5EF4-FFF2-40B4-BE49-F238E27FC236}">
                  <a16:creationId xmlns:a16="http://schemas.microsoft.com/office/drawing/2014/main" id="{2634427E-E162-4DDC-862B-0E14DAA31F5B}"/>
                </a:ext>
              </a:extLst>
            </p:cNvPr>
            <p:cNvSpPr/>
            <p:nvPr/>
          </p:nvSpPr>
          <p:spPr>
            <a:xfrm>
              <a:off x="3104183" y="1008807"/>
              <a:ext cx="609600" cy="990600"/>
            </a:xfrm>
            <a:custGeom>
              <a:avLst/>
              <a:gdLst>
                <a:gd name="connsiteX0" fmla="*/ 519344 w 609600"/>
                <a:gd name="connsiteY0" fmla="*/ 922687 h 990600"/>
                <a:gd name="connsiteX1" fmla="*/ 511248 w 609600"/>
                <a:gd name="connsiteY1" fmla="*/ 444151 h 990600"/>
                <a:gd name="connsiteX2" fmla="*/ 481435 w 609600"/>
                <a:gd name="connsiteY2" fmla="*/ 665035 h 990600"/>
                <a:gd name="connsiteX3" fmla="*/ 417236 w 609600"/>
                <a:gd name="connsiteY3" fmla="*/ 425482 h 990600"/>
                <a:gd name="connsiteX4" fmla="*/ 375993 w 609600"/>
                <a:gd name="connsiteY4" fmla="*/ 153448 h 990600"/>
                <a:gd name="connsiteX5" fmla="*/ 316367 w 609600"/>
                <a:gd name="connsiteY5" fmla="*/ 313944 h 990600"/>
                <a:gd name="connsiteX6" fmla="*/ 226736 w 609600"/>
                <a:gd name="connsiteY6" fmla="*/ 7144 h 990600"/>
                <a:gd name="connsiteX7" fmla="*/ 131296 w 609600"/>
                <a:gd name="connsiteY7" fmla="*/ 459676 h 990600"/>
                <a:gd name="connsiteX8" fmla="*/ 80813 w 609600"/>
                <a:gd name="connsiteY8" fmla="*/ 769906 h 990600"/>
                <a:gd name="connsiteX9" fmla="*/ 30045 w 609600"/>
                <a:gd name="connsiteY9" fmla="*/ 554069 h 990600"/>
                <a:gd name="connsiteX10" fmla="*/ 77099 w 609600"/>
                <a:gd name="connsiteY10" fmla="*/ 927545 h 990600"/>
                <a:gd name="connsiteX11" fmla="*/ 379898 w 609600"/>
                <a:gd name="connsiteY11" fmla="*/ 990029 h 990600"/>
                <a:gd name="connsiteX12" fmla="*/ 519344 w 609600"/>
                <a:gd name="connsiteY12" fmla="*/ 922687 h 990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09600" h="990600">
                  <a:moveTo>
                    <a:pt x="519344" y="922687"/>
                  </a:moveTo>
                  <a:cubicBezTo>
                    <a:pt x="604212" y="832295"/>
                    <a:pt x="660029" y="680466"/>
                    <a:pt x="511248" y="444151"/>
                  </a:cubicBezTo>
                  <a:cubicBezTo>
                    <a:pt x="511248" y="444151"/>
                    <a:pt x="536489" y="625507"/>
                    <a:pt x="481435" y="665035"/>
                  </a:cubicBezTo>
                  <a:cubicBezTo>
                    <a:pt x="481435" y="665035"/>
                    <a:pt x="389709" y="625507"/>
                    <a:pt x="417236" y="425482"/>
                  </a:cubicBezTo>
                  <a:cubicBezTo>
                    <a:pt x="417236" y="425482"/>
                    <a:pt x="467719" y="264986"/>
                    <a:pt x="375993" y="153448"/>
                  </a:cubicBezTo>
                  <a:cubicBezTo>
                    <a:pt x="375993" y="153448"/>
                    <a:pt x="375993" y="283655"/>
                    <a:pt x="316367" y="313944"/>
                  </a:cubicBezTo>
                  <a:cubicBezTo>
                    <a:pt x="316367" y="313944"/>
                    <a:pt x="384851" y="90964"/>
                    <a:pt x="226736" y="7144"/>
                  </a:cubicBezTo>
                  <a:cubicBezTo>
                    <a:pt x="226736" y="7144"/>
                    <a:pt x="333416" y="197834"/>
                    <a:pt x="131296" y="459676"/>
                  </a:cubicBezTo>
                  <a:cubicBezTo>
                    <a:pt x="131296" y="459676"/>
                    <a:pt x="38618" y="555784"/>
                    <a:pt x="80813" y="769906"/>
                  </a:cubicBezTo>
                  <a:cubicBezTo>
                    <a:pt x="80813" y="769906"/>
                    <a:pt x="9090" y="688658"/>
                    <a:pt x="30045" y="554069"/>
                  </a:cubicBezTo>
                  <a:cubicBezTo>
                    <a:pt x="30045" y="554069"/>
                    <a:pt x="-45202" y="785908"/>
                    <a:pt x="77099" y="927545"/>
                  </a:cubicBezTo>
                  <a:cubicBezTo>
                    <a:pt x="156251" y="962597"/>
                    <a:pt x="255502" y="985266"/>
                    <a:pt x="379898" y="990029"/>
                  </a:cubicBezTo>
                  <a:cubicBezTo>
                    <a:pt x="379708" y="989838"/>
                    <a:pt x="441525" y="969455"/>
                    <a:pt x="519344" y="922687"/>
                  </a:cubicBezTo>
                  <a:close/>
                </a:path>
              </a:pathLst>
            </a:custGeom>
            <a:solidFill>
              <a:srgbClr val="F78D3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27282D"/>
                </a:solidFill>
                <a:effectLst/>
                <a:uLnTx/>
                <a:uFillTx/>
              </a:endParaRPr>
            </a:p>
          </p:txBody>
        </p:sp>
        <p:sp>
          <p:nvSpPr>
            <p:cNvPr id="113" name="Freeform: Shape 749">
              <a:extLst>
                <a:ext uri="{FF2B5EF4-FFF2-40B4-BE49-F238E27FC236}">
                  <a16:creationId xmlns:a16="http://schemas.microsoft.com/office/drawing/2014/main" id="{64C9A10A-EBD9-4F9D-B5F4-44971BC21B8A}"/>
                </a:ext>
              </a:extLst>
            </p:cNvPr>
            <p:cNvSpPr/>
            <p:nvPr/>
          </p:nvSpPr>
          <p:spPr>
            <a:xfrm>
              <a:off x="3214882" y="1418096"/>
              <a:ext cx="381000" cy="581025"/>
            </a:xfrm>
            <a:custGeom>
              <a:avLst/>
              <a:gdLst>
                <a:gd name="connsiteX0" fmla="*/ 359783 w 381000"/>
                <a:gd name="connsiteY0" fmla="*/ 540734 h 581025"/>
                <a:gd name="connsiteX1" fmla="*/ 324064 w 381000"/>
                <a:gd name="connsiteY1" fmla="*/ 281845 h 581025"/>
                <a:gd name="connsiteX2" fmla="*/ 305300 w 381000"/>
                <a:gd name="connsiteY2" fmla="*/ 420719 h 581025"/>
                <a:gd name="connsiteX3" fmla="*/ 264914 w 381000"/>
                <a:gd name="connsiteY3" fmla="*/ 270129 h 581025"/>
                <a:gd name="connsiteX4" fmla="*/ 239006 w 381000"/>
                <a:gd name="connsiteY4" fmla="*/ 99155 h 581025"/>
                <a:gd name="connsiteX5" fmla="*/ 201477 w 381000"/>
                <a:gd name="connsiteY5" fmla="*/ 200025 h 581025"/>
                <a:gd name="connsiteX6" fmla="*/ 145184 w 381000"/>
                <a:gd name="connsiteY6" fmla="*/ 7144 h 581025"/>
                <a:gd name="connsiteX7" fmla="*/ 85177 w 381000"/>
                <a:gd name="connsiteY7" fmla="*/ 291560 h 581025"/>
                <a:gd name="connsiteX8" fmla="*/ 53459 w 381000"/>
                <a:gd name="connsiteY8" fmla="*/ 486537 h 581025"/>
                <a:gd name="connsiteX9" fmla="*/ 21550 w 381000"/>
                <a:gd name="connsiteY9" fmla="*/ 350901 h 581025"/>
                <a:gd name="connsiteX10" fmla="*/ 23264 w 381000"/>
                <a:gd name="connsiteY10" fmla="*/ 539972 h 581025"/>
                <a:gd name="connsiteX11" fmla="*/ 269009 w 381000"/>
                <a:gd name="connsiteY11" fmla="*/ 580644 h 581025"/>
                <a:gd name="connsiteX12" fmla="*/ 359783 w 381000"/>
                <a:gd name="connsiteY12" fmla="*/ 540734 h 581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000" h="581025">
                  <a:moveTo>
                    <a:pt x="359783" y="540734"/>
                  </a:moveTo>
                  <a:cubicBezTo>
                    <a:pt x="391596" y="482537"/>
                    <a:pt x="397597" y="398621"/>
                    <a:pt x="324064" y="281845"/>
                  </a:cubicBezTo>
                  <a:cubicBezTo>
                    <a:pt x="324064" y="281845"/>
                    <a:pt x="339875" y="395859"/>
                    <a:pt x="305300" y="420719"/>
                  </a:cubicBezTo>
                  <a:cubicBezTo>
                    <a:pt x="305300" y="420719"/>
                    <a:pt x="247673" y="395859"/>
                    <a:pt x="264914" y="270129"/>
                  </a:cubicBezTo>
                  <a:cubicBezTo>
                    <a:pt x="264914" y="270129"/>
                    <a:pt x="296632" y="169259"/>
                    <a:pt x="239006" y="99155"/>
                  </a:cubicBezTo>
                  <a:cubicBezTo>
                    <a:pt x="239006" y="99155"/>
                    <a:pt x="239006" y="180975"/>
                    <a:pt x="201477" y="200025"/>
                  </a:cubicBezTo>
                  <a:cubicBezTo>
                    <a:pt x="201477" y="200025"/>
                    <a:pt x="244530" y="59817"/>
                    <a:pt x="145184" y="7144"/>
                  </a:cubicBezTo>
                  <a:cubicBezTo>
                    <a:pt x="145184" y="7144"/>
                    <a:pt x="212240" y="126968"/>
                    <a:pt x="85177" y="291560"/>
                  </a:cubicBezTo>
                  <a:cubicBezTo>
                    <a:pt x="85177" y="291560"/>
                    <a:pt x="26979" y="351949"/>
                    <a:pt x="53459" y="486537"/>
                  </a:cubicBezTo>
                  <a:cubicBezTo>
                    <a:pt x="53459" y="486537"/>
                    <a:pt x="8405" y="435483"/>
                    <a:pt x="21550" y="350901"/>
                  </a:cubicBezTo>
                  <a:cubicBezTo>
                    <a:pt x="21550" y="350901"/>
                    <a:pt x="-11978" y="454247"/>
                    <a:pt x="23264" y="539972"/>
                  </a:cubicBezTo>
                  <a:cubicBezTo>
                    <a:pt x="91749" y="562451"/>
                    <a:pt x="172902" y="576929"/>
                    <a:pt x="269009" y="580644"/>
                  </a:cubicBezTo>
                  <a:cubicBezTo>
                    <a:pt x="269009" y="580549"/>
                    <a:pt x="306443" y="568262"/>
                    <a:pt x="359783" y="540734"/>
                  </a:cubicBezTo>
                  <a:close/>
                </a:path>
              </a:pathLst>
            </a:custGeom>
            <a:solidFill>
              <a:srgbClr val="FCD27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27282D"/>
                </a:solidFill>
                <a:effectLst/>
                <a:uLnTx/>
                <a:uFillTx/>
              </a:endParaRPr>
            </a:p>
          </p:txBody>
        </p:sp>
      </p:grpSp>
      <p:grpSp>
        <p:nvGrpSpPr>
          <p:cNvPr id="114" name="Graphic 1">
            <a:extLst>
              <a:ext uri="{FF2B5EF4-FFF2-40B4-BE49-F238E27FC236}">
                <a16:creationId xmlns:a16="http://schemas.microsoft.com/office/drawing/2014/main" id="{A2EDDB2C-DC46-4A22-ACAB-99BC7FC821ED}"/>
              </a:ext>
            </a:extLst>
          </p:cNvPr>
          <p:cNvGrpSpPr/>
          <p:nvPr/>
        </p:nvGrpSpPr>
        <p:grpSpPr>
          <a:xfrm>
            <a:off x="4463328" y="1754889"/>
            <a:ext cx="463802" cy="793895"/>
            <a:chOff x="2880536" y="196038"/>
            <a:chExt cx="1057275" cy="1809750"/>
          </a:xfrm>
        </p:grpSpPr>
        <p:sp>
          <p:nvSpPr>
            <p:cNvPr id="115" name="Freeform: Shape 747">
              <a:extLst>
                <a:ext uri="{FF2B5EF4-FFF2-40B4-BE49-F238E27FC236}">
                  <a16:creationId xmlns:a16="http://schemas.microsoft.com/office/drawing/2014/main" id="{24497F6D-C567-49DB-A6B0-B72E91C63CB1}"/>
                </a:ext>
              </a:extLst>
            </p:cNvPr>
            <p:cNvSpPr/>
            <p:nvPr/>
          </p:nvSpPr>
          <p:spPr>
            <a:xfrm>
              <a:off x="2880536" y="196038"/>
              <a:ext cx="1057275" cy="1809750"/>
            </a:xfrm>
            <a:custGeom>
              <a:avLst/>
              <a:gdLst>
                <a:gd name="connsiteX0" fmla="*/ 391328 w 1057275"/>
                <a:gd name="connsiteY0" fmla="*/ 7144 h 1809750"/>
                <a:gd name="connsiteX1" fmla="*/ 224450 w 1057275"/>
                <a:gd name="connsiteY1" fmla="*/ 798290 h 1809750"/>
                <a:gd name="connsiteX2" fmla="*/ 136058 w 1057275"/>
                <a:gd name="connsiteY2" fmla="*/ 1340644 h 1809750"/>
                <a:gd name="connsiteX3" fmla="*/ 47285 w 1057275"/>
                <a:gd name="connsiteY3" fmla="*/ 963263 h 1809750"/>
                <a:gd name="connsiteX4" fmla="*/ 603259 w 1057275"/>
                <a:gd name="connsiteY4" fmla="*/ 1802606 h 1809750"/>
                <a:gd name="connsiteX5" fmla="*/ 888819 w 1057275"/>
                <a:gd name="connsiteY5" fmla="*/ 771239 h 1809750"/>
                <a:gd name="connsiteX6" fmla="*/ 836717 w 1057275"/>
                <a:gd name="connsiteY6" fmla="*/ 1157478 h 1809750"/>
                <a:gd name="connsiteX7" fmla="*/ 724417 w 1057275"/>
                <a:gd name="connsiteY7" fmla="*/ 738664 h 1809750"/>
                <a:gd name="connsiteX8" fmla="*/ 652218 w 1057275"/>
                <a:gd name="connsiteY8" fmla="*/ 262985 h 1809750"/>
                <a:gd name="connsiteX9" fmla="*/ 547919 w 1057275"/>
                <a:gd name="connsiteY9" fmla="*/ 543497 h 1809750"/>
                <a:gd name="connsiteX10" fmla="*/ 391328 w 1057275"/>
                <a:gd name="connsiteY10" fmla="*/ 7144 h 18097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57275" h="1809750">
                  <a:moveTo>
                    <a:pt x="391328" y="7144"/>
                  </a:moveTo>
                  <a:cubicBezTo>
                    <a:pt x="391328" y="7144"/>
                    <a:pt x="577828" y="340519"/>
                    <a:pt x="224450" y="798290"/>
                  </a:cubicBezTo>
                  <a:cubicBezTo>
                    <a:pt x="224450" y="798290"/>
                    <a:pt x="62525" y="966407"/>
                    <a:pt x="136058" y="1340644"/>
                  </a:cubicBezTo>
                  <a:cubicBezTo>
                    <a:pt x="136058" y="1340644"/>
                    <a:pt x="10614" y="1198626"/>
                    <a:pt x="47285" y="963263"/>
                  </a:cubicBezTo>
                  <a:cubicBezTo>
                    <a:pt x="47285" y="963263"/>
                    <a:pt x="-215414" y="1771555"/>
                    <a:pt x="603259" y="1802606"/>
                  </a:cubicBezTo>
                  <a:cubicBezTo>
                    <a:pt x="603259" y="1802606"/>
                    <a:pt x="1377737" y="1547717"/>
                    <a:pt x="888819" y="771239"/>
                  </a:cubicBezTo>
                  <a:cubicBezTo>
                    <a:pt x="888819" y="771239"/>
                    <a:pt x="932920" y="1088327"/>
                    <a:pt x="836717" y="1157478"/>
                  </a:cubicBezTo>
                  <a:cubicBezTo>
                    <a:pt x="836717" y="1157478"/>
                    <a:pt x="676316" y="1088327"/>
                    <a:pt x="724417" y="738664"/>
                  </a:cubicBezTo>
                  <a:cubicBezTo>
                    <a:pt x="724417" y="738664"/>
                    <a:pt x="812619" y="458153"/>
                    <a:pt x="652218" y="262985"/>
                  </a:cubicBezTo>
                  <a:cubicBezTo>
                    <a:pt x="652218" y="262985"/>
                    <a:pt x="652218" y="490633"/>
                    <a:pt x="547919" y="543497"/>
                  </a:cubicBezTo>
                  <a:cubicBezTo>
                    <a:pt x="548014" y="543592"/>
                    <a:pt x="667744" y="153734"/>
                    <a:pt x="391328" y="7144"/>
                  </a:cubicBezTo>
                  <a:close/>
                </a:path>
              </a:pathLst>
            </a:custGeom>
            <a:solidFill>
              <a:srgbClr val="FA2A2A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27282D"/>
                </a:solidFill>
                <a:effectLst/>
                <a:uLnTx/>
                <a:uFillTx/>
              </a:endParaRPr>
            </a:p>
          </p:txBody>
        </p:sp>
        <p:sp>
          <p:nvSpPr>
            <p:cNvPr id="116" name="Freeform: Shape 748">
              <a:extLst>
                <a:ext uri="{FF2B5EF4-FFF2-40B4-BE49-F238E27FC236}">
                  <a16:creationId xmlns:a16="http://schemas.microsoft.com/office/drawing/2014/main" id="{3CA41F48-DCBF-4777-A74C-6786A8735797}"/>
                </a:ext>
              </a:extLst>
            </p:cNvPr>
            <p:cNvSpPr/>
            <p:nvPr/>
          </p:nvSpPr>
          <p:spPr>
            <a:xfrm>
              <a:off x="3104183" y="1008807"/>
              <a:ext cx="609600" cy="990600"/>
            </a:xfrm>
            <a:custGeom>
              <a:avLst/>
              <a:gdLst>
                <a:gd name="connsiteX0" fmla="*/ 519344 w 609600"/>
                <a:gd name="connsiteY0" fmla="*/ 922687 h 990600"/>
                <a:gd name="connsiteX1" fmla="*/ 511248 w 609600"/>
                <a:gd name="connsiteY1" fmla="*/ 444151 h 990600"/>
                <a:gd name="connsiteX2" fmla="*/ 481435 w 609600"/>
                <a:gd name="connsiteY2" fmla="*/ 665035 h 990600"/>
                <a:gd name="connsiteX3" fmla="*/ 417236 w 609600"/>
                <a:gd name="connsiteY3" fmla="*/ 425482 h 990600"/>
                <a:gd name="connsiteX4" fmla="*/ 375993 w 609600"/>
                <a:gd name="connsiteY4" fmla="*/ 153448 h 990600"/>
                <a:gd name="connsiteX5" fmla="*/ 316367 w 609600"/>
                <a:gd name="connsiteY5" fmla="*/ 313944 h 990600"/>
                <a:gd name="connsiteX6" fmla="*/ 226736 w 609600"/>
                <a:gd name="connsiteY6" fmla="*/ 7144 h 990600"/>
                <a:gd name="connsiteX7" fmla="*/ 131296 w 609600"/>
                <a:gd name="connsiteY7" fmla="*/ 459676 h 990600"/>
                <a:gd name="connsiteX8" fmla="*/ 80813 w 609600"/>
                <a:gd name="connsiteY8" fmla="*/ 769906 h 990600"/>
                <a:gd name="connsiteX9" fmla="*/ 30045 w 609600"/>
                <a:gd name="connsiteY9" fmla="*/ 554069 h 990600"/>
                <a:gd name="connsiteX10" fmla="*/ 77099 w 609600"/>
                <a:gd name="connsiteY10" fmla="*/ 927545 h 990600"/>
                <a:gd name="connsiteX11" fmla="*/ 379898 w 609600"/>
                <a:gd name="connsiteY11" fmla="*/ 990029 h 990600"/>
                <a:gd name="connsiteX12" fmla="*/ 519344 w 609600"/>
                <a:gd name="connsiteY12" fmla="*/ 922687 h 990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09600" h="990600">
                  <a:moveTo>
                    <a:pt x="519344" y="922687"/>
                  </a:moveTo>
                  <a:cubicBezTo>
                    <a:pt x="604212" y="832295"/>
                    <a:pt x="660029" y="680466"/>
                    <a:pt x="511248" y="444151"/>
                  </a:cubicBezTo>
                  <a:cubicBezTo>
                    <a:pt x="511248" y="444151"/>
                    <a:pt x="536489" y="625507"/>
                    <a:pt x="481435" y="665035"/>
                  </a:cubicBezTo>
                  <a:cubicBezTo>
                    <a:pt x="481435" y="665035"/>
                    <a:pt x="389709" y="625507"/>
                    <a:pt x="417236" y="425482"/>
                  </a:cubicBezTo>
                  <a:cubicBezTo>
                    <a:pt x="417236" y="425482"/>
                    <a:pt x="467719" y="264986"/>
                    <a:pt x="375993" y="153448"/>
                  </a:cubicBezTo>
                  <a:cubicBezTo>
                    <a:pt x="375993" y="153448"/>
                    <a:pt x="375993" y="283655"/>
                    <a:pt x="316367" y="313944"/>
                  </a:cubicBezTo>
                  <a:cubicBezTo>
                    <a:pt x="316367" y="313944"/>
                    <a:pt x="384851" y="90964"/>
                    <a:pt x="226736" y="7144"/>
                  </a:cubicBezTo>
                  <a:cubicBezTo>
                    <a:pt x="226736" y="7144"/>
                    <a:pt x="333416" y="197834"/>
                    <a:pt x="131296" y="459676"/>
                  </a:cubicBezTo>
                  <a:cubicBezTo>
                    <a:pt x="131296" y="459676"/>
                    <a:pt x="38618" y="555784"/>
                    <a:pt x="80813" y="769906"/>
                  </a:cubicBezTo>
                  <a:cubicBezTo>
                    <a:pt x="80813" y="769906"/>
                    <a:pt x="9090" y="688658"/>
                    <a:pt x="30045" y="554069"/>
                  </a:cubicBezTo>
                  <a:cubicBezTo>
                    <a:pt x="30045" y="554069"/>
                    <a:pt x="-45202" y="785908"/>
                    <a:pt x="77099" y="927545"/>
                  </a:cubicBezTo>
                  <a:cubicBezTo>
                    <a:pt x="156251" y="962597"/>
                    <a:pt x="255502" y="985266"/>
                    <a:pt x="379898" y="990029"/>
                  </a:cubicBezTo>
                  <a:cubicBezTo>
                    <a:pt x="379708" y="989838"/>
                    <a:pt x="441525" y="969455"/>
                    <a:pt x="519344" y="922687"/>
                  </a:cubicBezTo>
                  <a:close/>
                </a:path>
              </a:pathLst>
            </a:custGeom>
            <a:solidFill>
              <a:srgbClr val="F78D3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27282D"/>
                </a:solidFill>
                <a:effectLst/>
                <a:uLnTx/>
                <a:uFillTx/>
              </a:endParaRPr>
            </a:p>
          </p:txBody>
        </p:sp>
        <p:sp>
          <p:nvSpPr>
            <p:cNvPr id="117" name="Freeform: Shape 749">
              <a:extLst>
                <a:ext uri="{FF2B5EF4-FFF2-40B4-BE49-F238E27FC236}">
                  <a16:creationId xmlns:a16="http://schemas.microsoft.com/office/drawing/2014/main" id="{1506CA51-3E4C-4854-8C1D-1BA3A3F80DD7}"/>
                </a:ext>
              </a:extLst>
            </p:cNvPr>
            <p:cNvSpPr/>
            <p:nvPr/>
          </p:nvSpPr>
          <p:spPr>
            <a:xfrm>
              <a:off x="3214882" y="1418096"/>
              <a:ext cx="381000" cy="581025"/>
            </a:xfrm>
            <a:custGeom>
              <a:avLst/>
              <a:gdLst>
                <a:gd name="connsiteX0" fmla="*/ 359783 w 381000"/>
                <a:gd name="connsiteY0" fmla="*/ 540734 h 581025"/>
                <a:gd name="connsiteX1" fmla="*/ 324064 w 381000"/>
                <a:gd name="connsiteY1" fmla="*/ 281845 h 581025"/>
                <a:gd name="connsiteX2" fmla="*/ 305300 w 381000"/>
                <a:gd name="connsiteY2" fmla="*/ 420719 h 581025"/>
                <a:gd name="connsiteX3" fmla="*/ 264914 w 381000"/>
                <a:gd name="connsiteY3" fmla="*/ 270129 h 581025"/>
                <a:gd name="connsiteX4" fmla="*/ 239006 w 381000"/>
                <a:gd name="connsiteY4" fmla="*/ 99155 h 581025"/>
                <a:gd name="connsiteX5" fmla="*/ 201477 w 381000"/>
                <a:gd name="connsiteY5" fmla="*/ 200025 h 581025"/>
                <a:gd name="connsiteX6" fmla="*/ 145184 w 381000"/>
                <a:gd name="connsiteY6" fmla="*/ 7144 h 581025"/>
                <a:gd name="connsiteX7" fmla="*/ 85177 w 381000"/>
                <a:gd name="connsiteY7" fmla="*/ 291560 h 581025"/>
                <a:gd name="connsiteX8" fmla="*/ 53459 w 381000"/>
                <a:gd name="connsiteY8" fmla="*/ 486537 h 581025"/>
                <a:gd name="connsiteX9" fmla="*/ 21550 w 381000"/>
                <a:gd name="connsiteY9" fmla="*/ 350901 h 581025"/>
                <a:gd name="connsiteX10" fmla="*/ 23264 w 381000"/>
                <a:gd name="connsiteY10" fmla="*/ 539972 h 581025"/>
                <a:gd name="connsiteX11" fmla="*/ 269009 w 381000"/>
                <a:gd name="connsiteY11" fmla="*/ 580644 h 581025"/>
                <a:gd name="connsiteX12" fmla="*/ 359783 w 381000"/>
                <a:gd name="connsiteY12" fmla="*/ 540734 h 581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000" h="581025">
                  <a:moveTo>
                    <a:pt x="359783" y="540734"/>
                  </a:moveTo>
                  <a:cubicBezTo>
                    <a:pt x="391596" y="482537"/>
                    <a:pt x="397597" y="398621"/>
                    <a:pt x="324064" y="281845"/>
                  </a:cubicBezTo>
                  <a:cubicBezTo>
                    <a:pt x="324064" y="281845"/>
                    <a:pt x="339875" y="395859"/>
                    <a:pt x="305300" y="420719"/>
                  </a:cubicBezTo>
                  <a:cubicBezTo>
                    <a:pt x="305300" y="420719"/>
                    <a:pt x="247673" y="395859"/>
                    <a:pt x="264914" y="270129"/>
                  </a:cubicBezTo>
                  <a:cubicBezTo>
                    <a:pt x="264914" y="270129"/>
                    <a:pt x="296632" y="169259"/>
                    <a:pt x="239006" y="99155"/>
                  </a:cubicBezTo>
                  <a:cubicBezTo>
                    <a:pt x="239006" y="99155"/>
                    <a:pt x="239006" y="180975"/>
                    <a:pt x="201477" y="200025"/>
                  </a:cubicBezTo>
                  <a:cubicBezTo>
                    <a:pt x="201477" y="200025"/>
                    <a:pt x="244530" y="59817"/>
                    <a:pt x="145184" y="7144"/>
                  </a:cubicBezTo>
                  <a:cubicBezTo>
                    <a:pt x="145184" y="7144"/>
                    <a:pt x="212240" y="126968"/>
                    <a:pt x="85177" y="291560"/>
                  </a:cubicBezTo>
                  <a:cubicBezTo>
                    <a:pt x="85177" y="291560"/>
                    <a:pt x="26979" y="351949"/>
                    <a:pt x="53459" y="486537"/>
                  </a:cubicBezTo>
                  <a:cubicBezTo>
                    <a:pt x="53459" y="486537"/>
                    <a:pt x="8405" y="435483"/>
                    <a:pt x="21550" y="350901"/>
                  </a:cubicBezTo>
                  <a:cubicBezTo>
                    <a:pt x="21550" y="350901"/>
                    <a:pt x="-11978" y="454247"/>
                    <a:pt x="23264" y="539972"/>
                  </a:cubicBezTo>
                  <a:cubicBezTo>
                    <a:pt x="91749" y="562451"/>
                    <a:pt x="172902" y="576929"/>
                    <a:pt x="269009" y="580644"/>
                  </a:cubicBezTo>
                  <a:cubicBezTo>
                    <a:pt x="269009" y="580549"/>
                    <a:pt x="306443" y="568262"/>
                    <a:pt x="359783" y="540734"/>
                  </a:cubicBezTo>
                  <a:close/>
                </a:path>
              </a:pathLst>
            </a:custGeom>
            <a:solidFill>
              <a:srgbClr val="FCD27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27282D"/>
                </a:solidFill>
                <a:effectLst/>
                <a:uLnTx/>
                <a:uFillTx/>
              </a:endParaRPr>
            </a:p>
          </p:txBody>
        </p:sp>
      </p:grpSp>
      <p:pic>
        <p:nvPicPr>
          <p:cNvPr id="119" name="Picture 118" descr="Nakhla Sherezade Cardamom - pag 1 - Nakhla - HookahSpain">
            <a:extLst>
              <a:ext uri="{FF2B5EF4-FFF2-40B4-BE49-F238E27FC236}">
                <a16:creationId xmlns:a16="http://schemas.microsoft.com/office/drawing/2014/main" id="{0D2CE10C-4CF1-4413-8462-13C1D2763E10}"/>
              </a:ext>
            </a:extLst>
          </p:cNvPr>
          <p:cNvPicPr>
            <a:picLocks noChangeAspect="1"/>
          </p:cNvPicPr>
          <p:nvPr/>
        </p:nvPicPr>
        <p:blipFill>
          <a:blip r:embed="rId15">
            <a:alphaModFix/>
            <a:extLst>
              <a:ext uri="{BEBA8EAE-BF5A-486C-A8C5-ECC9F3942E4B}">
                <a14:imgProps xmlns:a14="http://schemas.microsoft.com/office/drawing/2010/main">
                  <a14:imgLayer r:embed="rId16">
                    <a14:imgEffect>
                      <a14:colorTemperature colorTemp="72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38833" y="989987"/>
            <a:ext cx="2068091" cy="2323698"/>
          </a:xfrm>
          <a:prstGeom prst="rect">
            <a:avLst/>
          </a:prstGeom>
        </p:spPr>
      </p:pic>
      <p:sp>
        <p:nvSpPr>
          <p:cNvPr id="122" name="Rectangle: Rounded Corners 121">
            <a:extLst>
              <a:ext uri="{FF2B5EF4-FFF2-40B4-BE49-F238E27FC236}">
                <a16:creationId xmlns:a16="http://schemas.microsoft.com/office/drawing/2014/main" id="{107B480D-8D58-4AE2-8D52-A0F8560D8091}"/>
              </a:ext>
            </a:extLst>
          </p:cNvPr>
          <p:cNvSpPr/>
          <p:nvPr/>
        </p:nvSpPr>
        <p:spPr>
          <a:xfrm>
            <a:off x="1444557" y="4909636"/>
            <a:ext cx="3348059" cy="871180"/>
          </a:xfrm>
          <a:prstGeom prst="roundRect">
            <a:avLst>
              <a:gd name="adj" fmla="val 9098"/>
            </a:avLst>
          </a:prstGeom>
          <a:solidFill>
            <a:srgbClr val="FAFAFF"/>
          </a:solidFill>
          <a:ln w="19050">
            <a:solidFill>
              <a:srgbClr val="862286"/>
            </a:solidFill>
          </a:ln>
          <a:effectLst>
            <a:outerShdw blurRad="508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en-US" sz="2400">
                <a:solidFill>
                  <a:srgbClr val="962696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Calibri" panose="020F0502020204030204" pitchFamily="34" charset="0"/>
              </a:rPr>
              <a:t>Many key Azure services were unreachable</a:t>
            </a:r>
            <a:endParaRPr lang="en-US" sz="2400">
              <a:solidFill>
                <a:srgbClr val="962696"/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2" name="Rectangle: Rounded Corners 27">
            <a:extLst>
              <a:ext uri="{FF2B5EF4-FFF2-40B4-BE49-F238E27FC236}">
                <a16:creationId xmlns:a16="http://schemas.microsoft.com/office/drawing/2014/main" id="{3D05902B-7BCA-47DC-B623-429C1A33D074}"/>
              </a:ext>
            </a:extLst>
          </p:cNvPr>
          <p:cNvSpPr/>
          <p:nvPr/>
        </p:nvSpPr>
        <p:spPr>
          <a:xfrm>
            <a:off x="6950066" y="3810842"/>
            <a:ext cx="4227825" cy="1534384"/>
          </a:xfrm>
          <a:prstGeom prst="roundRect">
            <a:avLst>
              <a:gd name="adj" fmla="val 5377"/>
            </a:avLst>
          </a:prstGeom>
          <a:solidFill>
            <a:srgbClr val="FFF9F9"/>
          </a:solidFill>
          <a:ln>
            <a:solidFill>
              <a:srgbClr val="B62B28"/>
            </a:solidFill>
          </a:ln>
          <a:effectLst>
            <a:outerShdw blurRad="508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sz="2400" b="1">
                <a:solidFill>
                  <a:srgbClr val="B62B28"/>
                </a:solidFill>
                <a:latin typeface="Noto Sans" panose="020B0502040504020204" pitchFamily="34"/>
                <a:ea typeface="Noto Sans" panose="020B0502040504020204" pitchFamily="34"/>
                <a:cs typeface="Noto Sans" panose="020B0502040504020204" pitchFamily="34"/>
              </a:rPr>
              <a:t>Cause:</a:t>
            </a:r>
            <a:r>
              <a:rPr lang="en-US" sz="2400">
                <a:solidFill>
                  <a:srgbClr val="B62B28"/>
                </a:solidFill>
                <a:latin typeface="Noto Sans" panose="020B0502040504020204" pitchFamily="34"/>
                <a:ea typeface="Noto Sans" panose="020B0502040504020204" pitchFamily="34"/>
                <a:cs typeface="Noto Sans" panose="020B0502040504020204" pitchFamily="34"/>
              </a:rPr>
              <a:t> a one-line incorrect configuration change to a server during migration</a:t>
            </a:r>
          </a:p>
        </p:txBody>
      </p:sp>
      <p:sp>
        <p:nvSpPr>
          <p:cNvPr id="120" name="Rectangle: Rounded Corners 119">
            <a:extLst>
              <a:ext uri="{FF2B5EF4-FFF2-40B4-BE49-F238E27FC236}">
                <a16:creationId xmlns:a16="http://schemas.microsoft.com/office/drawing/2014/main" id="{6E8E4446-47A5-4D57-B06D-20C59ED0A840}"/>
              </a:ext>
            </a:extLst>
          </p:cNvPr>
          <p:cNvSpPr/>
          <p:nvPr/>
        </p:nvSpPr>
        <p:spPr>
          <a:xfrm>
            <a:off x="7856681" y="1988303"/>
            <a:ext cx="2795958" cy="483989"/>
          </a:xfrm>
          <a:prstGeom prst="roundRect">
            <a:avLst>
              <a:gd name="adj" fmla="val 9098"/>
            </a:avLst>
          </a:prstGeom>
          <a:solidFill>
            <a:srgbClr val="FFF2CC"/>
          </a:solidFill>
          <a:ln w="19050">
            <a:solidFill>
              <a:srgbClr val="95792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none" rtlCol="0" anchor="ctr">
            <a:spAutoFit/>
          </a:bodyPr>
          <a:lstStyle/>
          <a:p>
            <a:pPr algn="ctr"/>
            <a:r>
              <a:rPr lang="en-US" sz="2400">
                <a:solidFill>
                  <a:srgbClr val="957922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Calibri" panose="020F0502020204030204" pitchFamily="34" charset="0"/>
              </a:rPr>
              <a:t>20h impact duration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6869352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250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6" dur="25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250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0" dur="25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250"/>
                                        <p:tgtEl>
                                          <p:spTgt spid="1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4" dur="25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2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2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7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28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9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30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1" presetID="32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32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33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34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35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36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7" presetID="32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38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39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40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41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42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250"/>
                                        <p:tgtEl>
                                          <p:spTgt spid="1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65" dur="25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32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67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68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69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0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71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72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4" dur="250"/>
                                        <p:tgtEl>
                                          <p:spTgt spid="1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75" dur="25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32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77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8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79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80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81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8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3" grpId="0" animBg="1"/>
      <p:bldP spid="122" grpId="0" animBg="1"/>
      <p:bldP spid="2" grpId="0" animBg="1"/>
      <p:bldP spid="120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65;p14">
            <a:extLst>
              <a:ext uri="{FF2B5EF4-FFF2-40B4-BE49-F238E27FC236}">
                <a16:creationId xmlns:a16="http://schemas.microsoft.com/office/drawing/2014/main" id="{902B8478-A37F-442A-A583-4F7ED2423004}"/>
              </a:ext>
            </a:extLst>
          </p:cNvPr>
          <p:cNvSpPr txBox="1">
            <a:spLocks/>
          </p:cNvSpPr>
          <p:nvPr/>
        </p:nvSpPr>
        <p:spPr>
          <a:xfrm>
            <a:off x="1662435" y="209319"/>
            <a:ext cx="8867131" cy="800179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121900" tIns="121900" rIns="121900" bIns="12190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 b="0" i="0" u="none" strike="noStrike" cap="non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 b="0" i="0" u="none" strike="noStrike" cap="non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 b="0" i="0" u="none" strike="noStrike" cap="non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 b="0" i="0" u="none" strike="noStrike" cap="non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 b="0" i="0" u="none" strike="noStrike" cap="non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 b="0" i="0" u="none" strike="noStrike" cap="non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 b="0" i="0" u="none" strike="noStrike" cap="non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 b="0" i="0" u="none" strike="noStrike" cap="non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 b="0" i="0" u="none" strike="noStrike" cap="non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9pPr>
          </a:lstStyle>
          <a:p>
            <a:pPr defTabSz="914400"/>
            <a:r>
              <a:rPr lang="en-US" sz="3600" b="1" kern="0">
                <a:solidFill>
                  <a:srgbClr val="546970"/>
                </a:solidFill>
                <a:latin typeface="Bookman Old Style" panose="02050604050505020204" pitchFamily="18" charset="0"/>
              </a:rPr>
              <a:t>Current DNS Management Practices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A7CC0D63-669B-431C-A516-34BED0C85A24}"/>
              </a:ext>
            </a:extLst>
          </p:cNvPr>
          <p:cNvSpPr/>
          <p:nvPr/>
        </p:nvSpPr>
        <p:spPr>
          <a:xfrm flipV="1">
            <a:off x="4145001" y="886094"/>
            <a:ext cx="3901998" cy="27432"/>
          </a:xfrm>
          <a:prstGeom prst="roundRect">
            <a:avLst/>
          </a:prstGeom>
          <a:solidFill>
            <a:srgbClr val="26A69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6" name="Rectangle: Rounded Corners 125">
            <a:extLst>
              <a:ext uri="{FF2B5EF4-FFF2-40B4-BE49-F238E27FC236}">
                <a16:creationId xmlns:a16="http://schemas.microsoft.com/office/drawing/2014/main" id="{777DD85C-74EF-4256-8396-5024AE6068A0}"/>
              </a:ext>
            </a:extLst>
          </p:cNvPr>
          <p:cNvSpPr/>
          <p:nvPr/>
        </p:nvSpPr>
        <p:spPr>
          <a:xfrm>
            <a:off x="4847161" y="1382722"/>
            <a:ext cx="2497679" cy="483989"/>
          </a:xfrm>
          <a:prstGeom prst="roundRect">
            <a:avLst>
              <a:gd name="adj" fmla="val 9098"/>
            </a:avLst>
          </a:prstGeom>
          <a:solidFill>
            <a:srgbClr val="FAFAFF"/>
          </a:solidFill>
          <a:ln w="19050">
            <a:solidFill>
              <a:srgbClr val="862286"/>
            </a:solidFill>
          </a:ln>
          <a:effectLst>
            <a:outerShdw blurRad="508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none" rtlCol="0" anchor="ctr">
            <a:spAutoFit/>
          </a:bodyPr>
          <a:lstStyle/>
          <a:p>
            <a:pPr algn="ctr"/>
            <a:r>
              <a:rPr lang="en-US" sz="2400">
                <a:solidFill>
                  <a:srgbClr val="962696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Calibri" panose="020F0502020204030204" pitchFamily="34" charset="0"/>
              </a:rPr>
              <a:t>Black-box Testing</a:t>
            </a:r>
            <a:endParaRPr lang="en-US" sz="2400">
              <a:solidFill>
                <a:srgbClr val="962696"/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cxnSp>
        <p:nvCxnSpPr>
          <p:cNvPr id="129" name="Straight Arrow Connector 128">
            <a:extLst>
              <a:ext uri="{FF2B5EF4-FFF2-40B4-BE49-F238E27FC236}">
                <a16:creationId xmlns:a16="http://schemas.microsoft.com/office/drawing/2014/main" id="{0AC80D78-0879-4B73-8286-322104A90759}"/>
              </a:ext>
            </a:extLst>
          </p:cNvPr>
          <p:cNvCxnSpPr>
            <a:cxnSpLocks/>
          </p:cNvCxnSpPr>
          <p:nvPr/>
        </p:nvCxnSpPr>
        <p:spPr>
          <a:xfrm>
            <a:off x="4939593" y="4205534"/>
            <a:ext cx="2536945" cy="0"/>
          </a:xfrm>
          <a:prstGeom prst="straightConnector1">
            <a:avLst/>
          </a:prstGeom>
          <a:ln w="50800">
            <a:solidFill>
              <a:srgbClr val="657B83">
                <a:alpha val="78000"/>
              </a:srgbClr>
            </a:solidFill>
            <a:prstDash val="solid"/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0" name="TextBox 129">
                <a:extLst>
                  <a:ext uri="{FF2B5EF4-FFF2-40B4-BE49-F238E27FC236}">
                    <a16:creationId xmlns:a16="http://schemas.microsoft.com/office/drawing/2014/main" id="{C9563AFB-CCB8-4B30-AD41-15F6395A0E24}"/>
                  </a:ext>
                </a:extLst>
              </p:cNvPr>
              <p:cNvSpPr txBox="1"/>
              <p:nvPr/>
            </p:nvSpPr>
            <p:spPr>
              <a:xfrm>
                <a:off x="4655637" y="3590905"/>
                <a:ext cx="3063829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b="1" i="1" smtClean="0">
                              <a:solidFill>
                                <a:srgbClr val="657B8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smtClean="0">
                              <a:solidFill>
                                <a:srgbClr val="657B83"/>
                              </a:solidFill>
                              <a:latin typeface="Cambria Math" panose="02040503050406030204" pitchFamily="18" charset="0"/>
                            </a:rPr>
                            <m:t>𝒒</m:t>
                          </m:r>
                        </m:e>
                        <m:sub>
                          <m:r>
                            <a:rPr lang="en-US" sz="2800" b="1" i="1" smtClean="0">
                              <a:solidFill>
                                <a:srgbClr val="657B83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2800" b="1" i="1" smtClean="0">
                          <a:solidFill>
                            <a:srgbClr val="657B83"/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US" sz="2800" b="1" i="1" smtClean="0">
                              <a:solidFill>
                                <a:srgbClr val="657B8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smtClean="0">
                              <a:solidFill>
                                <a:srgbClr val="657B83"/>
                              </a:solidFill>
                              <a:latin typeface="Cambria Math" panose="02040503050406030204" pitchFamily="18" charset="0"/>
                            </a:rPr>
                            <m:t>𝒒</m:t>
                          </m:r>
                        </m:e>
                        <m:sub>
                          <m:r>
                            <a:rPr lang="en-US" sz="2800" b="1" i="1" smtClean="0">
                              <a:solidFill>
                                <a:srgbClr val="657B83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r>
                        <a:rPr lang="en-US" sz="2800" b="1" i="1" smtClean="0">
                          <a:solidFill>
                            <a:srgbClr val="657B83"/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US" sz="2800" b="1" i="1" smtClean="0">
                              <a:solidFill>
                                <a:srgbClr val="657B8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smtClean="0">
                              <a:solidFill>
                                <a:srgbClr val="657B83"/>
                              </a:solidFill>
                              <a:latin typeface="Cambria Math" panose="02040503050406030204" pitchFamily="18" charset="0"/>
                            </a:rPr>
                            <m:t>𝒒</m:t>
                          </m:r>
                        </m:e>
                        <m:sub>
                          <m:r>
                            <a:rPr lang="en-US" sz="2800" b="1" i="1" smtClean="0">
                              <a:solidFill>
                                <a:srgbClr val="657B83"/>
                              </a:solidFill>
                              <a:latin typeface="Cambria Math" panose="02040503050406030204" pitchFamily="18" charset="0"/>
                            </a:rPr>
                            <m:t>𝟑</m:t>
                          </m:r>
                        </m:sub>
                      </m:sSub>
                      <m:r>
                        <a:rPr lang="en-US" sz="2800" b="1" i="1" smtClean="0">
                          <a:solidFill>
                            <a:srgbClr val="657B83"/>
                          </a:solidFill>
                          <a:latin typeface="Cambria Math" panose="02040503050406030204" pitchFamily="18" charset="0"/>
                        </a:rPr>
                        <m:t>, …</m:t>
                      </m:r>
                      <m:sSub>
                        <m:sSubPr>
                          <m:ctrlPr>
                            <a:rPr lang="en-US" sz="2800" b="1" i="1" smtClean="0">
                              <a:solidFill>
                                <a:srgbClr val="657B8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smtClean="0">
                              <a:solidFill>
                                <a:srgbClr val="657B83"/>
                              </a:solidFill>
                              <a:latin typeface="Cambria Math" panose="02040503050406030204" pitchFamily="18" charset="0"/>
                            </a:rPr>
                            <m:t>𝒒</m:t>
                          </m:r>
                        </m:e>
                        <m:sub>
                          <m:r>
                            <a:rPr lang="en-US" sz="2800" b="1" i="1" smtClean="0">
                              <a:solidFill>
                                <a:srgbClr val="657B83"/>
                              </a:solidFill>
                              <a:latin typeface="Cambria Math" panose="02040503050406030204" pitchFamily="18" charset="0"/>
                            </a:rPr>
                            <m:t>𝒏</m:t>
                          </m:r>
                        </m:sub>
                      </m:sSub>
                    </m:oMath>
                  </m:oMathPara>
                </a14:m>
                <a:endParaRPr lang="en-US" sz="2800" b="1">
                  <a:solidFill>
                    <a:srgbClr val="657B83"/>
                  </a:solidFill>
                </a:endParaRPr>
              </a:p>
            </p:txBody>
          </p:sp>
        </mc:Choice>
        <mc:Fallback xmlns="">
          <p:sp>
            <p:nvSpPr>
              <p:cNvPr id="130" name="TextBox 129">
                <a:extLst>
                  <a:ext uri="{FF2B5EF4-FFF2-40B4-BE49-F238E27FC236}">
                    <a16:creationId xmlns:a16="http://schemas.microsoft.com/office/drawing/2014/main" id="{C9563AFB-CCB8-4B30-AD41-15F6395A0E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55637" y="3590905"/>
                <a:ext cx="3063829" cy="523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27CC85E0-5B92-4BCC-9268-38CA3415030E}"/>
              </a:ext>
            </a:extLst>
          </p:cNvPr>
          <p:cNvSpPr/>
          <p:nvPr/>
        </p:nvSpPr>
        <p:spPr>
          <a:xfrm>
            <a:off x="7620157" y="3890952"/>
            <a:ext cx="2104567" cy="1164865"/>
          </a:xfrm>
          <a:prstGeom prst="roundRect">
            <a:avLst>
              <a:gd name="adj" fmla="val 24731"/>
            </a:avLst>
          </a:prstGeom>
          <a:ln>
            <a:noFill/>
          </a:ln>
          <a:effectLst>
            <a:outerShdw blurRad="508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>
                <a:solidFill>
                  <a:schemeClr val="bg1"/>
                </a:solidFill>
                <a:latin typeface="Montserrat Medium" panose="00000600000000000000" pitchFamily="2" charset="0"/>
              </a:rPr>
              <a:t>DNS</a:t>
            </a:r>
            <a:endParaRPr lang="en-US" b="1">
              <a:solidFill>
                <a:schemeClr val="bg1"/>
              </a:solidFill>
              <a:latin typeface="Montserrat Medium" panose="00000600000000000000" pitchFamily="2" charset="0"/>
            </a:endParaRPr>
          </a:p>
        </p:txBody>
      </p:sp>
      <p:cxnSp>
        <p:nvCxnSpPr>
          <p:cNvPr id="134" name="Straight Arrow Connector 133">
            <a:extLst>
              <a:ext uri="{FF2B5EF4-FFF2-40B4-BE49-F238E27FC236}">
                <a16:creationId xmlns:a16="http://schemas.microsoft.com/office/drawing/2014/main" id="{DA925717-C67A-4439-84D7-FBA171C8D063}"/>
              </a:ext>
            </a:extLst>
          </p:cNvPr>
          <p:cNvCxnSpPr>
            <a:cxnSpLocks/>
          </p:cNvCxnSpPr>
          <p:nvPr/>
        </p:nvCxnSpPr>
        <p:spPr>
          <a:xfrm flipH="1">
            <a:off x="4939593" y="4650457"/>
            <a:ext cx="2403575" cy="13227"/>
          </a:xfrm>
          <a:prstGeom prst="straightConnector1">
            <a:avLst/>
          </a:prstGeom>
          <a:ln w="50800">
            <a:solidFill>
              <a:srgbClr val="657B83">
                <a:alpha val="78000"/>
              </a:srgbClr>
            </a:solidFill>
            <a:prstDash val="solid"/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1" name="Group 10">
            <a:extLst>
              <a:ext uri="{FF2B5EF4-FFF2-40B4-BE49-F238E27FC236}">
                <a16:creationId xmlns:a16="http://schemas.microsoft.com/office/drawing/2014/main" id="{1DCA722F-1C00-44F1-8B3E-482668A75D49}"/>
              </a:ext>
            </a:extLst>
          </p:cNvPr>
          <p:cNvGrpSpPr/>
          <p:nvPr/>
        </p:nvGrpSpPr>
        <p:grpSpPr>
          <a:xfrm>
            <a:off x="2704909" y="3218518"/>
            <a:ext cx="2720531" cy="2219845"/>
            <a:chOff x="4735734" y="4119370"/>
            <a:chExt cx="2720531" cy="2219845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3C06EF27-56FA-4C1A-8754-71612AA55603}"/>
                </a:ext>
              </a:extLst>
            </p:cNvPr>
            <p:cNvSpPr txBox="1"/>
            <p:nvPr/>
          </p:nvSpPr>
          <p:spPr>
            <a:xfrm>
              <a:off x="4735734" y="5939105"/>
              <a:ext cx="272053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algn="ctr">
                <a:defRPr sz="2000" b="1">
                  <a:solidFill>
                    <a:schemeClr val="accent2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defRPr>
              </a:lvl1pPr>
            </a:lstStyle>
            <a:p>
              <a:r>
                <a:rPr lang="en-US">
                  <a:solidFill>
                    <a:srgbClr val="546970"/>
                  </a:solidFill>
                  <a:latin typeface="Source Sans Pro" panose="020B0503030403020204" pitchFamily="34" charset="0"/>
                  <a:ea typeface="Source Sans Pro" panose="020B0503030403020204" pitchFamily="34" charset="0"/>
                </a:rPr>
                <a:t>DNS Engineer</a:t>
              </a:r>
            </a:p>
          </p:txBody>
        </p: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A65F6CBF-1AF9-4946-B3FC-95EEB1C8D79C}"/>
                </a:ext>
              </a:extLst>
            </p:cNvPr>
            <p:cNvGrpSpPr/>
            <p:nvPr/>
          </p:nvGrpSpPr>
          <p:grpSpPr>
            <a:xfrm>
              <a:off x="5363742" y="4119370"/>
              <a:ext cx="1388317" cy="1805150"/>
              <a:chOff x="1437138" y="-3000903"/>
              <a:chExt cx="1847850" cy="2402655"/>
            </a:xfrm>
          </p:grpSpPr>
          <p:grpSp>
            <p:nvGrpSpPr>
              <p:cNvPr id="14" name="Graphic 34">
                <a:extLst>
                  <a:ext uri="{FF2B5EF4-FFF2-40B4-BE49-F238E27FC236}">
                    <a16:creationId xmlns:a16="http://schemas.microsoft.com/office/drawing/2014/main" id="{65C68B2A-A5A9-4131-A1C3-AFCDD03B9147}"/>
                  </a:ext>
                </a:extLst>
              </p:cNvPr>
              <p:cNvGrpSpPr/>
              <p:nvPr/>
            </p:nvGrpSpPr>
            <p:grpSpPr>
              <a:xfrm>
                <a:off x="1437138" y="-3000903"/>
                <a:ext cx="1847850" cy="2076450"/>
                <a:chOff x="834457" y="2390775"/>
                <a:chExt cx="1847850" cy="2076450"/>
              </a:xfrm>
            </p:grpSpPr>
            <p:sp>
              <p:nvSpPr>
                <p:cNvPr id="21" name="Freeform: Shape 20">
                  <a:extLst>
                    <a:ext uri="{FF2B5EF4-FFF2-40B4-BE49-F238E27FC236}">
                      <a16:creationId xmlns:a16="http://schemas.microsoft.com/office/drawing/2014/main" id="{B0FF0BC8-BAA7-47E8-9B67-CAF42FD9E82A}"/>
                    </a:ext>
                  </a:extLst>
                </p:cNvPr>
                <p:cNvSpPr/>
                <p:nvPr/>
              </p:nvSpPr>
              <p:spPr>
                <a:xfrm>
                  <a:off x="827313" y="3619976"/>
                  <a:ext cx="1857375" cy="847725"/>
                </a:xfrm>
                <a:custGeom>
                  <a:avLst/>
                  <a:gdLst>
                    <a:gd name="connsiteX0" fmla="*/ 747236 w 1857375"/>
                    <a:gd name="connsiteY0" fmla="*/ 7144 h 847725"/>
                    <a:gd name="connsiteX1" fmla="*/ 167164 w 1857375"/>
                    <a:gd name="connsiteY1" fmla="*/ 325279 h 847725"/>
                    <a:gd name="connsiteX2" fmla="*/ 7144 w 1857375"/>
                    <a:gd name="connsiteY2" fmla="*/ 847249 h 847725"/>
                    <a:gd name="connsiteX3" fmla="*/ 932021 w 1857375"/>
                    <a:gd name="connsiteY3" fmla="*/ 847249 h 847725"/>
                    <a:gd name="connsiteX4" fmla="*/ 1856899 w 1857375"/>
                    <a:gd name="connsiteY4" fmla="*/ 847249 h 847725"/>
                    <a:gd name="connsiteX5" fmla="*/ 1696879 w 1857375"/>
                    <a:gd name="connsiteY5" fmla="*/ 325279 h 847725"/>
                    <a:gd name="connsiteX6" fmla="*/ 1121569 w 1857375"/>
                    <a:gd name="connsiteY6" fmla="*/ 10001 h 847725"/>
                    <a:gd name="connsiteX7" fmla="*/ 747236 w 1857375"/>
                    <a:gd name="connsiteY7" fmla="*/ 7144 h 8477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1857375" h="847725">
                      <a:moveTo>
                        <a:pt x="747236" y="7144"/>
                      </a:moveTo>
                      <a:cubicBezTo>
                        <a:pt x="338614" y="186214"/>
                        <a:pt x="215741" y="281464"/>
                        <a:pt x="167164" y="325279"/>
                      </a:cubicBezTo>
                      <a:cubicBezTo>
                        <a:pt x="92869" y="391001"/>
                        <a:pt x="50959" y="637699"/>
                        <a:pt x="7144" y="847249"/>
                      </a:cubicBezTo>
                      <a:lnTo>
                        <a:pt x="932021" y="847249"/>
                      </a:lnTo>
                      <a:lnTo>
                        <a:pt x="1856899" y="847249"/>
                      </a:lnTo>
                      <a:cubicBezTo>
                        <a:pt x="1813084" y="637699"/>
                        <a:pt x="1771174" y="391954"/>
                        <a:pt x="1696879" y="325279"/>
                      </a:cubicBezTo>
                      <a:cubicBezTo>
                        <a:pt x="1648301" y="282416"/>
                        <a:pt x="1530191" y="189071"/>
                        <a:pt x="1121569" y="10001"/>
                      </a:cubicBezTo>
                      <a:lnTo>
                        <a:pt x="747236" y="7144"/>
                      </a:lnTo>
                      <a:close/>
                    </a:path>
                  </a:pathLst>
                </a:custGeom>
                <a:solidFill>
                  <a:srgbClr val="FFDECC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2" name="Freeform: Shape 21">
                  <a:extLst>
                    <a:ext uri="{FF2B5EF4-FFF2-40B4-BE49-F238E27FC236}">
                      <a16:creationId xmlns:a16="http://schemas.microsoft.com/office/drawing/2014/main" id="{FDE18557-95ED-4C6C-801E-785CC9E892BF}"/>
                    </a:ext>
                  </a:extLst>
                </p:cNvPr>
                <p:cNvSpPr/>
                <p:nvPr/>
              </p:nvSpPr>
              <p:spPr>
                <a:xfrm>
                  <a:off x="827313" y="3619976"/>
                  <a:ext cx="1857375" cy="847725"/>
                </a:xfrm>
                <a:custGeom>
                  <a:avLst/>
                  <a:gdLst>
                    <a:gd name="connsiteX0" fmla="*/ 747236 w 1857375"/>
                    <a:gd name="connsiteY0" fmla="*/ 7144 h 847725"/>
                    <a:gd name="connsiteX1" fmla="*/ 167164 w 1857375"/>
                    <a:gd name="connsiteY1" fmla="*/ 325279 h 847725"/>
                    <a:gd name="connsiteX2" fmla="*/ 7144 w 1857375"/>
                    <a:gd name="connsiteY2" fmla="*/ 847249 h 847725"/>
                    <a:gd name="connsiteX3" fmla="*/ 932021 w 1857375"/>
                    <a:gd name="connsiteY3" fmla="*/ 847249 h 847725"/>
                    <a:gd name="connsiteX4" fmla="*/ 1856899 w 1857375"/>
                    <a:gd name="connsiteY4" fmla="*/ 847249 h 847725"/>
                    <a:gd name="connsiteX5" fmla="*/ 1696879 w 1857375"/>
                    <a:gd name="connsiteY5" fmla="*/ 325279 h 847725"/>
                    <a:gd name="connsiteX6" fmla="*/ 1121569 w 1857375"/>
                    <a:gd name="connsiteY6" fmla="*/ 10001 h 847725"/>
                    <a:gd name="connsiteX7" fmla="*/ 747236 w 1857375"/>
                    <a:gd name="connsiteY7" fmla="*/ 7144 h 8477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1857375" h="847725">
                      <a:moveTo>
                        <a:pt x="747236" y="7144"/>
                      </a:moveTo>
                      <a:cubicBezTo>
                        <a:pt x="338614" y="186214"/>
                        <a:pt x="215741" y="281464"/>
                        <a:pt x="167164" y="325279"/>
                      </a:cubicBezTo>
                      <a:cubicBezTo>
                        <a:pt x="92869" y="391001"/>
                        <a:pt x="50959" y="637699"/>
                        <a:pt x="7144" y="847249"/>
                      </a:cubicBezTo>
                      <a:lnTo>
                        <a:pt x="932021" y="847249"/>
                      </a:lnTo>
                      <a:lnTo>
                        <a:pt x="1856899" y="847249"/>
                      </a:lnTo>
                      <a:cubicBezTo>
                        <a:pt x="1813084" y="637699"/>
                        <a:pt x="1771174" y="391954"/>
                        <a:pt x="1696879" y="325279"/>
                      </a:cubicBezTo>
                      <a:cubicBezTo>
                        <a:pt x="1648301" y="282416"/>
                        <a:pt x="1530191" y="189071"/>
                        <a:pt x="1121569" y="10001"/>
                      </a:cubicBezTo>
                      <a:lnTo>
                        <a:pt x="747236" y="7144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4" name="Freeform: Shape 23">
                  <a:extLst>
                    <a:ext uri="{FF2B5EF4-FFF2-40B4-BE49-F238E27FC236}">
                      <a16:creationId xmlns:a16="http://schemas.microsoft.com/office/drawing/2014/main" id="{F07AB109-A7D4-4A23-AD3D-5641E7B9823F}"/>
                    </a:ext>
                  </a:extLst>
                </p:cNvPr>
                <p:cNvSpPr/>
                <p:nvPr/>
              </p:nvSpPr>
              <p:spPr>
                <a:xfrm>
                  <a:off x="1554071" y="3079194"/>
                  <a:ext cx="409575" cy="742950"/>
                </a:xfrm>
                <a:custGeom>
                  <a:avLst/>
                  <a:gdLst>
                    <a:gd name="connsiteX0" fmla="*/ 7144 w 409575"/>
                    <a:gd name="connsiteY0" fmla="*/ 190738 h 742950"/>
                    <a:gd name="connsiteX1" fmla="*/ 7144 w 409575"/>
                    <a:gd name="connsiteY1" fmla="*/ 494586 h 742950"/>
                    <a:gd name="connsiteX2" fmla="*/ 7144 w 409575"/>
                    <a:gd name="connsiteY2" fmla="*/ 644128 h 742950"/>
                    <a:gd name="connsiteX3" fmla="*/ 404336 w 409575"/>
                    <a:gd name="connsiteY3" fmla="*/ 644128 h 742950"/>
                    <a:gd name="connsiteX4" fmla="*/ 404336 w 409575"/>
                    <a:gd name="connsiteY4" fmla="*/ 494586 h 742950"/>
                    <a:gd name="connsiteX5" fmla="*/ 404336 w 409575"/>
                    <a:gd name="connsiteY5" fmla="*/ 190738 h 742950"/>
                    <a:gd name="connsiteX6" fmla="*/ 7144 w 409575"/>
                    <a:gd name="connsiteY6" fmla="*/ 190738 h 7429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409575" h="742950">
                      <a:moveTo>
                        <a:pt x="7144" y="190738"/>
                      </a:moveTo>
                      <a:lnTo>
                        <a:pt x="7144" y="494586"/>
                      </a:lnTo>
                      <a:lnTo>
                        <a:pt x="7144" y="644128"/>
                      </a:lnTo>
                      <a:cubicBezTo>
                        <a:pt x="116681" y="773668"/>
                        <a:pt x="294799" y="777478"/>
                        <a:pt x="404336" y="644128"/>
                      </a:cubicBezTo>
                      <a:lnTo>
                        <a:pt x="404336" y="494586"/>
                      </a:lnTo>
                      <a:lnTo>
                        <a:pt x="404336" y="190738"/>
                      </a:lnTo>
                      <a:cubicBezTo>
                        <a:pt x="404336" y="-54054"/>
                        <a:pt x="7144" y="-54054"/>
                        <a:pt x="7144" y="190738"/>
                      </a:cubicBezTo>
                      <a:close/>
                    </a:path>
                  </a:pathLst>
                </a:custGeom>
                <a:solidFill>
                  <a:srgbClr val="F6D1A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6" name="Freeform: Shape 25">
                  <a:extLst>
                    <a:ext uri="{FF2B5EF4-FFF2-40B4-BE49-F238E27FC236}">
                      <a16:creationId xmlns:a16="http://schemas.microsoft.com/office/drawing/2014/main" id="{3FB5CFA8-2593-43FE-A1A4-CD82E0991594}"/>
                    </a:ext>
                  </a:extLst>
                </p:cNvPr>
                <p:cNvSpPr/>
                <p:nvPr/>
              </p:nvSpPr>
              <p:spPr>
                <a:xfrm>
                  <a:off x="1301616" y="2976041"/>
                  <a:ext cx="152400" cy="228600"/>
                </a:xfrm>
                <a:custGeom>
                  <a:avLst/>
                  <a:gdLst>
                    <a:gd name="connsiteX0" fmla="*/ 44334 w 152400"/>
                    <a:gd name="connsiteY0" fmla="*/ 9094 h 228600"/>
                    <a:gd name="connsiteX1" fmla="*/ 143394 w 152400"/>
                    <a:gd name="connsiteY1" fmla="*/ 97677 h 228600"/>
                    <a:gd name="connsiteX2" fmla="*/ 115771 w 152400"/>
                    <a:gd name="connsiteY2" fmla="*/ 228169 h 228600"/>
                    <a:gd name="connsiteX3" fmla="*/ 16711 w 152400"/>
                    <a:gd name="connsiteY3" fmla="*/ 139587 h 228600"/>
                    <a:gd name="connsiteX4" fmla="*/ 44334 w 152400"/>
                    <a:gd name="connsiteY4" fmla="*/ 9094 h 2286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2400" h="228600">
                      <a:moveTo>
                        <a:pt x="44334" y="9094"/>
                      </a:moveTo>
                      <a:cubicBezTo>
                        <a:pt x="79576" y="-2336"/>
                        <a:pt x="123391" y="37669"/>
                        <a:pt x="143394" y="97677"/>
                      </a:cubicBezTo>
                      <a:cubicBezTo>
                        <a:pt x="163396" y="157684"/>
                        <a:pt x="151014" y="216739"/>
                        <a:pt x="115771" y="228169"/>
                      </a:cubicBezTo>
                      <a:cubicBezTo>
                        <a:pt x="80529" y="239599"/>
                        <a:pt x="36714" y="199594"/>
                        <a:pt x="16711" y="139587"/>
                      </a:cubicBezTo>
                      <a:cubicBezTo>
                        <a:pt x="-3291" y="78627"/>
                        <a:pt x="9091" y="20524"/>
                        <a:pt x="44334" y="9094"/>
                      </a:cubicBezTo>
                      <a:close/>
                    </a:path>
                  </a:pathLst>
                </a:custGeom>
                <a:solidFill>
                  <a:srgbClr val="F6D1A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7" name="Freeform: Shape 26">
                  <a:extLst>
                    <a:ext uri="{FF2B5EF4-FFF2-40B4-BE49-F238E27FC236}">
                      <a16:creationId xmlns:a16="http://schemas.microsoft.com/office/drawing/2014/main" id="{72960086-E9F1-4808-8CEC-96E8933AE162}"/>
                    </a:ext>
                  </a:extLst>
                </p:cNvPr>
                <p:cNvSpPr/>
                <p:nvPr/>
              </p:nvSpPr>
              <p:spPr>
                <a:xfrm>
                  <a:off x="2055996" y="2976041"/>
                  <a:ext cx="152400" cy="228600"/>
                </a:xfrm>
                <a:custGeom>
                  <a:avLst/>
                  <a:gdLst>
                    <a:gd name="connsiteX0" fmla="*/ 115771 w 152400"/>
                    <a:gd name="connsiteY0" fmla="*/ 9094 h 228600"/>
                    <a:gd name="connsiteX1" fmla="*/ 16711 w 152400"/>
                    <a:gd name="connsiteY1" fmla="*/ 97677 h 228600"/>
                    <a:gd name="connsiteX2" fmla="*/ 44334 w 152400"/>
                    <a:gd name="connsiteY2" fmla="*/ 228169 h 228600"/>
                    <a:gd name="connsiteX3" fmla="*/ 143394 w 152400"/>
                    <a:gd name="connsiteY3" fmla="*/ 139587 h 228600"/>
                    <a:gd name="connsiteX4" fmla="*/ 115771 w 152400"/>
                    <a:gd name="connsiteY4" fmla="*/ 9094 h 2286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2400" h="228600">
                      <a:moveTo>
                        <a:pt x="115771" y="9094"/>
                      </a:moveTo>
                      <a:cubicBezTo>
                        <a:pt x="80529" y="-2336"/>
                        <a:pt x="36714" y="37669"/>
                        <a:pt x="16711" y="97677"/>
                      </a:cubicBezTo>
                      <a:cubicBezTo>
                        <a:pt x="-3291" y="157684"/>
                        <a:pt x="9091" y="216739"/>
                        <a:pt x="44334" y="228169"/>
                      </a:cubicBezTo>
                      <a:cubicBezTo>
                        <a:pt x="79576" y="239599"/>
                        <a:pt x="123391" y="199594"/>
                        <a:pt x="143394" y="139587"/>
                      </a:cubicBezTo>
                      <a:cubicBezTo>
                        <a:pt x="163396" y="78627"/>
                        <a:pt x="151014" y="20524"/>
                        <a:pt x="115771" y="9094"/>
                      </a:cubicBezTo>
                      <a:close/>
                    </a:path>
                  </a:pathLst>
                </a:custGeom>
                <a:solidFill>
                  <a:srgbClr val="F6D1A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8" name="Freeform: Shape 27">
                  <a:extLst>
                    <a:ext uri="{FF2B5EF4-FFF2-40B4-BE49-F238E27FC236}">
                      <a16:creationId xmlns:a16="http://schemas.microsoft.com/office/drawing/2014/main" id="{6EDEE790-0A75-4C92-BF1C-A95CF458C68E}"/>
                    </a:ext>
                  </a:extLst>
                </p:cNvPr>
                <p:cNvSpPr/>
                <p:nvPr/>
              </p:nvSpPr>
              <p:spPr>
                <a:xfrm>
                  <a:off x="1554071" y="3481864"/>
                  <a:ext cx="409575" cy="152400"/>
                </a:xfrm>
                <a:custGeom>
                  <a:avLst/>
                  <a:gdLst>
                    <a:gd name="connsiteX0" fmla="*/ 7144 w 409575"/>
                    <a:gd name="connsiteY0" fmla="*/ 7144 h 152400"/>
                    <a:gd name="connsiteX1" fmla="*/ 7144 w 409575"/>
                    <a:gd name="connsiteY1" fmla="*/ 21431 h 152400"/>
                    <a:gd name="connsiteX2" fmla="*/ 205264 w 409575"/>
                    <a:gd name="connsiteY2" fmla="*/ 146209 h 152400"/>
                    <a:gd name="connsiteX3" fmla="*/ 404336 w 409575"/>
                    <a:gd name="connsiteY3" fmla="*/ 30004 h 152400"/>
                    <a:gd name="connsiteX4" fmla="*/ 404336 w 409575"/>
                    <a:gd name="connsiteY4" fmla="*/ 8096 h 1524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409575" h="152400">
                      <a:moveTo>
                        <a:pt x="7144" y="7144"/>
                      </a:moveTo>
                      <a:lnTo>
                        <a:pt x="7144" y="21431"/>
                      </a:lnTo>
                      <a:cubicBezTo>
                        <a:pt x="7144" y="21431"/>
                        <a:pt x="108109" y="141446"/>
                        <a:pt x="205264" y="146209"/>
                      </a:cubicBezTo>
                      <a:cubicBezTo>
                        <a:pt x="302419" y="150971"/>
                        <a:pt x="404336" y="30004"/>
                        <a:pt x="404336" y="30004"/>
                      </a:cubicBezTo>
                      <a:lnTo>
                        <a:pt x="404336" y="8096"/>
                      </a:lnTo>
                    </a:path>
                  </a:pathLst>
                </a:custGeom>
                <a:solidFill>
                  <a:srgbClr val="000000">
                    <a:alpha val="20000"/>
                  </a:srgbClr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9" name="Freeform: Shape 28">
                  <a:extLst>
                    <a:ext uri="{FF2B5EF4-FFF2-40B4-BE49-F238E27FC236}">
                      <a16:creationId xmlns:a16="http://schemas.microsoft.com/office/drawing/2014/main" id="{5083FC80-0225-47C1-9EC2-6673639DDE5A}"/>
                    </a:ext>
                  </a:extLst>
                </p:cNvPr>
                <p:cNvSpPr/>
                <p:nvPr/>
              </p:nvSpPr>
              <p:spPr>
                <a:xfrm>
                  <a:off x="1339350" y="2449354"/>
                  <a:ext cx="838200" cy="1133475"/>
                </a:xfrm>
                <a:custGeom>
                  <a:avLst/>
                  <a:gdLst>
                    <a:gd name="connsiteX0" fmla="*/ 420937 w 838200"/>
                    <a:gd name="connsiteY0" fmla="*/ 7144 h 1133475"/>
                    <a:gd name="connsiteX1" fmla="*/ 83752 w 838200"/>
                    <a:gd name="connsiteY1" fmla="*/ 908209 h 1133475"/>
                    <a:gd name="connsiteX2" fmla="*/ 420937 w 838200"/>
                    <a:gd name="connsiteY2" fmla="*/ 1134904 h 1133475"/>
                    <a:gd name="connsiteX3" fmla="*/ 758122 w 838200"/>
                    <a:gd name="connsiteY3" fmla="*/ 908209 h 1133475"/>
                    <a:gd name="connsiteX4" fmla="*/ 420937 w 838200"/>
                    <a:gd name="connsiteY4" fmla="*/ 7144 h 11334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838200" h="1133475">
                      <a:moveTo>
                        <a:pt x="420937" y="7144"/>
                      </a:moveTo>
                      <a:cubicBezTo>
                        <a:pt x="-189616" y="7144"/>
                        <a:pt x="44699" y="843439"/>
                        <a:pt x="83752" y="908209"/>
                      </a:cubicBezTo>
                      <a:cubicBezTo>
                        <a:pt x="127567" y="978694"/>
                        <a:pt x="321877" y="1134904"/>
                        <a:pt x="420937" y="1134904"/>
                      </a:cubicBezTo>
                      <a:cubicBezTo>
                        <a:pt x="519997" y="1134904"/>
                        <a:pt x="713354" y="978694"/>
                        <a:pt x="758122" y="908209"/>
                      </a:cubicBezTo>
                      <a:cubicBezTo>
                        <a:pt x="797174" y="843439"/>
                        <a:pt x="1031489" y="7144"/>
                        <a:pt x="420937" y="7144"/>
                      </a:cubicBezTo>
                      <a:close/>
                    </a:path>
                  </a:pathLst>
                </a:custGeom>
                <a:solidFill>
                  <a:srgbClr val="F6D1A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30" name="Freeform: Shape 29">
                  <a:extLst>
                    <a:ext uri="{FF2B5EF4-FFF2-40B4-BE49-F238E27FC236}">
                      <a16:creationId xmlns:a16="http://schemas.microsoft.com/office/drawing/2014/main" id="{7264EE78-94EC-46E1-9259-5C00C7246398}"/>
                    </a:ext>
                  </a:extLst>
                </p:cNvPr>
                <p:cNvSpPr/>
                <p:nvPr/>
              </p:nvSpPr>
              <p:spPr>
                <a:xfrm>
                  <a:off x="1325450" y="2383580"/>
                  <a:ext cx="876300" cy="800100"/>
                </a:xfrm>
                <a:custGeom>
                  <a:avLst/>
                  <a:gdLst>
                    <a:gd name="connsiteX0" fmla="*/ 708205 w 876300"/>
                    <a:gd name="connsiteY0" fmla="*/ 91968 h 800100"/>
                    <a:gd name="connsiteX1" fmla="*/ 87175 w 876300"/>
                    <a:gd name="connsiteY1" fmla="*/ 161500 h 800100"/>
                    <a:gd name="connsiteX2" fmla="*/ 38597 w 876300"/>
                    <a:gd name="connsiteY2" fmla="*/ 781578 h 800100"/>
                    <a:gd name="connsiteX3" fmla="*/ 38597 w 876300"/>
                    <a:gd name="connsiteY3" fmla="*/ 780625 h 800100"/>
                    <a:gd name="connsiteX4" fmla="*/ 39550 w 876300"/>
                    <a:gd name="connsiteY4" fmla="*/ 786340 h 800100"/>
                    <a:gd name="connsiteX5" fmla="*/ 44312 w 876300"/>
                    <a:gd name="connsiteY5" fmla="*/ 793960 h 800100"/>
                    <a:gd name="connsiteX6" fmla="*/ 55742 w 876300"/>
                    <a:gd name="connsiteY6" fmla="*/ 793008 h 800100"/>
                    <a:gd name="connsiteX7" fmla="*/ 56695 w 876300"/>
                    <a:gd name="connsiteY7" fmla="*/ 790150 h 800100"/>
                    <a:gd name="connsiteX8" fmla="*/ 56695 w 876300"/>
                    <a:gd name="connsiteY8" fmla="*/ 738715 h 800100"/>
                    <a:gd name="connsiteX9" fmla="*/ 44312 w 876300"/>
                    <a:gd name="connsiteY9" fmla="*/ 660610 h 800100"/>
                    <a:gd name="connsiteX10" fmla="*/ 150992 w 876300"/>
                    <a:gd name="connsiteY10" fmla="*/ 366288 h 800100"/>
                    <a:gd name="connsiteX11" fmla="*/ 170995 w 876300"/>
                    <a:gd name="connsiteY11" fmla="*/ 337713 h 800100"/>
                    <a:gd name="connsiteX12" fmla="*/ 197665 w 876300"/>
                    <a:gd name="connsiteY12" fmla="*/ 307233 h 800100"/>
                    <a:gd name="connsiteX13" fmla="*/ 212905 w 876300"/>
                    <a:gd name="connsiteY13" fmla="*/ 296755 h 800100"/>
                    <a:gd name="connsiteX14" fmla="*/ 543422 w 876300"/>
                    <a:gd name="connsiteY14" fmla="*/ 347238 h 800100"/>
                    <a:gd name="connsiteX15" fmla="*/ 633910 w 876300"/>
                    <a:gd name="connsiteY15" fmla="*/ 289135 h 800100"/>
                    <a:gd name="connsiteX16" fmla="*/ 707252 w 876300"/>
                    <a:gd name="connsiteY16" fmla="*/ 350095 h 800100"/>
                    <a:gd name="connsiteX17" fmla="*/ 823457 w 876300"/>
                    <a:gd name="connsiteY17" fmla="*/ 680613 h 800100"/>
                    <a:gd name="connsiteX18" fmla="*/ 814885 w 876300"/>
                    <a:gd name="connsiteY18" fmla="*/ 738715 h 800100"/>
                    <a:gd name="connsiteX19" fmla="*/ 814885 w 876300"/>
                    <a:gd name="connsiteY19" fmla="*/ 790150 h 800100"/>
                    <a:gd name="connsiteX20" fmla="*/ 815837 w 876300"/>
                    <a:gd name="connsiteY20" fmla="*/ 793008 h 800100"/>
                    <a:gd name="connsiteX21" fmla="*/ 827267 w 876300"/>
                    <a:gd name="connsiteY21" fmla="*/ 793960 h 800100"/>
                    <a:gd name="connsiteX22" fmla="*/ 832030 w 876300"/>
                    <a:gd name="connsiteY22" fmla="*/ 786340 h 800100"/>
                    <a:gd name="connsiteX23" fmla="*/ 834887 w 876300"/>
                    <a:gd name="connsiteY23" fmla="*/ 765385 h 800100"/>
                    <a:gd name="connsiteX24" fmla="*/ 838697 w 876300"/>
                    <a:gd name="connsiteY24" fmla="*/ 734905 h 800100"/>
                    <a:gd name="connsiteX25" fmla="*/ 708205 w 876300"/>
                    <a:gd name="connsiteY25" fmla="*/ 91968 h 800100"/>
                    <a:gd name="connsiteX26" fmla="*/ 395785 w 876300"/>
                    <a:gd name="connsiteY26" fmla="*/ 251988 h 800100"/>
                    <a:gd name="connsiteX27" fmla="*/ 385307 w 876300"/>
                    <a:gd name="connsiteY27" fmla="*/ 249130 h 800100"/>
                    <a:gd name="connsiteX28" fmla="*/ 400547 w 876300"/>
                    <a:gd name="connsiteY28" fmla="*/ 252940 h 800100"/>
                    <a:gd name="connsiteX29" fmla="*/ 395785 w 876300"/>
                    <a:gd name="connsiteY29" fmla="*/ 251988 h 8001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</a:cxnLst>
                  <a:rect l="l" t="t" r="r" b="b"/>
                  <a:pathLst>
                    <a:path w="876300" h="800100">
                      <a:moveTo>
                        <a:pt x="708205" y="91968"/>
                      </a:moveTo>
                      <a:cubicBezTo>
                        <a:pt x="501512" y="-69957"/>
                        <a:pt x="183377" y="26245"/>
                        <a:pt x="87175" y="161500"/>
                      </a:cubicBezTo>
                      <a:cubicBezTo>
                        <a:pt x="-32840" y="331045"/>
                        <a:pt x="10022" y="588220"/>
                        <a:pt x="38597" y="781578"/>
                      </a:cubicBezTo>
                      <a:cubicBezTo>
                        <a:pt x="38597" y="781578"/>
                        <a:pt x="38597" y="780625"/>
                        <a:pt x="38597" y="780625"/>
                      </a:cubicBezTo>
                      <a:cubicBezTo>
                        <a:pt x="38597" y="782530"/>
                        <a:pt x="39550" y="784435"/>
                        <a:pt x="39550" y="786340"/>
                      </a:cubicBezTo>
                      <a:cubicBezTo>
                        <a:pt x="39550" y="788245"/>
                        <a:pt x="43360" y="792055"/>
                        <a:pt x="44312" y="793960"/>
                      </a:cubicBezTo>
                      <a:cubicBezTo>
                        <a:pt x="45265" y="795865"/>
                        <a:pt x="52885" y="793960"/>
                        <a:pt x="55742" y="793008"/>
                      </a:cubicBezTo>
                      <a:cubicBezTo>
                        <a:pt x="56695" y="793008"/>
                        <a:pt x="56695" y="791103"/>
                        <a:pt x="56695" y="790150"/>
                      </a:cubicBezTo>
                      <a:cubicBezTo>
                        <a:pt x="57647" y="773005"/>
                        <a:pt x="56695" y="739668"/>
                        <a:pt x="56695" y="738715"/>
                      </a:cubicBezTo>
                      <a:cubicBezTo>
                        <a:pt x="54790" y="712045"/>
                        <a:pt x="49075" y="686328"/>
                        <a:pt x="44312" y="660610"/>
                      </a:cubicBezTo>
                      <a:cubicBezTo>
                        <a:pt x="63362" y="538690"/>
                        <a:pt x="120512" y="512973"/>
                        <a:pt x="150992" y="366288"/>
                      </a:cubicBezTo>
                      <a:cubicBezTo>
                        <a:pt x="157660" y="356763"/>
                        <a:pt x="164327" y="347238"/>
                        <a:pt x="170995" y="337713"/>
                      </a:cubicBezTo>
                      <a:cubicBezTo>
                        <a:pt x="179567" y="327235"/>
                        <a:pt x="187187" y="316758"/>
                        <a:pt x="197665" y="307233"/>
                      </a:cubicBezTo>
                      <a:cubicBezTo>
                        <a:pt x="202427" y="304375"/>
                        <a:pt x="208142" y="300565"/>
                        <a:pt x="212905" y="296755"/>
                      </a:cubicBezTo>
                      <a:cubicBezTo>
                        <a:pt x="324347" y="255798"/>
                        <a:pt x="438647" y="305328"/>
                        <a:pt x="543422" y="347238"/>
                      </a:cubicBezTo>
                      <a:cubicBezTo>
                        <a:pt x="583427" y="363430"/>
                        <a:pt x="589142" y="291993"/>
                        <a:pt x="633910" y="289135"/>
                      </a:cubicBezTo>
                      <a:cubicBezTo>
                        <a:pt x="652960" y="287230"/>
                        <a:pt x="692012" y="352000"/>
                        <a:pt x="707252" y="350095"/>
                      </a:cubicBezTo>
                      <a:cubicBezTo>
                        <a:pt x="864415" y="331998"/>
                        <a:pt x="798692" y="570123"/>
                        <a:pt x="823457" y="680613"/>
                      </a:cubicBezTo>
                      <a:cubicBezTo>
                        <a:pt x="819647" y="699663"/>
                        <a:pt x="816790" y="718713"/>
                        <a:pt x="814885" y="738715"/>
                      </a:cubicBezTo>
                      <a:cubicBezTo>
                        <a:pt x="814885" y="738715"/>
                        <a:pt x="813932" y="773005"/>
                        <a:pt x="814885" y="790150"/>
                      </a:cubicBezTo>
                      <a:cubicBezTo>
                        <a:pt x="814885" y="791103"/>
                        <a:pt x="814885" y="792055"/>
                        <a:pt x="815837" y="793008"/>
                      </a:cubicBezTo>
                      <a:cubicBezTo>
                        <a:pt x="818695" y="793960"/>
                        <a:pt x="825362" y="795865"/>
                        <a:pt x="827267" y="793960"/>
                      </a:cubicBezTo>
                      <a:cubicBezTo>
                        <a:pt x="828220" y="793008"/>
                        <a:pt x="831077" y="788245"/>
                        <a:pt x="832030" y="786340"/>
                      </a:cubicBezTo>
                      <a:cubicBezTo>
                        <a:pt x="833935" y="778720"/>
                        <a:pt x="833935" y="773005"/>
                        <a:pt x="834887" y="765385"/>
                      </a:cubicBezTo>
                      <a:cubicBezTo>
                        <a:pt x="835840" y="755860"/>
                        <a:pt x="837745" y="745383"/>
                        <a:pt x="838697" y="734905"/>
                      </a:cubicBezTo>
                      <a:cubicBezTo>
                        <a:pt x="869177" y="615843"/>
                        <a:pt x="928232" y="143403"/>
                        <a:pt x="708205" y="91968"/>
                      </a:cubicBezTo>
                      <a:close/>
                      <a:moveTo>
                        <a:pt x="395785" y="251988"/>
                      </a:moveTo>
                      <a:cubicBezTo>
                        <a:pt x="391975" y="251035"/>
                        <a:pt x="389117" y="250083"/>
                        <a:pt x="385307" y="249130"/>
                      </a:cubicBezTo>
                      <a:cubicBezTo>
                        <a:pt x="390070" y="250083"/>
                        <a:pt x="395785" y="251988"/>
                        <a:pt x="400547" y="252940"/>
                      </a:cubicBezTo>
                      <a:cubicBezTo>
                        <a:pt x="398642" y="251988"/>
                        <a:pt x="397690" y="251988"/>
                        <a:pt x="395785" y="251988"/>
                      </a:cubicBezTo>
                      <a:close/>
                    </a:path>
                  </a:pathLst>
                </a:custGeom>
                <a:solidFill>
                  <a:srgbClr val="343434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31" name="Freeform: Shape 30">
                  <a:extLst>
                    <a:ext uri="{FF2B5EF4-FFF2-40B4-BE49-F238E27FC236}">
                      <a16:creationId xmlns:a16="http://schemas.microsoft.com/office/drawing/2014/main" id="{F1A89817-6C1B-41E2-A43A-3875DFBC830A}"/>
                    </a:ext>
                  </a:extLst>
                </p:cNvPr>
                <p:cNvSpPr/>
                <p:nvPr/>
              </p:nvSpPr>
              <p:spPr>
                <a:xfrm>
                  <a:off x="1715043" y="3980974"/>
                  <a:ext cx="85725" cy="9525"/>
                </a:xfrm>
                <a:custGeom>
                  <a:avLst/>
                  <a:gdLst>
                    <a:gd name="connsiteX0" fmla="*/ 7144 w 85725"/>
                    <a:gd name="connsiteY0" fmla="*/ 7144 h 9525"/>
                    <a:gd name="connsiteX1" fmla="*/ 81439 w 85725"/>
                    <a:gd name="connsiteY1" fmla="*/ 7144 h 9525"/>
                    <a:gd name="connsiteX2" fmla="*/ 82391 w 85725"/>
                    <a:gd name="connsiteY2" fmla="*/ 10001 h 9525"/>
                    <a:gd name="connsiteX3" fmla="*/ 7144 w 85725"/>
                    <a:gd name="connsiteY3" fmla="*/ 10001 h 95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85725" h="9525">
                      <a:moveTo>
                        <a:pt x="7144" y="7144"/>
                      </a:moveTo>
                      <a:lnTo>
                        <a:pt x="81439" y="7144"/>
                      </a:lnTo>
                      <a:lnTo>
                        <a:pt x="82391" y="10001"/>
                      </a:lnTo>
                      <a:lnTo>
                        <a:pt x="7144" y="10001"/>
                      </a:lnTo>
                      <a:close/>
                    </a:path>
                  </a:pathLst>
                </a:custGeom>
                <a:solidFill>
                  <a:srgbClr val="000000">
                    <a:alpha val="10000"/>
                  </a:srgbClr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32" name="Freeform: Shape 31">
                  <a:extLst>
                    <a:ext uri="{FF2B5EF4-FFF2-40B4-BE49-F238E27FC236}">
                      <a16:creationId xmlns:a16="http://schemas.microsoft.com/office/drawing/2014/main" id="{3DFED3F5-E49A-4456-84E0-887615E575AA}"/>
                    </a:ext>
                  </a:extLst>
                </p:cNvPr>
                <p:cNvSpPr/>
                <p:nvPr/>
              </p:nvSpPr>
              <p:spPr>
                <a:xfrm>
                  <a:off x="1174542" y="2447737"/>
                  <a:ext cx="800100" cy="438150"/>
                </a:xfrm>
                <a:custGeom>
                  <a:avLst/>
                  <a:gdLst>
                    <a:gd name="connsiteX0" fmla="*/ 702902 w 800100"/>
                    <a:gd name="connsiteY0" fmla="*/ 84008 h 438150"/>
                    <a:gd name="connsiteX1" fmla="*/ 366670 w 800100"/>
                    <a:gd name="connsiteY1" fmla="*/ 26858 h 438150"/>
                    <a:gd name="connsiteX2" fmla="*/ 33295 w 800100"/>
                    <a:gd name="connsiteY2" fmla="*/ 74483 h 438150"/>
                    <a:gd name="connsiteX3" fmla="*/ 119020 w 800100"/>
                    <a:gd name="connsiteY3" fmla="*/ 388808 h 438150"/>
                    <a:gd name="connsiteX4" fmla="*/ 573362 w 800100"/>
                    <a:gd name="connsiteY4" fmla="*/ 344041 h 438150"/>
                    <a:gd name="connsiteX5" fmla="*/ 785770 w 800100"/>
                    <a:gd name="connsiteY5" fmla="*/ 191641 h 438150"/>
                    <a:gd name="connsiteX6" fmla="*/ 702902 w 800100"/>
                    <a:gd name="connsiteY6" fmla="*/ 84008 h 4381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800100" h="438150">
                      <a:moveTo>
                        <a:pt x="702902" y="84008"/>
                      </a:moveTo>
                      <a:cubicBezTo>
                        <a:pt x="702902" y="84008"/>
                        <a:pt x="524785" y="-39817"/>
                        <a:pt x="366670" y="26858"/>
                      </a:cubicBezTo>
                      <a:cubicBezTo>
                        <a:pt x="208555" y="93533"/>
                        <a:pt x="68537" y="119251"/>
                        <a:pt x="33295" y="74483"/>
                      </a:cubicBezTo>
                      <a:cubicBezTo>
                        <a:pt x="33295" y="74483"/>
                        <a:pt x="-64813" y="281176"/>
                        <a:pt x="119020" y="388808"/>
                      </a:cubicBezTo>
                      <a:cubicBezTo>
                        <a:pt x="302852" y="496441"/>
                        <a:pt x="512402" y="410716"/>
                        <a:pt x="573362" y="344041"/>
                      </a:cubicBezTo>
                      <a:cubicBezTo>
                        <a:pt x="633370" y="277366"/>
                        <a:pt x="732430" y="169733"/>
                        <a:pt x="785770" y="191641"/>
                      </a:cubicBezTo>
                      <a:cubicBezTo>
                        <a:pt x="840062" y="214501"/>
                        <a:pt x="702902" y="84008"/>
                        <a:pt x="702902" y="84008"/>
                      </a:cubicBezTo>
                      <a:close/>
                    </a:path>
                  </a:pathLst>
                </a:custGeom>
                <a:solidFill>
                  <a:srgbClr val="343434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</p:grpSp>
          <p:grpSp>
            <p:nvGrpSpPr>
              <p:cNvPr id="15" name="Group 14">
                <a:extLst>
                  <a:ext uri="{FF2B5EF4-FFF2-40B4-BE49-F238E27FC236}">
                    <a16:creationId xmlns:a16="http://schemas.microsoft.com/office/drawing/2014/main" id="{A1E460DC-AD29-413B-A7FD-A591C9BBDE39}"/>
                  </a:ext>
                </a:extLst>
              </p:cNvPr>
              <p:cNvGrpSpPr/>
              <p:nvPr/>
            </p:nvGrpSpPr>
            <p:grpSpPr>
              <a:xfrm>
                <a:off x="1521799" y="-1594576"/>
                <a:ext cx="1675880" cy="996328"/>
                <a:chOff x="9495405" y="2976329"/>
                <a:chExt cx="1857375" cy="996328"/>
              </a:xfrm>
            </p:grpSpPr>
            <p:grpSp>
              <p:nvGrpSpPr>
                <p:cNvPr id="17" name="Group 16">
                  <a:extLst>
                    <a:ext uri="{FF2B5EF4-FFF2-40B4-BE49-F238E27FC236}">
                      <a16:creationId xmlns:a16="http://schemas.microsoft.com/office/drawing/2014/main" id="{21D40CB8-A288-4112-9041-EA5DE6FDC8C7}"/>
                    </a:ext>
                  </a:extLst>
                </p:cNvPr>
                <p:cNvGrpSpPr/>
                <p:nvPr/>
              </p:nvGrpSpPr>
              <p:grpSpPr>
                <a:xfrm>
                  <a:off x="9495405" y="2976329"/>
                  <a:ext cx="1857375" cy="958376"/>
                  <a:chOff x="9495405" y="2976329"/>
                  <a:chExt cx="1857375" cy="958376"/>
                </a:xfrm>
              </p:grpSpPr>
              <p:sp>
                <p:nvSpPr>
                  <p:cNvPr id="19" name="Rectangle: Rounded Corners 18">
                    <a:extLst>
                      <a:ext uri="{FF2B5EF4-FFF2-40B4-BE49-F238E27FC236}">
                        <a16:creationId xmlns:a16="http://schemas.microsoft.com/office/drawing/2014/main" id="{488850AE-695F-43E7-99BC-F5FBF2D683B8}"/>
                      </a:ext>
                    </a:extLst>
                  </p:cNvPr>
                  <p:cNvSpPr/>
                  <p:nvPr/>
                </p:nvSpPr>
                <p:spPr>
                  <a:xfrm>
                    <a:off x="9495405" y="2976329"/>
                    <a:ext cx="1857375" cy="958376"/>
                  </a:xfrm>
                  <a:prstGeom prst="roundRect">
                    <a:avLst>
                      <a:gd name="adj" fmla="val 4741"/>
                    </a:avLst>
                  </a:prstGeom>
                  <a:solidFill>
                    <a:schemeClr val="bg1">
                      <a:lumMod val="85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20" name="Oval 19">
                    <a:extLst>
                      <a:ext uri="{FF2B5EF4-FFF2-40B4-BE49-F238E27FC236}">
                        <a16:creationId xmlns:a16="http://schemas.microsoft.com/office/drawing/2014/main" id="{6A2E7454-114C-4DC6-A685-DAADFA5F4763}"/>
                      </a:ext>
                    </a:extLst>
                  </p:cNvPr>
                  <p:cNvSpPr/>
                  <p:nvPr/>
                </p:nvSpPr>
                <p:spPr>
                  <a:xfrm>
                    <a:off x="10309032" y="3340457"/>
                    <a:ext cx="230120" cy="230120"/>
                  </a:xfrm>
                  <a:prstGeom prst="ellipse">
                    <a:avLst/>
                  </a:prstGeom>
                  <a:solidFill>
                    <a:schemeClr val="bg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sp>
              <p:nvSpPr>
                <p:cNvPr id="18" name="Rectangle: Rounded Corners 17">
                  <a:extLst>
                    <a:ext uri="{FF2B5EF4-FFF2-40B4-BE49-F238E27FC236}">
                      <a16:creationId xmlns:a16="http://schemas.microsoft.com/office/drawing/2014/main" id="{906DF5D5-5D56-45E9-84B3-2D5F6C992D22}"/>
                    </a:ext>
                  </a:extLst>
                </p:cNvPr>
                <p:cNvSpPr/>
                <p:nvPr/>
              </p:nvSpPr>
              <p:spPr>
                <a:xfrm>
                  <a:off x="9495405" y="3875502"/>
                  <a:ext cx="1857375" cy="97155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bg1">
                    <a:lumMod val="6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16" name="Freeform: Shape 15">
                <a:extLst>
                  <a:ext uri="{FF2B5EF4-FFF2-40B4-BE49-F238E27FC236}">
                    <a16:creationId xmlns:a16="http://schemas.microsoft.com/office/drawing/2014/main" id="{4C21F045-BBBE-457D-8851-DB2B91F77747}"/>
                  </a:ext>
                </a:extLst>
              </p:cNvPr>
              <p:cNvSpPr/>
              <p:nvPr/>
            </p:nvSpPr>
            <p:spPr>
              <a:xfrm>
                <a:off x="1969192" y="-2391643"/>
                <a:ext cx="762000" cy="285750"/>
              </a:xfrm>
              <a:custGeom>
                <a:avLst/>
                <a:gdLst>
                  <a:gd name="connsiteX0" fmla="*/ 569333 w 762000"/>
                  <a:gd name="connsiteY0" fmla="*/ 277654 h 285750"/>
                  <a:gd name="connsiteX1" fmla="*/ 579810 w 762000"/>
                  <a:gd name="connsiteY1" fmla="*/ 276701 h 285750"/>
                  <a:gd name="connsiteX2" fmla="*/ 715065 w 762000"/>
                  <a:gd name="connsiteY2" fmla="*/ 167164 h 285750"/>
                  <a:gd name="connsiteX3" fmla="*/ 744593 w 762000"/>
                  <a:gd name="connsiteY3" fmla="*/ 77629 h 285750"/>
                  <a:gd name="connsiteX4" fmla="*/ 758880 w 762000"/>
                  <a:gd name="connsiteY4" fmla="*/ 43339 h 285750"/>
                  <a:gd name="connsiteX5" fmla="*/ 738878 w 762000"/>
                  <a:gd name="connsiteY5" fmla="*/ 18574 h 285750"/>
                  <a:gd name="connsiteX6" fmla="*/ 574095 w 762000"/>
                  <a:gd name="connsiteY6" fmla="*/ 9049 h 285750"/>
                  <a:gd name="connsiteX7" fmla="*/ 574095 w 762000"/>
                  <a:gd name="connsiteY7" fmla="*/ 26194 h 285750"/>
                  <a:gd name="connsiteX8" fmla="*/ 687443 w 762000"/>
                  <a:gd name="connsiteY8" fmla="*/ 38576 h 285750"/>
                  <a:gd name="connsiteX9" fmla="*/ 682680 w 762000"/>
                  <a:gd name="connsiteY9" fmla="*/ 209074 h 285750"/>
                  <a:gd name="connsiteX10" fmla="*/ 569333 w 762000"/>
                  <a:gd name="connsiteY10" fmla="*/ 261461 h 285750"/>
                  <a:gd name="connsiteX11" fmla="*/ 569333 w 762000"/>
                  <a:gd name="connsiteY11" fmla="*/ 277654 h 285750"/>
                  <a:gd name="connsiteX12" fmla="*/ 382643 w 762000"/>
                  <a:gd name="connsiteY12" fmla="*/ 42386 h 285750"/>
                  <a:gd name="connsiteX13" fmla="*/ 206430 w 762000"/>
                  <a:gd name="connsiteY13" fmla="*/ 10954 h 285750"/>
                  <a:gd name="connsiteX14" fmla="*/ 192143 w 762000"/>
                  <a:gd name="connsiteY14" fmla="*/ 10001 h 285750"/>
                  <a:gd name="connsiteX15" fmla="*/ 192143 w 762000"/>
                  <a:gd name="connsiteY15" fmla="*/ 27146 h 285750"/>
                  <a:gd name="connsiteX16" fmla="*/ 316920 w 762000"/>
                  <a:gd name="connsiteY16" fmla="*/ 69056 h 285750"/>
                  <a:gd name="connsiteX17" fmla="*/ 243578 w 762000"/>
                  <a:gd name="connsiteY17" fmla="*/ 250984 h 285750"/>
                  <a:gd name="connsiteX18" fmla="*/ 188333 w 762000"/>
                  <a:gd name="connsiteY18" fmla="*/ 262414 h 285750"/>
                  <a:gd name="connsiteX19" fmla="*/ 188333 w 762000"/>
                  <a:gd name="connsiteY19" fmla="*/ 278606 h 285750"/>
                  <a:gd name="connsiteX20" fmla="*/ 316920 w 762000"/>
                  <a:gd name="connsiteY20" fmla="*/ 195739 h 285750"/>
                  <a:gd name="connsiteX21" fmla="*/ 382643 w 762000"/>
                  <a:gd name="connsiteY21" fmla="*/ 102394 h 285750"/>
                  <a:gd name="connsiteX22" fmla="*/ 443603 w 762000"/>
                  <a:gd name="connsiteY22" fmla="*/ 193834 h 285750"/>
                  <a:gd name="connsiteX23" fmla="*/ 570285 w 762000"/>
                  <a:gd name="connsiteY23" fmla="*/ 276701 h 285750"/>
                  <a:gd name="connsiteX24" fmla="*/ 570285 w 762000"/>
                  <a:gd name="connsiteY24" fmla="*/ 260509 h 285750"/>
                  <a:gd name="connsiteX25" fmla="*/ 512183 w 762000"/>
                  <a:gd name="connsiteY25" fmla="*/ 249079 h 285750"/>
                  <a:gd name="connsiteX26" fmla="*/ 450270 w 762000"/>
                  <a:gd name="connsiteY26" fmla="*/ 67151 h 285750"/>
                  <a:gd name="connsiteX27" fmla="*/ 575048 w 762000"/>
                  <a:gd name="connsiteY27" fmla="*/ 24289 h 285750"/>
                  <a:gd name="connsiteX28" fmla="*/ 575048 w 762000"/>
                  <a:gd name="connsiteY28" fmla="*/ 7144 h 285750"/>
                  <a:gd name="connsiteX29" fmla="*/ 563618 w 762000"/>
                  <a:gd name="connsiteY29" fmla="*/ 8096 h 285750"/>
                  <a:gd name="connsiteX30" fmla="*/ 382643 w 762000"/>
                  <a:gd name="connsiteY30" fmla="*/ 42386 h 285750"/>
                  <a:gd name="connsiteX31" fmla="*/ 192143 w 762000"/>
                  <a:gd name="connsiteY31" fmla="*/ 10001 h 285750"/>
                  <a:gd name="connsiteX32" fmla="*/ 29265 w 762000"/>
                  <a:gd name="connsiteY32" fmla="*/ 19526 h 285750"/>
                  <a:gd name="connsiteX33" fmla="*/ 7358 w 762000"/>
                  <a:gd name="connsiteY33" fmla="*/ 44291 h 285750"/>
                  <a:gd name="connsiteX34" fmla="*/ 19740 w 762000"/>
                  <a:gd name="connsiteY34" fmla="*/ 78581 h 285750"/>
                  <a:gd name="connsiteX35" fmla="*/ 43553 w 762000"/>
                  <a:gd name="connsiteY35" fmla="*/ 168116 h 285750"/>
                  <a:gd name="connsiteX36" fmla="*/ 172140 w 762000"/>
                  <a:gd name="connsiteY36" fmla="*/ 277654 h 285750"/>
                  <a:gd name="connsiteX37" fmla="*/ 187380 w 762000"/>
                  <a:gd name="connsiteY37" fmla="*/ 278606 h 285750"/>
                  <a:gd name="connsiteX38" fmla="*/ 187380 w 762000"/>
                  <a:gd name="connsiteY38" fmla="*/ 262414 h 285750"/>
                  <a:gd name="connsiteX39" fmla="*/ 74033 w 762000"/>
                  <a:gd name="connsiteY39" fmla="*/ 210026 h 285750"/>
                  <a:gd name="connsiteX40" fmla="*/ 79748 w 762000"/>
                  <a:gd name="connsiteY40" fmla="*/ 39529 h 285750"/>
                  <a:gd name="connsiteX41" fmla="*/ 191190 w 762000"/>
                  <a:gd name="connsiteY41" fmla="*/ 26194 h 285750"/>
                  <a:gd name="connsiteX42" fmla="*/ 192143 w 762000"/>
                  <a:gd name="connsiteY42" fmla="*/ 10001 h 2857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</a:cxnLst>
                <a:rect l="l" t="t" r="r" b="b"/>
                <a:pathLst>
                  <a:path w="762000" h="285750">
                    <a:moveTo>
                      <a:pt x="569333" y="277654"/>
                    </a:moveTo>
                    <a:cubicBezTo>
                      <a:pt x="573143" y="277654"/>
                      <a:pt x="576000" y="277654"/>
                      <a:pt x="579810" y="276701"/>
                    </a:cubicBezTo>
                    <a:cubicBezTo>
                      <a:pt x="679823" y="268129"/>
                      <a:pt x="704588" y="223361"/>
                      <a:pt x="715065" y="167164"/>
                    </a:cubicBezTo>
                    <a:cubicBezTo>
                      <a:pt x="727448" y="105251"/>
                      <a:pt x="728400" y="83344"/>
                      <a:pt x="744593" y="77629"/>
                    </a:cubicBezTo>
                    <a:cubicBezTo>
                      <a:pt x="756023" y="73819"/>
                      <a:pt x="758880" y="59531"/>
                      <a:pt x="758880" y="43339"/>
                    </a:cubicBezTo>
                    <a:cubicBezTo>
                      <a:pt x="758880" y="27146"/>
                      <a:pt x="757928" y="25241"/>
                      <a:pt x="738878" y="18574"/>
                    </a:cubicBezTo>
                    <a:cubicBezTo>
                      <a:pt x="723638" y="12859"/>
                      <a:pt x="637913" y="5239"/>
                      <a:pt x="574095" y="9049"/>
                    </a:cubicBezTo>
                    <a:lnTo>
                      <a:pt x="574095" y="26194"/>
                    </a:lnTo>
                    <a:cubicBezTo>
                      <a:pt x="624578" y="23336"/>
                      <a:pt x="673155" y="29051"/>
                      <a:pt x="687443" y="38576"/>
                    </a:cubicBezTo>
                    <a:cubicBezTo>
                      <a:pt x="719828" y="59531"/>
                      <a:pt x="710303" y="159544"/>
                      <a:pt x="682680" y="209074"/>
                    </a:cubicBezTo>
                    <a:cubicBezTo>
                      <a:pt x="663630" y="243364"/>
                      <a:pt x="614100" y="261461"/>
                      <a:pt x="569333" y="261461"/>
                    </a:cubicBezTo>
                    <a:lnTo>
                      <a:pt x="569333" y="277654"/>
                    </a:lnTo>
                    <a:close/>
                    <a:moveTo>
                      <a:pt x="382643" y="42386"/>
                    </a:moveTo>
                    <a:cubicBezTo>
                      <a:pt x="360735" y="43339"/>
                      <a:pt x="270248" y="16669"/>
                      <a:pt x="206430" y="10954"/>
                    </a:cubicBezTo>
                    <a:cubicBezTo>
                      <a:pt x="201668" y="10954"/>
                      <a:pt x="196905" y="10001"/>
                      <a:pt x="192143" y="10001"/>
                    </a:cubicBezTo>
                    <a:lnTo>
                      <a:pt x="192143" y="27146"/>
                    </a:lnTo>
                    <a:cubicBezTo>
                      <a:pt x="244530" y="29051"/>
                      <a:pt x="297870" y="41434"/>
                      <a:pt x="316920" y="69056"/>
                    </a:cubicBezTo>
                    <a:cubicBezTo>
                      <a:pt x="347400" y="114776"/>
                      <a:pt x="293108" y="226219"/>
                      <a:pt x="243578" y="250984"/>
                    </a:cubicBezTo>
                    <a:cubicBezTo>
                      <a:pt x="228338" y="258604"/>
                      <a:pt x="209288" y="262414"/>
                      <a:pt x="188333" y="262414"/>
                    </a:cubicBezTo>
                    <a:lnTo>
                      <a:pt x="188333" y="278606"/>
                    </a:lnTo>
                    <a:cubicBezTo>
                      <a:pt x="275010" y="278606"/>
                      <a:pt x="306443" y="216694"/>
                      <a:pt x="316920" y="195739"/>
                    </a:cubicBezTo>
                    <a:cubicBezTo>
                      <a:pt x="336923" y="156686"/>
                      <a:pt x="333113" y="102394"/>
                      <a:pt x="382643" y="102394"/>
                    </a:cubicBezTo>
                    <a:cubicBezTo>
                      <a:pt x="432173" y="102394"/>
                      <a:pt x="425505" y="154781"/>
                      <a:pt x="443603" y="193834"/>
                    </a:cubicBezTo>
                    <a:cubicBezTo>
                      <a:pt x="453128" y="214789"/>
                      <a:pt x="480750" y="279559"/>
                      <a:pt x="570285" y="276701"/>
                    </a:cubicBezTo>
                    <a:lnTo>
                      <a:pt x="570285" y="260509"/>
                    </a:lnTo>
                    <a:cubicBezTo>
                      <a:pt x="548378" y="260509"/>
                      <a:pt x="527423" y="256699"/>
                      <a:pt x="512183" y="249079"/>
                    </a:cubicBezTo>
                    <a:cubicBezTo>
                      <a:pt x="464558" y="224314"/>
                      <a:pt x="416933" y="112871"/>
                      <a:pt x="450270" y="67151"/>
                    </a:cubicBezTo>
                    <a:cubicBezTo>
                      <a:pt x="470273" y="39529"/>
                      <a:pt x="523613" y="27146"/>
                      <a:pt x="575048" y="24289"/>
                    </a:cubicBezTo>
                    <a:lnTo>
                      <a:pt x="575048" y="7144"/>
                    </a:lnTo>
                    <a:cubicBezTo>
                      <a:pt x="571238" y="7144"/>
                      <a:pt x="567428" y="8096"/>
                      <a:pt x="563618" y="8096"/>
                    </a:cubicBezTo>
                    <a:cubicBezTo>
                      <a:pt x="504563" y="15716"/>
                      <a:pt x="434078" y="40481"/>
                      <a:pt x="382643" y="42386"/>
                    </a:cubicBezTo>
                    <a:close/>
                    <a:moveTo>
                      <a:pt x="192143" y="10001"/>
                    </a:moveTo>
                    <a:cubicBezTo>
                      <a:pt x="129278" y="6191"/>
                      <a:pt x="45458" y="14764"/>
                      <a:pt x="29265" y="19526"/>
                    </a:cubicBezTo>
                    <a:cubicBezTo>
                      <a:pt x="9263" y="26194"/>
                      <a:pt x="8310" y="28099"/>
                      <a:pt x="7358" y="44291"/>
                    </a:cubicBezTo>
                    <a:cubicBezTo>
                      <a:pt x="6405" y="60484"/>
                      <a:pt x="8310" y="74771"/>
                      <a:pt x="19740" y="78581"/>
                    </a:cubicBezTo>
                    <a:cubicBezTo>
                      <a:pt x="35933" y="84296"/>
                      <a:pt x="34980" y="106204"/>
                      <a:pt x="43553" y="168116"/>
                    </a:cubicBezTo>
                    <a:cubicBezTo>
                      <a:pt x="51173" y="224314"/>
                      <a:pt x="73080" y="269081"/>
                      <a:pt x="172140" y="277654"/>
                    </a:cubicBezTo>
                    <a:cubicBezTo>
                      <a:pt x="176903" y="277654"/>
                      <a:pt x="181665" y="278606"/>
                      <a:pt x="187380" y="278606"/>
                    </a:cubicBezTo>
                    <a:lnTo>
                      <a:pt x="187380" y="262414"/>
                    </a:lnTo>
                    <a:cubicBezTo>
                      <a:pt x="141660" y="262414"/>
                      <a:pt x="91178" y="245269"/>
                      <a:pt x="74033" y="210026"/>
                    </a:cubicBezTo>
                    <a:cubicBezTo>
                      <a:pt x="50220" y="160496"/>
                      <a:pt x="46410" y="60484"/>
                      <a:pt x="79748" y="39529"/>
                    </a:cubicBezTo>
                    <a:cubicBezTo>
                      <a:pt x="94035" y="30956"/>
                      <a:pt x="141660" y="24289"/>
                      <a:pt x="191190" y="26194"/>
                    </a:cubicBezTo>
                    <a:lnTo>
                      <a:pt x="192143" y="10001"/>
                    </a:lnTo>
                    <a:close/>
                  </a:path>
                </a:pathLst>
              </a:custGeom>
              <a:solidFill>
                <a:schemeClr val="tx1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</p:grpSp>
      <p:sp>
        <p:nvSpPr>
          <p:cNvPr id="41" name="Freeform: Shape 40">
            <a:extLst>
              <a:ext uri="{FF2B5EF4-FFF2-40B4-BE49-F238E27FC236}">
                <a16:creationId xmlns:a16="http://schemas.microsoft.com/office/drawing/2014/main" id="{F73289C2-BAB6-4501-9163-5D9C92F232AC}"/>
              </a:ext>
            </a:extLst>
          </p:cNvPr>
          <p:cNvSpPr/>
          <p:nvPr/>
        </p:nvSpPr>
        <p:spPr>
          <a:xfrm flipH="1">
            <a:off x="220651" y="2543486"/>
            <a:ext cx="3311088" cy="856424"/>
          </a:xfrm>
          <a:custGeom>
            <a:avLst/>
            <a:gdLst>
              <a:gd name="connsiteX0" fmla="*/ 4288769 w 4464942"/>
              <a:gd name="connsiteY0" fmla="*/ 0 h 1180474"/>
              <a:gd name="connsiteX1" fmla="*/ 4464942 w 4464942"/>
              <a:gd name="connsiteY1" fmla="*/ 176172 h 1180474"/>
              <a:gd name="connsiteX2" fmla="*/ 4464942 w 4464942"/>
              <a:gd name="connsiteY2" fmla="*/ 880841 h 1180474"/>
              <a:gd name="connsiteX3" fmla="*/ 4288770 w 4464942"/>
              <a:gd name="connsiteY3" fmla="*/ 1057013 h 1180474"/>
              <a:gd name="connsiteX4" fmla="*/ 593216 w 4464942"/>
              <a:gd name="connsiteY4" fmla="*/ 1057013 h 1180474"/>
              <a:gd name="connsiteX5" fmla="*/ 0 w 4464942"/>
              <a:gd name="connsiteY5" fmla="*/ 1180474 h 1180474"/>
              <a:gd name="connsiteX6" fmla="*/ 178168 w 4464942"/>
              <a:gd name="connsiteY6" fmla="*/ 812932 h 1180474"/>
              <a:gd name="connsiteX7" fmla="*/ 178168 w 4464942"/>
              <a:gd name="connsiteY7" fmla="*/ 176172 h 1180474"/>
              <a:gd name="connsiteX8" fmla="*/ 354339 w 4464942"/>
              <a:gd name="connsiteY8" fmla="*/ 1 h 11804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464942" h="1180474">
                <a:moveTo>
                  <a:pt x="4288769" y="0"/>
                </a:moveTo>
                <a:cubicBezTo>
                  <a:pt x="4386067" y="0"/>
                  <a:pt x="4464942" y="78875"/>
                  <a:pt x="4464942" y="176172"/>
                </a:cubicBezTo>
                <a:lnTo>
                  <a:pt x="4464942" y="880841"/>
                </a:lnTo>
                <a:cubicBezTo>
                  <a:pt x="4464942" y="978138"/>
                  <a:pt x="4386067" y="1057013"/>
                  <a:pt x="4288770" y="1057013"/>
                </a:cubicBezTo>
                <a:lnTo>
                  <a:pt x="593216" y="1057013"/>
                </a:lnTo>
                <a:lnTo>
                  <a:pt x="0" y="1180474"/>
                </a:lnTo>
                <a:lnTo>
                  <a:pt x="178168" y="812932"/>
                </a:lnTo>
                <a:lnTo>
                  <a:pt x="178168" y="176172"/>
                </a:lnTo>
                <a:cubicBezTo>
                  <a:pt x="178167" y="78875"/>
                  <a:pt x="257042" y="0"/>
                  <a:pt x="354339" y="1"/>
                </a:cubicBezTo>
                <a:close/>
              </a:path>
            </a:pathLst>
          </a:custGeom>
          <a:solidFill>
            <a:srgbClr val="102E37">
              <a:lumMod val="75000"/>
              <a:lumOff val="25000"/>
            </a:srgbClr>
          </a:solidFill>
          <a:ln w="12700" cap="flat" cmpd="sng" algn="ctr">
            <a:noFill/>
            <a:prstDash val="solid"/>
            <a:miter lim="800000"/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txBody>
          <a:bodyPr rot="0" spcFirstLastPara="0" vertOverflow="overflow" horzOverflow="overflow" vert="horz" wrap="square" lIns="0" tIns="0" rIns="182880" bIns="9144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ource Sans Pro" panose="020B0503030403020204" pitchFamily="34" charset="0"/>
                <a:ea typeface="Source Sans Pro" panose="020B0503030403020204" pitchFamily="34" charset="0"/>
                <a:cs typeface="Noto Sans" panose="020B0502040504020204" pitchFamily="34"/>
              </a:rPr>
              <a:t>All queries</a:t>
            </a:r>
            <a:r>
              <a:rPr kumimoji="0" lang="en-US" sz="2000" b="0" i="0" u="none" strike="noStrike" kern="0" cap="none" spc="0" normalizeH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ource Sans Pro" panose="020B0503030403020204" pitchFamily="34" charset="0"/>
                <a:ea typeface="Source Sans Pro" panose="020B0503030403020204" pitchFamily="34" charset="0"/>
                <a:cs typeface="Noto Sans" panose="020B0502040504020204" pitchFamily="34"/>
              </a:rPr>
              <a:t> under my domain should not be rewritten</a:t>
            </a:r>
            <a:endParaRPr kumimoji="0" lang="en-US" sz="20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ource Sans Pro" panose="020B0503030403020204" pitchFamily="34" charset="0"/>
              <a:ea typeface="Source Sans Pro" panose="020B0503030403020204" pitchFamily="34" charset="0"/>
              <a:cs typeface="Noto Sans" panose="020B0502040504020204" pitchFamily="34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F425F3FB-7F35-4404-A34B-CC92BB86B8E9}"/>
                  </a:ext>
                </a:extLst>
              </p:cNvPr>
              <p:cNvSpPr txBox="1"/>
              <p:nvPr/>
            </p:nvSpPr>
            <p:spPr>
              <a:xfrm>
                <a:off x="4723023" y="4567771"/>
                <a:ext cx="3063829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b="1" i="1" smtClean="0">
                              <a:solidFill>
                                <a:srgbClr val="657B8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smtClean="0">
                              <a:solidFill>
                                <a:srgbClr val="657B83"/>
                              </a:solidFill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  <m:sub>
                          <m:r>
                            <a:rPr lang="en-US" sz="2800" b="1" i="1" smtClean="0">
                              <a:solidFill>
                                <a:srgbClr val="657B83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2800" b="1" i="1" smtClean="0">
                          <a:solidFill>
                            <a:srgbClr val="657B83"/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US" sz="2800" b="1" i="1" smtClean="0">
                              <a:solidFill>
                                <a:srgbClr val="657B8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smtClean="0">
                              <a:solidFill>
                                <a:srgbClr val="657B83"/>
                              </a:solidFill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  <m:sub>
                          <m:r>
                            <a:rPr lang="en-US" sz="2800" b="1" i="1" smtClean="0">
                              <a:solidFill>
                                <a:srgbClr val="657B83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r>
                        <a:rPr lang="en-US" sz="2800" b="1" i="1" smtClean="0">
                          <a:solidFill>
                            <a:srgbClr val="657B83"/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US" sz="2800" b="1" i="1" smtClean="0">
                              <a:solidFill>
                                <a:srgbClr val="657B8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smtClean="0">
                              <a:solidFill>
                                <a:srgbClr val="657B83"/>
                              </a:solidFill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  <m:sub>
                          <m:r>
                            <a:rPr lang="en-US" sz="2800" b="1" i="1" smtClean="0">
                              <a:solidFill>
                                <a:srgbClr val="657B83"/>
                              </a:solidFill>
                              <a:latin typeface="Cambria Math" panose="02040503050406030204" pitchFamily="18" charset="0"/>
                            </a:rPr>
                            <m:t>𝟑</m:t>
                          </m:r>
                        </m:sub>
                      </m:sSub>
                      <m:r>
                        <a:rPr lang="en-US" sz="2800" b="1" i="1" smtClean="0">
                          <a:solidFill>
                            <a:srgbClr val="657B83"/>
                          </a:solidFill>
                          <a:latin typeface="Cambria Math" panose="02040503050406030204" pitchFamily="18" charset="0"/>
                        </a:rPr>
                        <m:t>, …</m:t>
                      </m:r>
                      <m:sSub>
                        <m:sSubPr>
                          <m:ctrlPr>
                            <a:rPr lang="en-US" sz="2800" b="1" i="1" smtClean="0">
                              <a:solidFill>
                                <a:srgbClr val="657B8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smtClean="0">
                              <a:solidFill>
                                <a:srgbClr val="657B83"/>
                              </a:solidFill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  <m:sub>
                          <m:r>
                            <a:rPr lang="en-US" sz="2800" b="1" i="1" smtClean="0">
                              <a:solidFill>
                                <a:srgbClr val="657B83"/>
                              </a:solidFill>
                              <a:latin typeface="Cambria Math" panose="02040503050406030204" pitchFamily="18" charset="0"/>
                            </a:rPr>
                            <m:t>𝒎</m:t>
                          </m:r>
                        </m:sub>
                      </m:sSub>
                    </m:oMath>
                  </m:oMathPara>
                </a14:m>
                <a:endParaRPr lang="en-US" sz="2800" b="1">
                  <a:solidFill>
                    <a:srgbClr val="657B83"/>
                  </a:solidFill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F425F3FB-7F35-4404-A34B-CC92BB86B8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23023" y="4567771"/>
                <a:ext cx="3063829" cy="5232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Speech Bubble: Rectangle with Corners Rounded 49">
                <a:extLst>
                  <a:ext uri="{FF2B5EF4-FFF2-40B4-BE49-F238E27FC236}">
                    <a16:creationId xmlns:a16="http://schemas.microsoft.com/office/drawing/2014/main" id="{5CE1DCD5-FE74-4747-B8CF-2A97893E5E6F}"/>
                  </a:ext>
                </a:extLst>
              </p:cNvPr>
              <p:cNvSpPr/>
              <p:nvPr/>
            </p:nvSpPr>
            <p:spPr>
              <a:xfrm flipH="1">
                <a:off x="658650" y="3563990"/>
                <a:ext cx="2467850" cy="856424"/>
              </a:xfrm>
              <a:prstGeom prst="wedgeRoundRectCallout">
                <a:avLst>
                  <a:gd name="adj1" fmla="val -65450"/>
                  <a:gd name="adj2" fmla="val -19356"/>
                  <a:gd name="adj3" fmla="val 16667"/>
                </a:avLst>
              </a:prstGeom>
              <a:solidFill>
                <a:srgbClr val="102E37">
                  <a:lumMod val="75000"/>
                  <a:lumOff val="25000"/>
                </a:srgbClr>
              </a:solidFill>
              <a:ln w="12700" cap="flat" cmpd="sng" algn="ctr">
                <a:noFill/>
                <a:prstDash val="solid"/>
                <a:miter lim="800000"/>
              </a:ln>
              <a:effectLst>
                <a:outerShdw blurRad="50800" dist="635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rot="0" spcFirstLastPara="0" vertOverflow="overflow" horzOverflow="overflow" vert="horz" wrap="square" lIns="0" tIns="0" rIns="18288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Source Sans Pro" panose="020B0503030403020204" pitchFamily="34" charset="0"/>
                    <a:ea typeface="Source Sans Pro" panose="020B0503030403020204" pitchFamily="34" charset="0"/>
                    <a:cs typeface="Noto Sans" panose="020B0502040504020204" pitchFamily="34"/>
                  </a:rPr>
                  <a:t>All </a:t>
                </a:r>
                <a14:m>
                  <m:oMath xmlns:m="http://schemas.openxmlformats.org/officeDocument/2006/math">
                    <m:r>
                      <a:rPr kumimoji="0" lang="en-US" sz="2000" b="0" i="1" u="none" strike="noStrike" kern="0" cap="none" spc="0" normalizeH="0" baseline="0" noProof="0" dirty="0" smtClean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Source Sans Pro" panose="020B0503030403020204" pitchFamily="34" charset="0"/>
                        <a:cs typeface="Noto Sans" panose="020B0502040504020204" pitchFamily="34"/>
                      </a:rPr>
                      <m:t>𝑛</m:t>
                    </m:r>
                  </m:oMath>
                </a14:m>
                <a:r>
                  <a:rPr kumimoji="0" lang="en-US" sz="20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Source Sans Pro" panose="020B0503030403020204" pitchFamily="34" charset="0"/>
                    <a:ea typeface="Source Sans Pro" panose="020B0503030403020204" pitchFamily="34" charset="0"/>
                    <a:cs typeface="Noto Sans" panose="020B0502040504020204" pitchFamily="34"/>
                  </a:rPr>
                  <a:t> queries are fine so its</a:t>
                </a:r>
                <a:r>
                  <a:rPr kumimoji="0" lang="en-US" sz="2000" b="0" i="0" u="none" strike="noStrike" kern="0" cap="none" spc="0" normalizeH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Source Sans Pro" panose="020B0503030403020204" pitchFamily="34" charset="0"/>
                    <a:ea typeface="Source Sans Pro" panose="020B0503030403020204" pitchFamily="34" charset="0"/>
                    <a:cs typeface="Noto Sans" panose="020B0502040504020204" pitchFamily="34"/>
                  </a:rPr>
                  <a:t> fine overall !!</a:t>
                </a:r>
                <a:endParaRPr kumimoji="0" 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Source Sans Pro" panose="020B0503030403020204" pitchFamily="34" charset="0"/>
                  <a:ea typeface="Source Sans Pro" panose="020B0503030403020204" pitchFamily="34" charset="0"/>
                  <a:cs typeface="Noto Sans" panose="020B0502040504020204" pitchFamily="34"/>
                </a:endParaRPr>
              </a:p>
            </p:txBody>
          </p:sp>
        </mc:Choice>
        <mc:Fallback xmlns="">
          <p:sp>
            <p:nvSpPr>
              <p:cNvPr id="50" name="Speech Bubble: Rectangle with Corners Rounded 49">
                <a:extLst>
                  <a:ext uri="{FF2B5EF4-FFF2-40B4-BE49-F238E27FC236}">
                    <a16:creationId xmlns:a16="http://schemas.microsoft.com/office/drawing/2014/main" id="{5CE1DCD5-FE74-4747-B8CF-2A97893E5E6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658650" y="3563990"/>
                <a:ext cx="2467850" cy="856424"/>
              </a:xfrm>
              <a:prstGeom prst="wedgeRoundRectCallout">
                <a:avLst>
                  <a:gd name="adj1" fmla="val -65450"/>
                  <a:gd name="adj2" fmla="val -19356"/>
                  <a:gd name="adj3" fmla="val 16667"/>
                </a:avLst>
              </a:prstGeom>
              <a:blipFill>
                <a:blip r:embed="rId6"/>
                <a:stretch>
                  <a:fillRect/>
                </a:stretch>
              </a:blipFill>
              <a:ln w="12700" cap="flat" cmpd="sng" algn="ctr">
                <a:noFill/>
                <a:prstDash val="solid"/>
                <a:miter lim="800000"/>
              </a:ln>
              <a:effectLst>
                <a:outerShdw blurRad="50800" dist="635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2" name="Rectangle: Rounded Corners 27">
            <a:extLst>
              <a:ext uri="{FF2B5EF4-FFF2-40B4-BE49-F238E27FC236}">
                <a16:creationId xmlns:a16="http://schemas.microsoft.com/office/drawing/2014/main" id="{D3DDB836-A3CF-49FC-A613-29925DDD1660}"/>
              </a:ext>
            </a:extLst>
          </p:cNvPr>
          <p:cNvSpPr/>
          <p:nvPr/>
        </p:nvSpPr>
        <p:spPr>
          <a:xfrm>
            <a:off x="8419357" y="2090559"/>
            <a:ext cx="2834243" cy="1235154"/>
          </a:xfrm>
          <a:prstGeom prst="roundRect">
            <a:avLst>
              <a:gd name="adj" fmla="val 5377"/>
            </a:avLst>
          </a:prstGeom>
          <a:solidFill>
            <a:srgbClr val="FFF9F9"/>
          </a:solidFill>
          <a:ln>
            <a:solidFill>
              <a:srgbClr val="B62B28"/>
            </a:solidFill>
          </a:ln>
          <a:effectLst>
            <a:outerShdw blurRad="508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marL="342900" lvl="0" indent="-342900">
              <a:buSzPct val="90000"/>
              <a:buFont typeface="Wingdings 2" panose="05020102010507070707" pitchFamily="18" charset="2"/>
              <a:buChar char=""/>
            </a:pPr>
            <a:r>
              <a:rPr lang="en-US" sz="2400">
                <a:solidFill>
                  <a:srgbClr val="B62B28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Noto Sans" panose="020B0502040504020204" pitchFamily="34"/>
              </a:rPr>
              <a:t>Only finds errors after they are live</a:t>
            </a:r>
          </a:p>
          <a:p>
            <a:pPr marL="342900" lvl="0" indent="-342900">
              <a:buSzPct val="90000"/>
              <a:buFont typeface="Wingdings 2" panose="05020102010507070707" pitchFamily="18" charset="2"/>
              <a:buChar char=""/>
            </a:pPr>
            <a:r>
              <a:rPr lang="en-US" sz="2400">
                <a:solidFill>
                  <a:srgbClr val="B62B28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Noto Sans" panose="020B0502040504020204" pitchFamily="34"/>
              </a:rPr>
              <a:t>Not exhaustive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1817409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"/>
                            </p:stCondLst>
                            <p:childTnLst>
                              <p:par>
                                <p:cTn id="2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4" dur="50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6" grpId="0" animBg="1"/>
      <p:bldP spid="130" grpId="0"/>
      <p:bldP spid="5" grpId="0" animBg="1"/>
      <p:bldP spid="41" grpId="0" animBg="1"/>
      <p:bldP spid="9" grpId="0"/>
      <p:bldP spid="50" grpId="0" animBg="1"/>
      <p:bldP spid="52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65;p14">
            <a:extLst>
              <a:ext uri="{FF2B5EF4-FFF2-40B4-BE49-F238E27FC236}">
                <a16:creationId xmlns:a16="http://schemas.microsoft.com/office/drawing/2014/main" id="{902B8478-A37F-442A-A583-4F7ED2423004}"/>
              </a:ext>
            </a:extLst>
          </p:cNvPr>
          <p:cNvSpPr txBox="1">
            <a:spLocks/>
          </p:cNvSpPr>
          <p:nvPr/>
        </p:nvSpPr>
        <p:spPr>
          <a:xfrm>
            <a:off x="1662435" y="209319"/>
            <a:ext cx="8867131" cy="800179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121900" tIns="121900" rIns="121900" bIns="12190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 b="0" i="0" u="none" strike="noStrike" cap="non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 b="0" i="0" u="none" strike="noStrike" cap="non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 b="0" i="0" u="none" strike="noStrike" cap="non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 b="0" i="0" u="none" strike="noStrike" cap="non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 b="0" i="0" u="none" strike="noStrike" cap="non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 b="0" i="0" u="none" strike="noStrike" cap="non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 b="0" i="0" u="none" strike="noStrike" cap="non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 b="0" i="0" u="none" strike="noStrike" cap="non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 b="0" i="0" u="none" strike="noStrike" cap="non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9pPr>
          </a:lstStyle>
          <a:p>
            <a:pPr defTabSz="914400"/>
            <a:r>
              <a:rPr lang="en-US" sz="3600" b="1" kern="0">
                <a:solidFill>
                  <a:srgbClr val="546970"/>
                </a:solidFill>
                <a:latin typeface="Bookman Old Style" panose="02050604050505020204" pitchFamily="18" charset="0"/>
              </a:rPr>
              <a:t>Current DNS Management Practices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A7CC0D63-669B-431C-A516-34BED0C85A24}"/>
              </a:ext>
            </a:extLst>
          </p:cNvPr>
          <p:cNvSpPr/>
          <p:nvPr/>
        </p:nvSpPr>
        <p:spPr>
          <a:xfrm flipV="1">
            <a:off x="4145001" y="886094"/>
            <a:ext cx="3901998" cy="27432"/>
          </a:xfrm>
          <a:prstGeom prst="roundRect">
            <a:avLst/>
          </a:prstGeom>
          <a:solidFill>
            <a:srgbClr val="26A69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6" name="Rectangle: Rounded Corners 125">
            <a:extLst>
              <a:ext uri="{FF2B5EF4-FFF2-40B4-BE49-F238E27FC236}">
                <a16:creationId xmlns:a16="http://schemas.microsoft.com/office/drawing/2014/main" id="{777DD85C-74EF-4256-8396-5024AE6068A0}"/>
              </a:ext>
            </a:extLst>
          </p:cNvPr>
          <p:cNvSpPr/>
          <p:nvPr/>
        </p:nvSpPr>
        <p:spPr>
          <a:xfrm>
            <a:off x="1410541" y="1382722"/>
            <a:ext cx="2497679" cy="483989"/>
          </a:xfrm>
          <a:prstGeom prst="roundRect">
            <a:avLst>
              <a:gd name="adj" fmla="val 9098"/>
            </a:avLst>
          </a:prstGeom>
          <a:solidFill>
            <a:srgbClr val="FAFAFF"/>
          </a:solidFill>
          <a:ln w="19050">
            <a:solidFill>
              <a:srgbClr val="862286"/>
            </a:solidFill>
          </a:ln>
          <a:effectLst>
            <a:outerShdw blurRad="508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none" rtlCol="0" anchor="ctr">
            <a:spAutoFit/>
          </a:bodyPr>
          <a:lstStyle/>
          <a:p>
            <a:pPr algn="ctr"/>
            <a:r>
              <a:rPr lang="en-US" sz="2400">
                <a:solidFill>
                  <a:srgbClr val="962696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Calibri" panose="020F0502020204030204" pitchFamily="34" charset="0"/>
              </a:rPr>
              <a:t>Black-box Testing</a:t>
            </a:r>
            <a:endParaRPr lang="en-US" sz="2400">
              <a:solidFill>
                <a:srgbClr val="962696"/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cxnSp>
        <p:nvCxnSpPr>
          <p:cNvPr id="129" name="Straight Arrow Connector 128">
            <a:extLst>
              <a:ext uri="{FF2B5EF4-FFF2-40B4-BE49-F238E27FC236}">
                <a16:creationId xmlns:a16="http://schemas.microsoft.com/office/drawing/2014/main" id="{0AC80D78-0879-4B73-8286-322104A90759}"/>
              </a:ext>
            </a:extLst>
          </p:cNvPr>
          <p:cNvCxnSpPr>
            <a:cxnSpLocks/>
          </p:cNvCxnSpPr>
          <p:nvPr/>
        </p:nvCxnSpPr>
        <p:spPr>
          <a:xfrm>
            <a:off x="1769986" y="3270586"/>
            <a:ext cx="2536945" cy="0"/>
          </a:xfrm>
          <a:prstGeom prst="straightConnector1">
            <a:avLst/>
          </a:prstGeom>
          <a:ln w="50800">
            <a:solidFill>
              <a:srgbClr val="657B83">
                <a:alpha val="78000"/>
              </a:srgbClr>
            </a:solidFill>
            <a:prstDash val="solid"/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0" name="TextBox 129">
                <a:extLst>
                  <a:ext uri="{FF2B5EF4-FFF2-40B4-BE49-F238E27FC236}">
                    <a16:creationId xmlns:a16="http://schemas.microsoft.com/office/drawing/2014/main" id="{C9563AFB-CCB8-4B30-AD41-15F6395A0E24}"/>
                  </a:ext>
                </a:extLst>
              </p:cNvPr>
              <p:cNvSpPr txBox="1"/>
              <p:nvPr/>
            </p:nvSpPr>
            <p:spPr>
              <a:xfrm>
                <a:off x="1486030" y="2655957"/>
                <a:ext cx="3063829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b="1" i="1" smtClean="0">
                              <a:solidFill>
                                <a:srgbClr val="657B8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smtClean="0">
                              <a:solidFill>
                                <a:srgbClr val="657B83"/>
                              </a:solidFill>
                              <a:latin typeface="Cambria Math" panose="02040503050406030204" pitchFamily="18" charset="0"/>
                            </a:rPr>
                            <m:t>𝒒</m:t>
                          </m:r>
                        </m:e>
                        <m:sub>
                          <m:r>
                            <a:rPr lang="en-US" sz="2800" b="1" i="1" smtClean="0">
                              <a:solidFill>
                                <a:srgbClr val="657B83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2800" b="1" i="1" smtClean="0">
                          <a:solidFill>
                            <a:srgbClr val="657B83"/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US" sz="2800" b="1" i="1" smtClean="0">
                              <a:solidFill>
                                <a:srgbClr val="657B8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smtClean="0">
                              <a:solidFill>
                                <a:srgbClr val="657B83"/>
                              </a:solidFill>
                              <a:latin typeface="Cambria Math" panose="02040503050406030204" pitchFamily="18" charset="0"/>
                            </a:rPr>
                            <m:t>𝒒</m:t>
                          </m:r>
                        </m:e>
                        <m:sub>
                          <m:r>
                            <a:rPr lang="en-US" sz="2800" b="1" i="1" smtClean="0">
                              <a:solidFill>
                                <a:srgbClr val="657B83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r>
                        <a:rPr lang="en-US" sz="2800" b="1" i="1" smtClean="0">
                          <a:solidFill>
                            <a:srgbClr val="657B83"/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US" sz="2800" b="1" i="1" smtClean="0">
                              <a:solidFill>
                                <a:srgbClr val="657B8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smtClean="0">
                              <a:solidFill>
                                <a:srgbClr val="657B83"/>
                              </a:solidFill>
                              <a:latin typeface="Cambria Math" panose="02040503050406030204" pitchFamily="18" charset="0"/>
                            </a:rPr>
                            <m:t>𝒒</m:t>
                          </m:r>
                        </m:e>
                        <m:sub>
                          <m:r>
                            <a:rPr lang="en-US" sz="2800" b="1" i="1" smtClean="0">
                              <a:solidFill>
                                <a:srgbClr val="657B83"/>
                              </a:solidFill>
                              <a:latin typeface="Cambria Math" panose="02040503050406030204" pitchFamily="18" charset="0"/>
                            </a:rPr>
                            <m:t>𝟑</m:t>
                          </m:r>
                        </m:sub>
                      </m:sSub>
                      <m:r>
                        <a:rPr lang="en-US" sz="2800" b="1" i="1" smtClean="0">
                          <a:solidFill>
                            <a:srgbClr val="657B83"/>
                          </a:solidFill>
                          <a:latin typeface="Cambria Math" panose="02040503050406030204" pitchFamily="18" charset="0"/>
                        </a:rPr>
                        <m:t>, …</m:t>
                      </m:r>
                      <m:sSub>
                        <m:sSubPr>
                          <m:ctrlPr>
                            <a:rPr lang="en-US" sz="2800" b="1" i="1" smtClean="0">
                              <a:solidFill>
                                <a:srgbClr val="657B8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smtClean="0">
                              <a:solidFill>
                                <a:srgbClr val="657B83"/>
                              </a:solidFill>
                              <a:latin typeface="Cambria Math" panose="02040503050406030204" pitchFamily="18" charset="0"/>
                            </a:rPr>
                            <m:t>𝒒</m:t>
                          </m:r>
                        </m:e>
                        <m:sub>
                          <m:r>
                            <a:rPr lang="en-US" sz="2800" b="1" i="1" smtClean="0">
                              <a:solidFill>
                                <a:srgbClr val="657B83"/>
                              </a:solidFill>
                              <a:latin typeface="Cambria Math" panose="02040503050406030204" pitchFamily="18" charset="0"/>
                            </a:rPr>
                            <m:t>𝒏</m:t>
                          </m:r>
                        </m:sub>
                      </m:sSub>
                    </m:oMath>
                  </m:oMathPara>
                </a14:m>
                <a:endParaRPr lang="en-US" sz="2800" b="1">
                  <a:solidFill>
                    <a:srgbClr val="657B83"/>
                  </a:solidFill>
                </a:endParaRPr>
              </a:p>
            </p:txBody>
          </p:sp>
        </mc:Choice>
        <mc:Fallback xmlns="">
          <p:sp>
            <p:nvSpPr>
              <p:cNvPr id="130" name="TextBox 129">
                <a:extLst>
                  <a:ext uri="{FF2B5EF4-FFF2-40B4-BE49-F238E27FC236}">
                    <a16:creationId xmlns:a16="http://schemas.microsoft.com/office/drawing/2014/main" id="{C9563AFB-CCB8-4B30-AD41-15F6395A0E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86030" y="2655957"/>
                <a:ext cx="3063829" cy="523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27CC85E0-5B92-4BCC-9268-38CA3415030E}"/>
              </a:ext>
            </a:extLst>
          </p:cNvPr>
          <p:cNvSpPr/>
          <p:nvPr/>
        </p:nvSpPr>
        <p:spPr>
          <a:xfrm>
            <a:off x="4450550" y="2956004"/>
            <a:ext cx="2104567" cy="1164865"/>
          </a:xfrm>
          <a:prstGeom prst="roundRect">
            <a:avLst>
              <a:gd name="adj" fmla="val 24731"/>
            </a:avLst>
          </a:prstGeom>
          <a:ln>
            <a:noFill/>
          </a:ln>
          <a:effectLst>
            <a:outerShdw blurRad="50800" dist="63500" dir="2700000" algn="tl" rotWithShape="0">
              <a:prstClr val="black">
                <a:alpha val="30000"/>
              </a:prstClr>
            </a:outerShdw>
          </a:effectLst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>
                <a:solidFill>
                  <a:schemeClr val="bg1"/>
                </a:solidFill>
                <a:latin typeface="Montserrat Medium" panose="00000600000000000000" pitchFamily="2" charset="0"/>
              </a:rPr>
              <a:t>DNS</a:t>
            </a:r>
            <a:endParaRPr lang="en-US" b="1">
              <a:solidFill>
                <a:schemeClr val="bg1"/>
              </a:solidFill>
              <a:latin typeface="Montserrat Medium" panose="00000600000000000000" pitchFamily="2" charset="0"/>
            </a:endParaRPr>
          </a:p>
        </p:txBody>
      </p:sp>
      <p:cxnSp>
        <p:nvCxnSpPr>
          <p:cNvPr id="134" name="Straight Arrow Connector 133">
            <a:extLst>
              <a:ext uri="{FF2B5EF4-FFF2-40B4-BE49-F238E27FC236}">
                <a16:creationId xmlns:a16="http://schemas.microsoft.com/office/drawing/2014/main" id="{DA925717-C67A-4439-84D7-FBA171C8D063}"/>
              </a:ext>
            </a:extLst>
          </p:cNvPr>
          <p:cNvCxnSpPr>
            <a:cxnSpLocks/>
          </p:cNvCxnSpPr>
          <p:nvPr/>
        </p:nvCxnSpPr>
        <p:spPr>
          <a:xfrm flipH="1">
            <a:off x="1769986" y="3715509"/>
            <a:ext cx="2403575" cy="13227"/>
          </a:xfrm>
          <a:prstGeom prst="straightConnector1">
            <a:avLst/>
          </a:prstGeom>
          <a:ln w="50800">
            <a:solidFill>
              <a:srgbClr val="657B83">
                <a:alpha val="78000"/>
              </a:srgbClr>
            </a:solidFill>
            <a:prstDash val="solid"/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1" name="Group 10">
            <a:extLst>
              <a:ext uri="{FF2B5EF4-FFF2-40B4-BE49-F238E27FC236}">
                <a16:creationId xmlns:a16="http://schemas.microsoft.com/office/drawing/2014/main" id="{1DCA722F-1C00-44F1-8B3E-482668A75D49}"/>
              </a:ext>
            </a:extLst>
          </p:cNvPr>
          <p:cNvGrpSpPr/>
          <p:nvPr/>
        </p:nvGrpSpPr>
        <p:grpSpPr>
          <a:xfrm>
            <a:off x="-345965" y="2365950"/>
            <a:ext cx="2720531" cy="2219845"/>
            <a:chOff x="4735734" y="4119370"/>
            <a:chExt cx="2720531" cy="2219845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3C06EF27-56FA-4C1A-8754-71612AA55603}"/>
                </a:ext>
              </a:extLst>
            </p:cNvPr>
            <p:cNvSpPr txBox="1"/>
            <p:nvPr/>
          </p:nvSpPr>
          <p:spPr>
            <a:xfrm>
              <a:off x="4735734" y="5939105"/>
              <a:ext cx="272053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algn="ctr">
                <a:defRPr sz="2000" b="1">
                  <a:solidFill>
                    <a:schemeClr val="accent2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defRPr>
              </a:lvl1pPr>
            </a:lstStyle>
            <a:p>
              <a:r>
                <a:rPr lang="en-US">
                  <a:solidFill>
                    <a:srgbClr val="546970"/>
                  </a:solidFill>
                  <a:latin typeface="Source Sans Pro" panose="020B0503030403020204" pitchFamily="34" charset="0"/>
                  <a:ea typeface="Source Sans Pro" panose="020B0503030403020204" pitchFamily="34" charset="0"/>
                </a:rPr>
                <a:t>DNS Engineer</a:t>
              </a:r>
            </a:p>
          </p:txBody>
        </p: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A65F6CBF-1AF9-4946-B3FC-95EEB1C8D79C}"/>
                </a:ext>
              </a:extLst>
            </p:cNvPr>
            <p:cNvGrpSpPr/>
            <p:nvPr/>
          </p:nvGrpSpPr>
          <p:grpSpPr>
            <a:xfrm>
              <a:off x="5363742" y="4119370"/>
              <a:ext cx="1388317" cy="1805150"/>
              <a:chOff x="1437138" y="-3000903"/>
              <a:chExt cx="1847850" cy="2402655"/>
            </a:xfrm>
          </p:grpSpPr>
          <p:grpSp>
            <p:nvGrpSpPr>
              <p:cNvPr id="14" name="Graphic 34">
                <a:extLst>
                  <a:ext uri="{FF2B5EF4-FFF2-40B4-BE49-F238E27FC236}">
                    <a16:creationId xmlns:a16="http://schemas.microsoft.com/office/drawing/2014/main" id="{65C68B2A-A5A9-4131-A1C3-AFCDD03B9147}"/>
                  </a:ext>
                </a:extLst>
              </p:cNvPr>
              <p:cNvGrpSpPr/>
              <p:nvPr/>
            </p:nvGrpSpPr>
            <p:grpSpPr>
              <a:xfrm>
                <a:off x="1437138" y="-3000903"/>
                <a:ext cx="1847850" cy="2076450"/>
                <a:chOff x="834457" y="2390775"/>
                <a:chExt cx="1847850" cy="2076450"/>
              </a:xfrm>
            </p:grpSpPr>
            <p:sp>
              <p:nvSpPr>
                <p:cNvPr id="21" name="Freeform: Shape 20">
                  <a:extLst>
                    <a:ext uri="{FF2B5EF4-FFF2-40B4-BE49-F238E27FC236}">
                      <a16:creationId xmlns:a16="http://schemas.microsoft.com/office/drawing/2014/main" id="{B0FF0BC8-BAA7-47E8-9B67-CAF42FD9E82A}"/>
                    </a:ext>
                  </a:extLst>
                </p:cNvPr>
                <p:cNvSpPr/>
                <p:nvPr/>
              </p:nvSpPr>
              <p:spPr>
                <a:xfrm>
                  <a:off x="827313" y="3619976"/>
                  <a:ext cx="1857375" cy="847725"/>
                </a:xfrm>
                <a:custGeom>
                  <a:avLst/>
                  <a:gdLst>
                    <a:gd name="connsiteX0" fmla="*/ 747236 w 1857375"/>
                    <a:gd name="connsiteY0" fmla="*/ 7144 h 847725"/>
                    <a:gd name="connsiteX1" fmla="*/ 167164 w 1857375"/>
                    <a:gd name="connsiteY1" fmla="*/ 325279 h 847725"/>
                    <a:gd name="connsiteX2" fmla="*/ 7144 w 1857375"/>
                    <a:gd name="connsiteY2" fmla="*/ 847249 h 847725"/>
                    <a:gd name="connsiteX3" fmla="*/ 932021 w 1857375"/>
                    <a:gd name="connsiteY3" fmla="*/ 847249 h 847725"/>
                    <a:gd name="connsiteX4" fmla="*/ 1856899 w 1857375"/>
                    <a:gd name="connsiteY4" fmla="*/ 847249 h 847725"/>
                    <a:gd name="connsiteX5" fmla="*/ 1696879 w 1857375"/>
                    <a:gd name="connsiteY5" fmla="*/ 325279 h 847725"/>
                    <a:gd name="connsiteX6" fmla="*/ 1121569 w 1857375"/>
                    <a:gd name="connsiteY6" fmla="*/ 10001 h 847725"/>
                    <a:gd name="connsiteX7" fmla="*/ 747236 w 1857375"/>
                    <a:gd name="connsiteY7" fmla="*/ 7144 h 8477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1857375" h="847725">
                      <a:moveTo>
                        <a:pt x="747236" y="7144"/>
                      </a:moveTo>
                      <a:cubicBezTo>
                        <a:pt x="338614" y="186214"/>
                        <a:pt x="215741" y="281464"/>
                        <a:pt x="167164" y="325279"/>
                      </a:cubicBezTo>
                      <a:cubicBezTo>
                        <a:pt x="92869" y="391001"/>
                        <a:pt x="50959" y="637699"/>
                        <a:pt x="7144" y="847249"/>
                      </a:cubicBezTo>
                      <a:lnTo>
                        <a:pt x="932021" y="847249"/>
                      </a:lnTo>
                      <a:lnTo>
                        <a:pt x="1856899" y="847249"/>
                      </a:lnTo>
                      <a:cubicBezTo>
                        <a:pt x="1813084" y="637699"/>
                        <a:pt x="1771174" y="391954"/>
                        <a:pt x="1696879" y="325279"/>
                      </a:cubicBezTo>
                      <a:cubicBezTo>
                        <a:pt x="1648301" y="282416"/>
                        <a:pt x="1530191" y="189071"/>
                        <a:pt x="1121569" y="10001"/>
                      </a:cubicBezTo>
                      <a:lnTo>
                        <a:pt x="747236" y="7144"/>
                      </a:lnTo>
                      <a:close/>
                    </a:path>
                  </a:pathLst>
                </a:custGeom>
                <a:solidFill>
                  <a:srgbClr val="FFDECC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2" name="Freeform: Shape 21">
                  <a:extLst>
                    <a:ext uri="{FF2B5EF4-FFF2-40B4-BE49-F238E27FC236}">
                      <a16:creationId xmlns:a16="http://schemas.microsoft.com/office/drawing/2014/main" id="{FDE18557-95ED-4C6C-801E-785CC9E892BF}"/>
                    </a:ext>
                  </a:extLst>
                </p:cNvPr>
                <p:cNvSpPr/>
                <p:nvPr/>
              </p:nvSpPr>
              <p:spPr>
                <a:xfrm>
                  <a:off x="827313" y="3619976"/>
                  <a:ext cx="1857375" cy="847725"/>
                </a:xfrm>
                <a:custGeom>
                  <a:avLst/>
                  <a:gdLst>
                    <a:gd name="connsiteX0" fmla="*/ 747236 w 1857375"/>
                    <a:gd name="connsiteY0" fmla="*/ 7144 h 847725"/>
                    <a:gd name="connsiteX1" fmla="*/ 167164 w 1857375"/>
                    <a:gd name="connsiteY1" fmla="*/ 325279 h 847725"/>
                    <a:gd name="connsiteX2" fmla="*/ 7144 w 1857375"/>
                    <a:gd name="connsiteY2" fmla="*/ 847249 h 847725"/>
                    <a:gd name="connsiteX3" fmla="*/ 932021 w 1857375"/>
                    <a:gd name="connsiteY3" fmla="*/ 847249 h 847725"/>
                    <a:gd name="connsiteX4" fmla="*/ 1856899 w 1857375"/>
                    <a:gd name="connsiteY4" fmla="*/ 847249 h 847725"/>
                    <a:gd name="connsiteX5" fmla="*/ 1696879 w 1857375"/>
                    <a:gd name="connsiteY5" fmla="*/ 325279 h 847725"/>
                    <a:gd name="connsiteX6" fmla="*/ 1121569 w 1857375"/>
                    <a:gd name="connsiteY6" fmla="*/ 10001 h 847725"/>
                    <a:gd name="connsiteX7" fmla="*/ 747236 w 1857375"/>
                    <a:gd name="connsiteY7" fmla="*/ 7144 h 8477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1857375" h="847725">
                      <a:moveTo>
                        <a:pt x="747236" y="7144"/>
                      </a:moveTo>
                      <a:cubicBezTo>
                        <a:pt x="338614" y="186214"/>
                        <a:pt x="215741" y="281464"/>
                        <a:pt x="167164" y="325279"/>
                      </a:cubicBezTo>
                      <a:cubicBezTo>
                        <a:pt x="92869" y="391001"/>
                        <a:pt x="50959" y="637699"/>
                        <a:pt x="7144" y="847249"/>
                      </a:cubicBezTo>
                      <a:lnTo>
                        <a:pt x="932021" y="847249"/>
                      </a:lnTo>
                      <a:lnTo>
                        <a:pt x="1856899" y="847249"/>
                      </a:lnTo>
                      <a:cubicBezTo>
                        <a:pt x="1813084" y="637699"/>
                        <a:pt x="1771174" y="391954"/>
                        <a:pt x="1696879" y="325279"/>
                      </a:cubicBezTo>
                      <a:cubicBezTo>
                        <a:pt x="1648301" y="282416"/>
                        <a:pt x="1530191" y="189071"/>
                        <a:pt x="1121569" y="10001"/>
                      </a:cubicBezTo>
                      <a:lnTo>
                        <a:pt x="747236" y="7144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4" name="Freeform: Shape 23">
                  <a:extLst>
                    <a:ext uri="{FF2B5EF4-FFF2-40B4-BE49-F238E27FC236}">
                      <a16:creationId xmlns:a16="http://schemas.microsoft.com/office/drawing/2014/main" id="{F07AB109-A7D4-4A23-AD3D-5641E7B9823F}"/>
                    </a:ext>
                  </a:extLst>
                </p:cNvPr>
                <p:cNvSpPr/>
                <p:nvPr/>
              </p:nvSpPr>
              <p:spPr>
                <a:xfrm>
                  <a:off x="1554071" y="3079194"/>
                  <a:ext cx="409575" cy="742950"/>
                </a:xfrm>
                <a:custGeom>
                  <a:avLst/>
                  <a:gdLst>
                    <a:gd name="connsiteX0" fmla="*/ 7144 w 409575"/>
                    <a:gd name="connsiteY0" fmla="*/ 190738 h 742950"/>
                    <a:gd name="connsiteX1" fmla="*/ 7144 w 409575"/>
                    <a:gd name="connsiteY1" fmla="*/ 494586 h 742950"/>
                    <a:gd name="connsiteX2" fmla="*/ 7144 w 409575"/>
                    <a:gd name="connsiteY2" fmla="*/ 644128 h 742950"/>
                    <a:gd name="connsiteX3" fmla="*/ 404336 w 409575"/>
                    <a:gd name="connsiteY3" fmla="*/ 644128 h 742950"/>
                    <a:gd name="connsiteX4" fmla="*/ 404336 w 409575"/>
                    <a:gd name="connsiteY4" fmla="*/ 494586 h 742950"/>
                    <a:gd name="connsiteX5" fmla="*/ 404336 w 409575"/>
                    <a:gd name="connsiteY5" fmla="*/ 190738 h 742950"/>
                    <a:gd name="connsiteX6" fmla="*/ 7144 w 409575"/>
                    <a:gd name="connsiteY6" fmla="*/ 190738 h 7429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409575" h="742950">
                      <a:moveTo>
                        <a:pt x="7144" y="190738"/>
                      </a:moveTo>
                      <a:lnTo>
                        <a:pt x="7144" y="494586"/>
                      </a:lnTo>
                      <a:lnTo>
                        <a:pt x="7144" y="644128"/>
                      </a:lnTo>
                      <a:cubicBezTo>
                        <a:pt x="116681" y="773668"/>
                        <a:pt x="294799" y="777478"/>
                        <a:pt x="404336" y="644128"/>
                      </a:cubicBezTo>
                      <a:lnTo>
                        <a:pt x="404336" y="494586"/>
                      </a:lnTo>
                      <a:lnTo>
                        <a:pt x="404336" y="190738"/>
                      </a:lnTo>
                      <a:cubicBezTo>
                        <a:pt x="404336" y="-54054"/>
                        <a:pt x="7144" y="-54054"/>
                        <a:pt x="7144" y="190738"/>
                      </a:cubicBezTo>
                      <a:close/>
                    </a:path>
                  </a:pathLst>
                </a:custGeom>
                <a:solidFill>
                  <a:srgbClr val="F6D1A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6" name="Freeform: Shape 25">
                  <a:extLst>
                    <a:ext uri="{FF2B5EF4-FFF2-40B4-BE49-F238E27FC236}">
                      <a16:creationId xmlns:a16="http://schemas.microsoft.com/office/drawing/2014/main" id="{3FB5CFA8-2593-43FE-A1A4-CD82E0991594}"/>
                    </a:ext>
                  </a:extLst>
                </p:cNvPr>
                <p:cNvSpPr/>
                <p:nvPr/>
              </p:nvSpPr>
              <p:spPr>
                <a:xfrm>
                  <a:off x="1301616" y="2976041"/>
                  <a:ext cx="152400" cy="228600"/>
                </a:xfrm>
                <a:custGeom>
                  <a:avLst/>
                  <a:gdLst>
                    <a:gd name="connsiteX0" fmla="*/ 44334 w 152400"/>
                    <a:gd name="connsiteY0" fmla="*/ 9094 h 228600"/>
                    <a:gd name="connsiteX1" fmla="*/ 143394 w 152400"/>
                    <a:gd name="connsiteY1" fmla="*/ 97677 h 228600"/>
                    <a:gd name="connsiteX2" fmla="*/ 115771 w 152400"/>
                    <a:gd name="connsiteY2" fmla="*/ 228169 h 228600"/>
                    <a:gd name="connsiteX3" fmla="*/ 16711 w 152400"/>
                    <a:gd name="connsiteY3" fmla="*/ 139587 h 228600"/>
                    <a:gd name="connsiteX4" fmla="*/ 44334 w 152400"/>
                    <a:gd name="connsiteY4" fmla="*/ 9094 h 2286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2400" h="228600">
                      <a:moveTo>
                        <a:pt x="44334" y="9094"/>
                      </a:moveTo>
                      <a:cubicBezTo>
                        <a:pt x="79576" y="-2336"/>
                        <a:pt x="123391" y="37669"/>
                        <a:pt x="143394" y="97677"/>
                      </a:cubicBezTo>
                      <a:cubicBezTo>
                        <a:pt x="163396" y="157684"/>
                        <a:pt x="151014" y="216739"/>
                        <a:pt x="115771" y="228169"/>
                      </a:cubicBezTo>
                      <a:cubicBezTo>
                        <a:pt x="80529" y="239599"/>
                        <a:pt x="36714" y="199594"/>
                        <a:pt x="16711" y="139587"/>
                      </a:cubicBezTo>
                      <a:cubicBezTo>
                        <a:pt x="-3291" y="78627"/>
                        <a:pt x="9091" y="20524"/>
                        <a:pt x="44334" y="9094"/>
                      </a:cubicBezTo>
                      <a:close/>
                    </a:path>
                  </a:pathLst>
                </a:custGeom>
                <a:solidFill>
                  <a:srgbClr val="F6D1A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7" name="Freeform: Shape 26">
                  <a:extLst>
                    <a:ext uri="{FF2B5EF4-FFF2-40B4-BE49-F238E27FC236}">
                      <a16:creationId xmlns:a16="http://schemas.microsoft.com/office/drawing/2014/main" id="{72960086-E9F1-4808-8CEC-96E8933AE162}"/>
                    </a:ext>
                  </a:extLst>
                </p:cNvPr>
                <p:cNvSpPr/>
                <p:nvPr/>
              </p:nvSpPr>
              <p:spPr>
                <a:xfrm>
                  <a:off x="2055996" y="2976041"/>
                  <a:ext cx="152400" cy="228600"/>
                </a:xfrm>
                <a:custGeom>
                  <a:avLst/>
                  <a:gdLst>
                    <a:gd name="connsiteX0" fmla="*/ 115771 w 152400"/>
                    <a:gd name="connsiteY0" fmla="*/ 9094 h 228600"/>
                    <a:gd name="connsiteX1" fmla="*/ 16711 w 152400"/>
                    <a:gd name="connsiteY1" fmla="*/ 97677 h 228600"/>
                    <a:gd name="connsiteX2" fmla="*/ 44334 w 152400"/>
                    <a:gd name="connsiteY2" fmla="*/ 228169 h 228600"/>
                    <a:gd name="connsiteX3" fmla="*/ 143394 w 152400"/>
                    <a:gd name="connsiteY3" fmla="*/ 139587 h 228600"/>
                    <a:gd name="connsiteX4" fmla="*/ 115771 w 152400"/>
                    <a:gd name="connsiteY4" fmla="*/ 9094 h 2286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2400" h="228600">
                      <a:moveTo>
                        <a:pt x="115771" y="9094"/>
                      </a:moveTo>
                      <a:cubicBezTo>
                        <a:pt x="80529" y="-2336"/>
                        <a:pt x="36714" y="37669"/>
                        <a:pt x="16711" y="97677"/>
                      </a:cubicBezTo>
                      <a:cubicBezTo>
                        <a:pt x="-3291" y="157684"/>
                        <a:pt x="9091" y="216739"/>
                        <a:pt x="44334" y="228169"/>
                      </a:cubicBezTo>
                      <a:cubicBezTo>
                        <a:pt x="79576" y="239599"/>
                        <a:pt x="123391" y="199594"/>
                        <a:pt x="143394" y="139587"/>
                      </a:cubicBezTo>
                      <a:cubicBezTo>
                        <a:pt x="163396" y="78627"/>
                        <a:pt x="151014" y="20524"/>
                        <a:pt x="115771" y="9094"/>
                      </a:cubicBezTo>
                      <a:close/>
                    </a:path>
                  </a:pathLst>
                </a:custGeom>
                <a:solidFill>
                  <a:srgbClr val="F6D1A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8" name="Freeform: Shape 27">
                  <a:extLst>
                    <a:ext uri="{FF2B5EF4-FFF2-40B4-BE49-F238E27FC236}">
                      <a16:creationId xmlns:a16="http://schemas.microsoft.com/office/drawing/2014/main" id="{6EDEE790-0A75-4C92-BF1C-A95CF458C68E}"/>
                    </a:ext>
                  </a:extLst>
                </p:cNvPr>
                <p:cNvSpPr/>
                <p:nvPr/>
              </p:nvSpPr>
              <p:spPr>
                <a:xfrm>
                  <a:off x="1554071" y="3481864"/>
                  <a:ext cx="409575" cy="152400"/>
                </a:xfrm>
                <a:custGeom>
                  <a:avLst/>
                  <a:gdLst>
                    <a:gd name="connsiteX0" fmla="*/ 7144 w 409575"/>
                    <a:gd name="connsiteY0" fmla="*/ 7144 h 152400"/>
                    <a:gd name="connsiteX1" fmla="*/ 7144 w 409575"/>
                    <a:gd name="connsiteY1" fmla="*/ 21431 h 152400"/>
                    <a:gd name="connsiteX2" fmla="*/ 205264 w 409575"/>
                    <a:gd name="connsiteY2" fmla="*/ 146209 h 152400"/>
                    <a:gd name="connsiteX3" fmla="*/ 404336 w 409575"/>
                    <a:gd name="connsiteY3" fmla="*/ 30004 h 152400"/>
                    <a:gd name="connsiteX4" fmla="*/ 404336 w 409575"/>
                    <a:gd name="connsiteY4" fmla="*/ 8096 h 1524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409575" h="152400">
                      <a:moveTo>
                        <a:pt x="7144" y="7144"/>
                      </a:moveTo>
                      <a:lnTo>
                        <a:pt x="7144" y="21431"/>
                      </a:lnTo>
                      <a:cubicBezTo>
                        <a:pt x="7144" y="21431"/>
                        <a:pt x="108109" y="141446"/>
                        <a:pt x="205264" y="146209"/>
                      </a:cubicBezTo>
                      <a:cubicBezTo>
                        <a:pt x="302419" y="150971"/>
                        <a:pt x="404336" y="30004"/>
                        <a:pt x="404336" y="30004"/>
                      </a:cubicBezTo>
                      <a:lnTo>
                        <a:pt x="404336" y="8096"/>
                      </a:lnTo>
                    </a:path>
                  </a:pathLst>
                </a:custGeom>
                <a:solidFill>
                  <a:srgbClr val="000000">
                    <a:alpha val="20000"/>
                  </a:srgbClr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9" name="Freeform: Shape 28">
                  <a:extLst>
                    <a:ext uri="{FF2B5EF4-FFF2-40B4-BE49-F238E27FC236}">
                      <a16:creationId xmlns:a16="http://schemas.microsoft.com/office/drawing/2014/main" id="{5083FC80-0225-47C1-9EC2-6673639DDE5A}"/>
                    </a:ext>
                  </a:extLst>
                </p:cNvPr>
                <p:cNvSpPr/>
                <p:nvPr/>
              </p:nvSpPr>
              <p:spPr>
                <a:xfrm>
                  <a:off x="1339350" y="2449354"/>
                  <a:ext cx="838200" cy="1133475"/>
                </a:xfrm>
                <a:custGeom>
                  <a:avLst/>
                  <a:gdLst>
                    <a:gd name="connsiteX0" fmla="*/ 420937 w 838200"/>
                    <a:gd name="connsiteY0" fmla="*/ 7144 h 1133475"/>
                    <a:gd name="connsiteX1" fmla="*/ 83752 w 838200"/>
                    <a:gd name="connsiteY1" fmla="*/ 908209 h 1133475"/>
                    <a:gd name="connsiteX2" fmla="*/ 420937 w 838200"/>
                    <a:gd name="connsiteY2" fmla="*/ 1134904 h 1133475"/>
                    <a:gd name="connsiteX3" fmla="*/ 758122 w 838200"/>
                    <a:gd name="connsiteY3" fmla="*/ 908209 h 1133475"/>
                    <a:gd name="connsiteX4" fmla="*/ 420937 w 838200"/>
                    <a:gd name="connsiteY4" fmla="*/ 7144 h 11334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838200" h="1133475">
                      <a:moveTo>
                        <a:pt x="420937" y="7144"/>
                      </a:moveTo>
                      <a:cubicBezTo>
                        <a:pt x="-189616" y="7144"/>
                        <a:pt x="44699" y="843439"/>
                        <a:pt x="83752" y="908209"/>
                      </a:cubicBezTo>
                      <a:cubicBezTo>
                        <a:pt x="127567" y="978694"/>
                        <a:pt x="321877" y="1134904"/>
                        <a:pt x="420937" y="1134904"/>
                      </a:cubicBezTo>
                      <a:cubicBezTo>
                        <a:pt x="519997" y="1134904"/>
                        <a:pt x="713354" y="978694"/>
                        <a:pt x="758122" y="908209"/>
                      </a:cubicBezTo>
                      <a:cubicBezTo>
                        <a:pt x="797174" y="843439"/>
                        <a:pt x="1031489" y="7144"/>
                        <a:pt x="420937" y="7144"/>
                      </a:cubicBezTo>
                      <a:close/>
                    </a:path>
                  </a:pathLst>
                </a:custGeom>
                <a:solidFill>
                  <a:srgbClr val="F6D1A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30" name="Freeform: Shape 29">
                  <a:extLst>
                    <a:ext uri="{FF2B5EF4-FFF2-40B4-BE49-F238E27FC236}">
                      <a16:creationId xmlns:a16="http://schemas.microsoft.com/office/drawing/2014/main" id="{7264EE78-94EC-46E1-9259-5C00C7246398}"/>
                    </a:ext>
                  </a:extLst>
                </p:cNvPr>
                <p:cNvSpPr/>
                <p:nvPr/>
              </p:nvSpPr>
              <p:spPr>
                <a:xfrm>
                  <a:off x="1325450" y="2383580"/>
                  <a:ext cx="876300" cy="800100"/>
                </a:xfrm>
                <a:custGeom>
                  <a:avLst/>
                  <a:gdLst>
                    <a:gd name="connsiteX0" fmla="*/ 708205 w 876300"/>
                    <a:gd name="connsiteY0" fmla="*/ 91968 h 800100"/>
                    <a:gd name="connsiteX1" fmla="*/ 87175 w 876300"/>
                    <a:gd name="connsiteY1" fmla="*/ 161500 h 800100"/>
                    <a:gd name="connsiteX2" fmla="*/ 38597 w 876300"/>
                    <a:gd name="connsiteY2" fmla="*/ 781578 h 800100"/>
                    <a:gd name="connsiteX3" fmla="*/ 38597 w 876300"/>
                    <a:gd name="connsiteY3" fmla="*/ 780625 h 800100"/>
                    <a:gd name="connsiteX4" fmla="*/ 39550 w 876300"/>
                    <a:gd name="connsiteY4" fmla="*/ 786340 h 800100"/>
                    <a:gd name="connsiteX5" fmla="*/ 44312 w 876300"/>
                    <a:gd name="connsiteY5" fmla="*/ 793960 h 800100"/>
                    <a:gd name="connsiteX6" fmla="*/ 55742 w 876300"/>
                    <a:gd name="connsiteY6" fmla="*/ 793008 h 800100"/>
                    <a:gd name="connsiteX7" fmla="*/ 56695 w 876300"/>
                    <a:gd name="connsiteY7" fmla="*/ 790150 h 800100"/>
                    <a:gd name="connsiteX8" fmla="*/ 56695 w 876300"/>
                    <a:gd name="connsiteY8" fmla="*/ 738715 h 800100"/>
                    <a:gd name="connsiteX9" fmla="*/ 44312 w 876300"/>
                    <a:gd name="connsiteY9" fmla="*/ 660610 h 800100"/>
                    <a:gd name="connsiteX10" fmla="*/ 150992 w 876300"/>
                    <a:gd name="connsiteY10" fmla="*/ 366288 h 800100"/>
                    <a:gd name="connsiteX11" fmla="*/ 170995 w 876300"/>
                    <a:gd name="connsiteY11" fmla="*/ 337713 h 800100"/>
                    <a:gd name="connsiteX12" fmla="*/ 197665 w 876300"/>
                    <a:gd name="connsiteY12" fmla="*/ 307233 h 800100"/>
                    <a:gd name="connsiteX13" fmla="*/ 212905 w 876300"/>
                    <a:gd name="connsiteY13" fmla="*/ 296755 h 800100"/>
                    <a:gd name="connsiteX14" fmla="*/ 543422 w 876300"/>
                    <a:gd name="connsiteY14" fmla="*/ 347238 h 800100"/>
                    <a:gd name="connsiteX15" fmla="*/ 633910 w 876300"/>
                    <a:gd name="connsiteY15" fmla="*/ 289135 h 800100"/>
                    <a:gd name="connsiteX16" fmla="*/ 707252 w 876300"/>
                    <a:gd name="connsiteY16" fmla="*/ 350095 h 800100"/>
                    <a:gd name="connsiteX17" fmla="*/ 823457 w 876300"/>
                    <a:gd name="connsiteY17" fmla="*/ 680613 h 800100"/>
                    <a:gd name="connsiteX18" fmla="*/ 814885 w 876300"/>
                    <a:gd name="connsiteY18" fmla="*/ 738715 h 800100"/>
                    <a:gd name="connsiteX19" fmla="*/ 814885 w 876300"/>
                    <a:gd name="connsiteY19" fmla="*/ 790150 h 800100"/>
                    <a:gd name="connsiteX20" fmla="*/ 815837 w 876300"/>
                    <a:gd name="connsiteY20" fmla="*/ 793008 h 800100"/>
                    <a:gd name="connsiteX21" fmla="*/ 827267 w 876300"/>
                    <a:gd name="connsiteY21" fmla="*/ 793960 h 800100"/>
                    <a:gd name="connsiteX22" fmla="*/ 832030 w 876300"/>
                    <a:gd name="connsiteY22" fmla="*/ 786340 h 800100"/>
                    <a:gd name="connsiteX23" fmla="*/ 834887 w 876300"/>
                    <a:gd name="connsiteY23" fmla="*/ 765385 h 800100"/>
                    <a:gd name="connsiteX24" fmla="*/ 838697 w 876300"/>
                    <a:gd name="connsiteY24" fmla="*/ 734905 h 800100"/>
                    <a:gd name="connsiteX25" fmla="*/ 708205 w 876300"/>
                    <a:gd name="connsiteY25" fmla="*/ 91968 h 800100"/>
                    <a:gd name="connsiteX26" fmla="*/ 395785 w 876300"/>
                    <a:gd name="connsiteY26" fmla="*/ 251988 h 800100"/>
                    <a:gd name="connsiteX27" fmla="*/ 385307 w 876300"/>
                    <a:gd name="connsiteY27" fmla="*/ 249130 h 800100"/>
                    <a:gd name="connsiteX28" fmla="*/ 400547 w 876300"/>
                    <a:gd name="connsiteY28" fmla="*/ 252940 h 800100"/>
                    <a:gd name="connsiteX29" fmla="*/ 395785 w 876300"/>
                    <a:gd name="connsiteY29" fmla="*/ 251988 h 8001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</a:cxnLst>
                  <a:rect l="l" t="t" r="r" b="b"/>
                  <a:pathLst>
                    <a:path w="876300" h="800100">
                      <a:moveTo>
                        <a:pt x="708205" y="91968"/>
                      </a:moveTo>
                      <a:cubicBezTo>
                        <a:pt x="501512" y="-69957"/>
                        <a:pt x="183377" y="26245"/>
                        <a:pt x="87175" y="161500"/>
                      </a:cubicBezTo>
                      <a:cubicBezTo>
                        <a:pt x="-32840" y="331045"/>
                        <a:pt x="10022" y="588220"/>
                        <a:pt x="38597" y="781578"/>
                      </a:cubicBezTo>
                      <a:cubicBezTo>
                        <a:pt x="38597" y="781578"/>
                        <a:pt x="38597" y="780625"/>
                        <a:pt x="38597" y="780625"/>
                      </a:cubicBezTo>
                      <a:cubicBezTo>
                        <a:pt x="38597" y="782530"/>
                        <a:pt x="39550" y="784435"/>
                        <a:pt x="39550" y="786340"/>
                      </a:cubicBezTo>
                      <a:cubicBezTo>
                        <a:pt x="39550" y="788245"/>
                        <a:pt x="43360" y="792055"/>
                        <a:pt x="44312" y="793960"/>
                      </a:cubicBezTo>
                      <a:cubicBezTo>
                        <a:pt x="45265" y="795865"/>
                        <a:pt x="52885" y="793960"/>
                        <a:pt x="55742" y="793008"/>
                      </a:cubicBezTo>
                      <a:cubicBezTo>
                        <a:pt x="56695" y="793008"/>
                        <a:pt x="56695" y="791103"/>
                        <a:pt x="56695" y="790150"/>
                      </a:cubicBezTo>
                      <a:cubicBezTo>
                        <a:pt x="57647" y="773005"/>
                        <a:pt x="56695" y="739668"/>
                        <a:pt x="56695" y="738715"/>
                      </a:cubicBezTo>
                      <a:cubicBezTo>
                        <a:pt x="54790" y="712045"/>
                        <a:pt x="49075" y="686328"/>
                        <a:pt x="44312" y="660610"/>
                      </a:cubicBezTo>
                      <a:cubicBezTo>
                        <a:pt x="63362" y="538690"/>
                        <a:pt x="120512" y="512973"/>
                        <a:pt x="150992" y="366288"/>
                      </a:cubicBezTo>
                      <a:cubicBezTo>
                        <a:pt x="157660" y="356763"/>
                        <a:pt x="164327" y="347238"/>
                        <a:pt x="170995" y="337713"/>
                      </a:cubicBezTo>
                      <a:cubicBezTo>
                        <a:pt x="179567" y="327235"/>
                        <a:pt x="187187" y="316758"/>
                        <a:pt x="197665" y="307233"/>
                      </a:cubicBezTo>
                      <a:cubicBezTo>
                        <a:pt x="202427" y="304375"/>
                        <a:pt x="208142" y="300565"/>
                        <a:pt x="212905" y="296755"/>
                      </a:cubicBezTo>
                      <a:cubicBezTo>
                        <a:pt x="324347" y="255798"/>
                        <a:pt x="438647" y="305328"/>
                        <a:pt x="543422" y="347238"/>
                      </a:cubicBezTo>
                      <a:cubicBezTo>
                        <a:pt x="583427" y="363430"/>
                        <a:pt x="589142" y="291993"/>
                        <a:pt x="633910" y="289135"/>
                      </a:cubicBezTo>
                      <a:cubicBezTo>
                        <a:pt x="652960" y="287230"/>
                        <a:pt x="692012" y="352000"/>
                        <a:pt x="707252" y="350095"/>
                      </a:cubicBezTo>
                      <a:cubicBezTo>
                        <a:pt x="864415" y="331998"/>
                        <a:pt x="798692" y="570123"/>
                        <a:pt x="823457" y="680613"/>
                      </a:cubicBezTo>
                      <a:cubicBezTo>
                        <a:pt x="819647" y="699663"/>
                        <a:pt x="816790" y="718713"/>
                        <a:pt x="814885" y="738715"/>
                      </a:cubicBezTo>
                      <a:cubicBezTo>
                        <a:pt x="814885" y="738715"/>
                        <a:pt x="813932" y="773005"/>
                        <a:pt x="814885" y="790150"/>
                      </a:cubicBezTo>
                      <a:cubicBezTo>
                        <a:pt x="814885" y="791103"/>
                        <a:pt x="814885" y="792055"/>
                        <a:pt x="815837" y="793008"/>
                      </a:cubicBezTo>
                      <a:cubicBezTo>
                        <a:pt x="818695" y="793960"/>
                        <a:pt x="825362" y="795865"/>
                        <a:pt x="827267" y="793960"/>
                      </a:cubicBezTo>
                      <a:cubicBezTo>
                        <a:pt x="828220" y="793008"/>
                        <a:pt x="831077" y="788245"/>
                        <a:pt x="832030" y="786340"/>
                      </a:cubicBezTo>
                      <a:cubicBezTo>
                        <a:pt x="833935" y="778720"/>
                        <a:pt x="833935" y="773005"/>
                        <a:pt x="834887" y="765385"/>
                      </a:cubicBezTo>
                      <a:cubicBezTo>
                        <a:pt x="835840" y="755860"/>
                        <a:pt x="837745" y="745383"/>
                        <a:pt x="838697" y="734905"/>
                      </a:cubicBezTo>
                      <a:cubicBezTo>
                        <a:pt x="869177" y="615843"/>
                        <a:pt x="928232" y="143403"/>
                        <a:pt x="708205" y="91968"/>
                      </a:cubicBezTo>
                      <a:close/>
                      <a:moveTo>
                        <a:pt x="395785" y="251988"/>
                      </a:moveTo>
                      <a:cubicBezTo>
                        <a:pt x="391975" y="251035"/>
                        <a:pt x="389117" y="250083"/>
                        <a:pt x="385307" y="249130"/>
                      </a:cubicBezTo>
                      <a:cubicBezTo>
                        <a:pt x="390070" y="250083"/>
                        <a:pt x="395785" y="251988"/>
                        <a:pt x="400547" y="252940"/>
                      </a:cubicBezTo>
                      <a:cubicBezTo>
                        <a:pt x="398642" y="251988"/>
                        <a:pt x="397690" y="251988"/>
                        <a:pt x="395785" y="251988"/>
                      </a:cubicBezTo>
                      <a:close/>
                    </a:path>
                  </a:pathLst>
                </a:custGeom>
                <a:solidFill>
                  <a:srgbClr val="343434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31" name="Freeform: Shape 30">
                  <a:extLst>
                    <a:ext uri="{FF2B5EF4-FFF2-40B4-BE49-F238E27FC236}">
                      <a16:creationId xmlns:a16="http://schemas.microsoft.com/office/drawing/2014/main" id="{F1A89817-6C1B-41E2-A43A-3875DFBC830A}"/>
                    </a:ext>
                  </a:extLst>
                </p:cNvPr>
                <p:cNvSpPr/>
                <p:nvPr/>
              </p:nvSpPr>
              <p:spPr>
                <a:xfrm>
                  <a:off x="1715043" y="3980974"/>
                  <a:ext cx="85725" cy="9525"/>
                </a:xfrm>
                <a:custGeom>
                  <a:avLst/>
                  <a:gdLst>
                    <a:gd name="connsiteX0" fmla="*/ 7144 w 85725"/>
                    <a:gd name="connsiteY0" fmla="*/ 7144 h 9525"/>
                    <a:gd name="connsiteX1" fmla="*/ 81439 w 85725"/>
                    <a:gd name="connsiteY1" fmla="*/ 7144 h 9525"/>
                    <a:gd name="connsiteX2" fmla="*/ 82391 w 85725"/>
                    <a:gd name="connsiteY2" fmla="*/ 10001 h 9525"/>
                    <a:gd name="connsiteX3" fmla="*/ 7144 w 85725"/>
                    <a:gd name="connsiteY3" fmla="*/ 10001 h 95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85725" h="9525">
                      <a:moveTo>
                        <a:pt x="7144" y="7144"/>
                      </a:moveTo>
                      <a:lnTo>
                        <a:pt x="81439" y="7144"/>
                      </a:lnTo>
                      <a:lnTo>
                        <a:pt x="82391" y="10001"/>
                      </a:lnTo>
                      <a:lnTo>
                        <a:pt x="7144" y="10001"/>
                      </a:lnTo>
                      <a:close/>
                    </a:path>
                  </a:pathLst>
                </a:custGeom>
                <a:solidFill>
                  <a:srgbClr val="000000">
                    <a:alpha val="10000"/>
                  </a:srgbClr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32" name="Freeform: Shape 31">
                  <a:extLst>
                    <a:ext uri="{FF2B5EF4-FFF2-40B4-BE49-F238E27FC236}">
                      <a16:creationId xmlns:a16="http://schemas.microsoft.com/office/drawing/2014/main" id="{3DFED3F5-E49A-4456-84E0-887615E575AA}"/>
                    </a:ext>
                  </a:extLst>
                </p:cNvPr>
                <p:cNvSpPr/>
                <p:nvPr/>
              </p:nvSpPr>
              <p:spPr>
                <a:xfrm>
                  <a:off x="1174542" y="2447737"/>
                  <a:ext cx="800100" cy="438150"/>
                </a:xfrm>
                <a:custGeom>
                  <a:avLst/>
                  <a:gdLst>
                    <a:gd name="connsiteX0" fmla="*/ 702902 w 800100"/>
                    <a:gd name="connsiteY0" fmla="*/ 84008 h 438150"/>
                    <a:gd name="connsiteX1" fmla="*/ 366670 w 800100"/>
                    <a:gd name="connsiteY1" fmla="*/ 26858 h 438150"/>
                    <a:gd name="connsiteX2" fmla="*/ 33295 w 800100"/>
                    <a:gd name="connsiteY2" fmla="*/ 74483 h 438150"/>
                    <a:gd name="connsiteX3" fmla="*/ 119020 w 800100"/>
                    <a:gd name="connsiteY3" fmla="*/ 388808 h 438150"/>
                    <a:gd name="connsiteX4" fmla="*/ 573362 w 800100"/>
                    <a:gd name="connsiteY4" fmla="*/ 344041 h 438150"/>
                    <a:gd name="connsiteX5" fmla="*/ 785770 w 800100"/>
                    <a:gd name="connsiteY5" fmla="*/ 191641 h 438150"/>
                    <a:gd name="connsiteX6" fmla="*/ 702902 w 800100"/>
                    <a:gd name="connsiteY6" fmla="*/ 84008 h 4381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800100" h="438150">
                      <a:moveTo>
                        <a:pt x="702902" y="84008"/>
                      </a:moveTo>
                      <a:cubicBezTo>
                        <a:pt x="702902" y="84008"/>
                        <a:pt x="524785" y="-39817"/>
                        <a:pt x="366670" y="26858"/>
                      </a:cubicBezTo>
                      <a:cubicBezTo>
                        <a:pt x="208555" y="93533"/>
                        <a:pt x="68537" y="119251"/>
                        <a:pt x="33295" y="74483"/>
                      </a:cubicBezTo>
                      <a:cubicBezTo>
                        <a:pt x="33295" y="74483"/>
                        <a:pt x="-64813" y="281176"/>
                        <a:pt x="119020" y="388808"/>
                      </a:cubicBezTo>
                      <a:cubicBezTo>
                        <a:pt x="302852" y="496441"/>
                        <a:pt x="512402" y="410716"/>
                        <a:pt x="573362" y="344041"/>
                      </a:cubicBezTo>
                      <a:cubicBezTo>
                        <a:pt x="633370" y="277366"/>
                        <a:pt x="732430" y="169733"/>
                        <a:pt x="785770" y="191641"/>
                      </a:cubicBezTo>
                      <a:cubicBezTo>
                        <a:pt x="840062" y="214501"/>
                        <a:pt x="702902" y="84008"/>
                        <a:pt x="702902" y="84008"/>
                      </a:cubicBezTo>
                      <a:close/>
                    </a:path>
                  </a:pathLst>
                </a:custGeom>
                <a:solidFill>
                  <a:srgbClr val="343434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</p:grpSp>
          <p:grpSp>
            <p:nvGrpSpPr>
              <p:cNvPr id="15" name="Group 14">
                <a:extLst>
                  <a:ext uri="{FF2B5EF4-FFF2-40B4-BE49-F238E27FC236}">
                    <a16:creationId xmlns:a16="http://schemas.microsoft.com/office/drawing/2014/main" id="{A1E460DC-AD29-413B-A7FD-A591C9BBDE39}"/>
                  </a:ext>
                </a:extLst>
              </p:cNvPr>
              <p:cNvGrpSpPr/>
              <p:nvPr/>
            </p:nvGrpSpPr>
            <p:grpSpPr>
              <a:xfrm>
                <a:off x="1521799" y="-1594576"/>
                <a:ext cx="1675880" cy="996328"/>
                <a:chOff x="9495405" y="2976329"/>
                <a:chExt cx="1857375" cy="996328"/>
              </a:xfrm>
            </p:grpSpPr>
            <p:grpSp>
              <p:nvGrpSpPr>
                <p:cNvPr id="17" name="Group 16">
                  <a:extLst>
                    <a:ext uri="{FF2B5EF4-FFF2-40B4-BE49-F238E27FC236}">
                      <a16:creationId xmlns:a16="http://schemas.microsoft.com/office/drawing/2014/main" id="{21D40CB8-A288-4112-9041-EA5DE6FDC8C7}"/>
                    </a:ext>
                  </a:extLst>
                </p:cNvPr>
                <p:cNvGrpSpPr/>
                <p:nvPr/>
              </p:nvGrpSpPr>
              <p:grpSpPr>
                <a:xfrm>
                  <a:off x="9495405" y="2976329"/>
                  <a:ext cx="1857375" cy="958376"/>
                  <a:chOff x="9495405" y="2976329"/>
                  <a:chExt cx="1857375" cy="958376"/>
                </a:xfrm>
              </p:grpSpPr>
              <p:sp>
                <p:nvSpPr>
                  <p:cNvPr id="19" name="Rectangle: Rounded Corners 18">
                    <a:extLst>
                      <a:ext uri="{FF2B5EF4-FFF2-40B4-BE49-F238E27FC236}">
                        <a16:creationId xmlns:a16="http://schemas.microsoft.com/office/drawing/2014/main" id="{488850AE-695F-43E7-99BC-F5FBF2D683B8}"/>
                      </a:ext>
                    </a:extLst>
                  </p:cNvPr>
                  <p:cNvSpPr/>
                  <p:nvPr/>
                </p:nvSpPr>
                <p:spPr>
                  <a:xfrm>
                    <a:off x="9495405" y="2976329"/>
                    <a:ext cx="1857375" cy="958376"/>
                  </a:xfrm>
                  <a:prstGeom prst="roundRect">
                    <a:avLst>
                      <a:gd name="adj" fmla="val 4741"/>
                    </a:avLst>
                  </a:prstGeom>
                  <a:solidFill>
                    <a:schemeClr val="bg1">
                      <a:lumMod val="85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20" name="Oval 19">
                    <a:extLst>
                      <a:ext uri="{FF2B5EF4-FFF2-40B4-BE49-F238E27FC236}">
                        <a16:creationId xmlns:a16="http://schemas.microsoft.com/office/drawing/2014/main" id="{6A2E7454-114C-4DC6-A685-DAADFA5F4763}"/>
                      </a:ext>
                    </a:extLst>
                  </p:cNvPr>
                  <p:cNvSpPr/>
                  <p:nvPr/>
                </p:nvSpPr>
                <p:spPr>
                  <a:xfrm>
                    <a:off x="10309032" y="3340457"/>
                    <a:ext cx="230120" cy="230120"/>
                  </a:xfrm>
                  <a:prstGeom prst="ellipse">
                    <a:avLst/>
                  </a:prstGeom>
                  <a:solidFill>
                    <a:schemeClr val="bg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sp>
              <p:nvSpPr>
                <p:cNvPr id="18" name="Rectangle: Rounded Corners 17">
                  <a:extLst>
                    <a:ext uri="{FF2B5EF4-FFF2-40B4-BE49-F238E27FC236}">
                      <a16:creationId xmlns:a16="http://schemas.microsoft.com/office/drawing/2014/main" id="{906DF5D5-5D56-45E9-84B3-2D5F6C992D22}"/>
                    </a:ext>
                  </a:extLst>
                </p:cNvPr>
                <p:cNvSpPr/>
                <p:nvPr/>
              </p:nvSpPr>
              <p:spPr>
                <a:xfrm>
                  <a:off x="9495405" y="3875502"/>
                  <a:ext cx="1857375" cy="97155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bg1">
                    <a:lumMod val="6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16" name="Freeform: Shape 15">
                <a:extLst>
                  <a:ext uri="{FF2B5EF4-FFF2-40B4-BE49-F238E27FC236}">
                    <a16:creationId xmlns:a16="http://schemas.microsoft.com/office/drawing/2014/main" id="{4C21F045-BBBE-457D-8851-DB2B91F77747}"/>
                  </a:ext>
                </a:extLst>
              </p:cNvPr>
              <p:cNvSpPr/>
              <p:nvPr/>
            </p:nvSpPr>
            <p:spPr>
              <a:xfrm>
                <a:off x="1969192" y="-2391643"/>
                <a:ext cx="762000" cy="285750"/>
              </a:xfrm>
              <a:custGeom>
                <a:avLst/>
                <a:gdLst>
                  <a:gd name="connsiteX0" fmla="*/ 569333 w 762000"/>
                  <a:gd name="connsiteY0" fmla="*/ 277654 h 285750"/>
                  <a:gd name="connsiteX1" fmla="*/ 579810 w 762000"/>
                  <a:gd name="connsiteY1" fmla="*/ 276701 h 285750"/>
                  <a:gd name="connsiteX2" fmla="*/ 715065 w 762000"/>
                  <a:gd name="connsiteY2" fmla="*/ 167164 h 285750"/>
                  <a:gd name="connsiteX3" fmla="*/ 744593 w 762000"/>
                  <a:gd name="connsiteY3" fmla="*/ 77629 h 285750"/>
                  <a:gd name="connsiteX4" fmla="*/ 758880 w 762000"/>
                  <a:gd name="connsiteY4" fmla="*/ 43339 h 285750"/>
                  <a:gd name="connsiteX5" fmla="*/ 738878 w 762000"/>
                  <a:gd name="connsiteY5" fmla="*/ 18574 h 285750"/>
                  <a:gd name="connsiteX6" fmla="*/ 574095 w 762000"/>
                  <a:gd name="connsiteY6" fmla="*/ 9049 h 285750"/>
                  <a:gd name="connsiteX7" fmla="*/ 574095 w 762000"/>
                  <a:gd name="connsiteY7" fmla="*/ 26194 h 285750"/>
                  <a:gd name="connsiteX8" fmla="*/ 687443 w 762000"/>
                  <a:gd name="connsiteY8" fmla="*/ 38576 h 285750"/>
                  <a:gd name="connsiteX9" fmla="*/ 682680 w 762000"/>
                  <a:gd name="connsiteY9" fmla="*/ 209074 h 285750"/>
                  <a:gd name="connsiteX10" fmla="*/ 569333 w 762000"/>
                  <a:gd name="connsiteY10" fmla="*/ 261461 h 285750"/>
                  <a:gd name="connsiteX11" fmla="*/ 569333 w 762000"/>
                  <a:gd name="connsiteY11" fmla="*/ 277654 h 285750"/>
                  <a:gd name="connsiteX12" fmla="*/ 382643 w 762000"/>
                  <a:gd name="connsiteY12" fmla="*/ 42386 h 285750"/>
                  <a:gd name="connsiteX13" fmla="*/ 206430 w 762000"/>
                  <a:gd name="connsiteY13" fmla="*/ 10954 h 285750"/>
                  <a:gd name="connsiteX14" fmla="*/ 192143 w 762000"/>
                  <a:gd name="connsiteY14" fmla="*/ 10001 h 285750"/>
                  <a:gd name="connsiteX15" fmla="*/ 192143 w 762000"/>
                  <a:gd name="connsiteY15" fmla="*/ 27146 h 285750"/>
                  <a:gd name="connsiteX16" fmla="*/ 316920 w 762000"/>
                  <a:gd name="connsiteY16" fmla="*/ 69056 h 285750"/>
                  <a:gd name="connsiteX17" fmla="*/ 243578 w 762000"/>
                  <a:gd name="connsiteY17" fmla="*/ 250984 h 285750"/>
                  <a:gd name="connsiteX18" fmla="*/ 188333 w 762000"/>
                  <a:gd name="connsiteY18" fmla="*/ 262414 h 285750"/>
                  <a:gd name="connsiteX19" fmla="*/ 188333 w 762000"/>
                  <a:gd name="connsiteY19" fmla="*/ 278606 h 285750"/>
                  <a:gd name="connsiteX20" fmla="*/ 316920 w 762000"/>
                  <a:gd name="connsiteY20" fmla="*/ 195739 h 285750"/>
                  <a:gd name="connsiteX21" fmla="*/ 382643 w 762000"/>
                  <a:gd name="connsiteY21" fmla="*/ 102394 h 285750"/>
                  <a:gd name="connsiteX22" fmla="*/ 443603 w 762000"/>
                  <a:gd name="connsiteY22" fmla="*/ 193834 h 285750"/>
                  <a:gd name="connsiteX23" fmla="*/ 570285 w 762000"/>
                  <a:gd name="connsiteY23" fmla="*/ 276701 h 285750"/>
                  <a:gd name="connsiteX24" fmla="*/ 570285 w 762000"/>
                  <a:gd name="connsiteY24" fmla="*/ 260509 h 285750"/>
                  <a:gd name="connsiteX25" fmla="*/ 512183 w 762000"/>
                  <a:gd name="connsiteY25" fmla="*/ 249079 h 285750"/>
                  <a:gd name="connsiteX26" fmla="*/ 450270 w 762000"/>
                  <a:gd name="connsiteY26" fmla="*/ 67151 h 285750"/>
                  <a:gd name="connsiteX27" fmla="*/ 575048 w 762000"/>
                  <a:gd name="connsiteY27" fmla="*/ 24289 h 285750"/>
                  <a:gd name="connsiteX28" fmla="*/ 575048 w 762000"/>
                  <a:gd name="connsiteY28" fmla="*/ 7144 h 285750"/>
                  <a:gd name="connsiteX29" fmla="*/ 563618 w 762000"/>
                  <a:gd name="connsiteY29" fmla="*/ 8096 h 285750"/>
                  <a:gd name="connsiteX30" fmla="*/ 382643 w 762000"/>
                  <a:gd name="connsiteY30" fmla="*/ 42386 h 285750"/>
                  <a:gd name="connsiteX31" fmla="*/ 192143 w 762000"/>
                  <a:gd name="connsiteY31" fmla="*/ 10001 h 285750"/>
                  <a:gd name="connsiteX32" fmla="*/ 29265 w 762000"/>
                  <a:gd name="connsiteY32" fmla="*/ 19526 h 285750"/>
                  <a:gd name="connsiteX33" fmla="*/ 7358 w 762000"/>
                  <a:gd name="connsiteY33" fmla="*/ 44291 h 285750"/>
                  <a:gd name="connsiteX34" fmla="*/ 19740 w 762000"/>
                  <a:gd name="connsiteY34" fmla="*/ 78581 h 285750"/>
                  <a:gd name="connsiteX35" fmla="*/ 43553 w 762000"/>
                  <a:gd name="connsiteY35" fmla="*/ 168116 h 285750"/>
                  <a:gd name="connsiteX36" fmla="*/ 172140 w 762000"/>
                  <a:gd name="connsiteY36" fmla="*/ 277654 h 285750"/>
                  <a:gd name="connsiteX37" fmla="*/ 187380 w 762000"/>
                  <a:gd name="connsiteY37" fmla="*/ 278606 h 285750"/>
                  <a:gd name="connsiteX38" fmla="*/ 187380 w 762000"/>
                  <a:gd name="connsiteY38" fmla="*/ 262414 h 285750"/>
                  <a:gd name="connsiteX39" fmla="*/ 74033 w 762000"/>
                  <a:gd name="connsiteY39" fmla="*/ 210026 h 285750"/>
                  <a:gd name="connsiteX40" fmla="*/ 79748 w 762000"/>
                  <a:gd name="connsiteY40" fmla="*/ 39529 h 285750"/>
                  <a:gd name="connsiteX41" fmla="*/ 191190 w 762000"/>
                  <a:gd name="connsiteY41" fmla="*/ 26194 h 285750"/>
                  <a:gd name="connsiteX42" fmla="*/ 192143 w 762000"/>
                  <a:gd name="connsiteY42" fmla="*/ 10001 h 2857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</a:cxnLst>
                <a:rect l="l" t="t" r="r" b="b"/>
                <a:pathLst>
                  <a:path w="762000" h="285750">
                    <a:moveTo>
                      <a:pt x="569333" y="277654"/>
                    </a:moveTo>
                    <a:cubicBezTo>
                      <a:pt x="573143" y="277654"/>
                      <a:pt x="576000" y="277654"/>
                      <a:pt x="579810" y="276701"/>
                    </a:cubicBezTo>
                    <a:cubicBezTo>
                      <a:pt x="679823" y="268129"/>
                      <a:pt x="704588" y="223361"/>
                      <a:pt x="715065" y="167164"/>
                    </a:cubicBezTo>
                    <a:cubicBezTo>
                      <a:pt x="727448" y="105251"/>
                      <a:pt x="728400" y="83344"/>
                      <a:pt x="744593" y="77629"/>
                    </a:cubicBezTo>
                    <a:cubicBezTo>
                      <a:pt x="756023" y="73819"/>
                      <a:pt x="758880" y="59531"/>
                      <a:pt x="758880" y="43339"/>
                    </a:cubicBezTo>
                    <a:cubicBezTo>
                      <a:pt x="758880" y="27146"/>
                      <a:pt x="757928" y="25241"/>
                      <a:pt x="738878" y="18574"/>
                    </a:cubicBezTo>
                    <a:cubicBezTo>
                      <a:pt x="723638" y="12859"/>
                      <a:pt x="637913" y="5239"/>
                      <a:pt x="574095" y="9049"/>
                    </a:cubicBezTo>
                    <a:lnTo>
                      <a:pt x="574095" y="26194"/>
                    </a:lnTo>
                    <a:cubicBezTo>
                      <a:pt x="624578" y="23336"/>
                      <a:pt x="673155" y="29051"/>
                      <a:pt x="687443" y="38576"/>
                    </a:cubicBezTo>
                    <a:cubicBezTo>
                      <a:pt x="719828" y="59531"/>
                      <a:pt x="710303" y="159544"/>
                      <a:pt x="682680" y="209074"/>
                    </a:cubicBezTo>
                    <a:cubicBezTo>
                      <a:pt x="663630" y="243364"/>
                      <a:pt x="614100" y="261461"/>
                      <a:pt x="569333" y="261461"/>
                    </a:cubicBezTo>
                    <a:lnTo>
                      <a:pt x="569333" y="277654"/>
                    </a:lnTo>
                    <a:close/>
                    <a:moveTo>
                      <a:pt x="382643" y="42386"/>
                    </a:moveTo>
                    <a:cubicBezTo>
                      <a:pt x="360735" y="43339"/>
                      <a:pt x="270248" y="16669"/>
                      <a:pt x="206430" y="10954"/>
                    </a:cubicBezTo>
                    <a:cubicBezTo>
                      <a:pt x="201668" y="10954"/>
                      <a:pt x="196905" y="10001"/>
                      <a:pt x="192143" y="10001"/>
                    </a:cubicBezTo>
                    <a:lnTo>
                      <a:pt x="192143" y="27146"/>
                    </a:lnTo>
                    <a:cubicBezTo>
                      <a:pt x="244530" y="29051"/>
                      <a:pt x="297870" y="41434"/>
                      <a:pt x="316920" y="69056"/>
                    </a:cubicBezTo>
                    <a:cubicBezTo>
                      <a:pt x="347400" y="114776"/>
                      <a:pt x="293108" y="226219"/>
                      <a:pt x="243578" y="250984"/>
                    </a:cubicBezTo>
                    <a:cubicBezTo>
                      <a:pt x="228338" y="258604"/>
                      <a:pt x="209288" y="262414"/>
                      <a:pt x="188333" y="262414"/>
                    </a:cubicBezTo>
                    <a:lnTo>
                      <a:pt x="188333" y="278606"/>
                    </a:lnTo>
                    <a:cubicBezTo>
                      <a:pt x="275010" y="278606"/>
                      <a:pt x="306443" y="216694"/>
                      <a:pt x="316920" y="195739"/>
                    </a:cubicBezTo>
                    <a:cubicBezTo>
                      <a:pt x="336923" y="156686"/>
                      <a:pt x="333113" y="102394"/>
                      <a:pt x="382643" y="102394"/>
                    </a:cubicBezTo>
                    <a:cubicBezTo>
                      <a:pt x="432173" y="102394"/>
                      <a:pt x="425505" y="154781"/>
                      <a:pt x="443603" y="193834"/>
                    </a:cubicBezTo>
                    <a:cubicBezTo>
                      <a:pt x="453128" y="214789"/>
                      <a:pt x="480750" y="279559"/>
                      <a:pt x="570285" y="276701"/>
                    </a:cubicBezTo>
                    <a:lnTo>
                      <a:pt x="570285" y="260509"/>
                    </a:lnTo>
                    <a:cubicBezTo>
                      <a:pt x="548378" y="260509"/>
                      <a:pt x="527423" y="256699"/>
                      <a:pt x="512183" y="249079"/>
                    </a:cubicBezTo>
                    <a:cubicBezTo>
                      <a:pt x="464558" y="224314"/>
                      <a:pt x="416933" y="112871"/>
                      <a:pt x="450270" y="67151"/>
                    </a:cubicBezTo>
                    <a:cubicBezTo>
                      <a:pt x="470273" y="39529"/>
                      <a:pt x="523613" y="27146"/>
                      <a:pt x="575048" y="24289"/>
                    </a:cubicBezTo>
                    <a:lnTo>
                      <a:pt x="575048" y="7144"/>
                    </a:lnTo>
                    <a:cubicBezTo>
                      <a:pt x="571238" y="7144"/>
                      <a:pt x="567428" y="8096"/>
                      <a:pt x="563618" y="8096"/>
                    </a:cubicBezTo>
                    <a:cubicBezTo>
                      <a:pt x="504563" y="15716"/>
                      <a:pt x="434078" y="40481"/>
                      <a:pt x="382643" y="42386"/>
                    </a:cubicBezTo>
                    <a:close/>
                    <a:moveTo>
                      <a:pt x="192143" y="10001"/>
                    </a:moveTo>
                    <a:cubicBezTo>
                      <a:pt x="129278" y="6191"/>
                      <a:pt x="45458" y="14764"/>
                      <a:pt x="29265" y="19526"/>
                    </a:cubicBezTo>
                    <a:cubicBezTo>
                      <a:pt x="9263" y="26194"/>
                      <a:pt x="8310" y="28099"/>
                      <a:pt x="7358" y="44291"/>
                    </a:cubicBezTo>
                    <a:cubicBezTo>
                      <a:pt x="6405" y="60484"/>
                      <a:pt x="8310" y="74771"/>
                      <a:pt x="19740" y="78581"/>
                    </a:cubicBezTo>
                    <a:cubicBezTo>
                      <a:pt x="35933" y="84296"/>
                      <a:pt x="34980" y="106204"/>
                      <a:pt x="43553" y="168116"/>
                    </a:cubicBezTo>
                    <a:cubicBezTo>
                      <a:pt x="51173" y="224314"/>
                      <a:pt x="73080" y="269081"/>
                      <a:pt x="172140" y="277654"/>
                    </a:cubicBezTo>
                    <a:cubicBezTo>
                      <a:pt x="176903" y="277654"/>
                      <a:pt x="181665" y="278606"/>
                      <a:pt x="187380" y="278606"/>
                    </a:cubicBezTo>
                    <a:lnTo>
                      <a:pt x="187380" y="262414"/>
                    </a:lnTo>
                    <a:cubicBezTo>
                      <a:pt x="141660" y="262414"/>
                      <a:pt x="91178" y="245269"/>
                      <a:pt x="74033" y="210026"/>
                    </a:cubicBezTo>
                    <a:cubicBezTo>
                      <a:pt x="50220" y="160496"/>
                      <a:pt x="46410" y="60484"/>
                      <a:pt x="79748" y="39529"/>
                    </a:cubicBezTo>
                    <a:cubicBezTo>
                      <a:pt x="94035" y="30956"/>
                      <a:pt x="141660" y="24289"/>
                      <a:pt x="191190" y="26194"/>
                    </a:cubicBezTo>
                    <a:lnTo>
                      <a:pt x="192143" y="10001"/>
                    </a:lnTo>
                    <a:close/>
                  </a:path>
                </a:pathLst>
              </a:custGeom>
              <a:solidFill>
                <a:schemeClr val="tx1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F425F3FB-7F35-4404-A34B-CC92BB86B8E9}"/>
                  </a:ext>
                </a:extLst>
              </p:cNvPr>
              <p:cNvSpPr txBox="1"/>
              <p:nvPr/>
            </p:nvSpPr>
            <p:spPr>
              <a:xfrm>
                <a:off x="1553416" y="3632823"/>
                <a:ext cx="3063829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b="1" i="1" smtClean="0">
                              <a:solidFill>
                                <a:srgbClr val="657B8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smtClean="0">
                              <a:solidFill>
                                <a:srgbClr val="657B83"/>
                              </a:solidFill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  <m:sub>
                          <m:r>
                            <a:rPr lang="en-US" sz="2800" b="1" i="1" smtClean="0">
                              <a:solidFill>
                                <a:srgbClr val="657B83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2800" b="1" i="1" smtClean="0">
                          <a:solidFill>
                            <a:srgbClr val="657B83"/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US" sz="2800" b="1" i="1" smtClean="0">
                              <a:solidFill>
                                <a:srgbClr val="657B8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smtClean="0">
                              <a:solidFill>
                                <a:srgbClr val="657B83"/>
                              </a:solidFill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  <m:sub>
                          <m:r>
                            <a:rPr lang="en-US" sz="2800" b="1" i="1" smtClean="0">
                              <a:solidFill>
                                <a:srgbClr val="657B83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r>
                        <a:rPr lang="en-US" sz="2800" b="1" i="1" smtClean="0">
                          <a:solidFill>
                            <a:srgbClr val="657B83"/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US" sz="2800" b="1" i="1" smtClean="0">
                              <a:solidFill>
                                <a:srgbClr val="657B8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smtClean="0">
                              <a:solidFill>
                                <a:srgbClr val="657B83"/>
                              </a:solidFill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  <m:sub>
                          <m:r>
                            <a:rPr lang="en-US" sz="2800" b="1" i="1" smtClean="0">
                              <a:solidFill>
                                <a:srgbClr val="657B83"/>
                              </a:solidFill>
                              <a:latin typeface="Cambria Math" panose="02040503050406030204" pitchFamily="18" charset="0"/>
                            </a:rPr>
                            <m:t>𝟑</m:t>
                          </m:r>
                        </m:sub>
                      </m:sSub>
                      <m:r>
                        <a:rPr lang="en-US" sz="2800" b="1" i="1" smtClean="0">
                          <a:solidFill>
                            <a:srgbClr val="657B83"/>
                          </a:solidFill>
                          <a:latin typeface="Cambria Math" panose="02040503050406030204" pitchFamily="18" charset="0"/>
                        </a:rPr>
                        <m:t>, …</m:t>
                      </m:r>
                      <m:sSub>
                        <m:sSubPr>
                          <m:ctrlPr>
                            <a:rPr lang="en-US" sz="2800" b="1" i="1" smtClean="0">
                              <a:solidFill>
                                <a:srgbClr val="657B8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smtClean="0">
                              <a:solidFill>
                                <a:srgbClr val="657B83"/>
                              </a:solidFill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  <m:sub>
                          <m:r>
                            <a:rPr lang="en-US" sz="2800" b="1" i="1" smtClean="0">
                              <a:solidFill>
                                <a:srgbClr val="657B83"/>
                              </a:solidFill>
                              <a:latin typeface="Cambria Math" panose="02040503050406030204" pitchFamily="18" charset="0"/>
                            </a:rPr>
                            <m:t>𝒎</m:t>
                          </m:r>
                        </m:sub>
                      </m:sSub>
                    </m:oMath>
                  </m:oMathPara>
                </a14:m>
                <a:endParaRPr lang="en-US" sz="2800" b="1">
                  <a:solidFill>
                    <a:srgbClr val="657B83"/>
                  </a:solidFill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F425F3FB-7F35-4404-A34B-CC92BB86B8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53416" y="3632823"/>
                <a:ext cx="3063829" cy="5232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2" name="Rectangle: Rounded Corners 27">
            <a:extLst>
              <a:ext uri="{FF2B5EF4-FFF2-40B4-BE49-F238E27FC236}">
                <a16:creationId xmlns:a16="http://schemas.microsoft.com/office/drawing/2014/main" id="{D3DDB836-A3CF-49FC-A613-29925DDD1660}"/>
              </a:ext>
            </a:extLst>
          </p:cNvPr>
          <p:cNvSpPr/>
          <p:nvPr/>
        </p:nvSpPr>
        <p:spPr>
          <a:xfrm>
            <a:off x="1221583" y="4979388"/>
            <a:ext cx="2875593" cy="1235154"/>
          </a:xfrm>
          <a:prstGeom prst="roundRect">
            <a:avLst>
              <a:gd name="adj" fmla="val 5377"/>
            </a:avLst>
          </a:prstGeom>
          <a:solidFill>
            <a:srgbClr val="FFF9F9"/>
          </a:solidFill>
          <a:ln>
            <a:solidFill>
              <a:srgbClr val="B62B28"/>
            </a:solidFill>
          </a:ln>
          <a:effectLst>
            <a:outerShdw blurRad="50800" dist="63500" dir="2700000" algn="tl" rotWithShape="0">
              <a:prstClr val="black">
                <a:alpha val="28000"/>
              </a:prstClr>
            </a:outerShdw>
          </a:effectLst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marL="342900" lvl="0" indent="-342900">
              <a:buSzPct val="90000"/>
              <a:buFont typeface="Wingdings 2" panose="05020102010507070707" pitchFamily="18" charset="2"/>
              <a:buChar char=""/>
            </a:pPr>
            <a:r>
              <a:rPr lang="en-US" sz="2400">
                <a:solidFill>
                  <a:srgbClr val="B62B28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Noto Sans" panose="020B0502040504020204" pitchFamily="34"/>
              </a:rPr>
              <a:t>Only finds errors after they are live</a:t>
            </a:r>
          </a:p>
          <a:p>
            <a:pPr marL="342900" lvl="0" indent="-342900">
              <a:buSzPct val="90000"/>
              <a:buFont typeface="Wingdings 2" panose="05020102010507070707" pitchFamily="18" charset="2"/>
              <a:buChar char=""/>
            </a:pPr>
            <a:r>
              <a:rPr lang="en-US" sz="2400">
                <a:solidFill>
                  <a:srgbClr val="B62B28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Noto Sans" panose="020B0502040504020204" pitchFamily="34"/>
              </a:rPr>
              <a:t>Not exhaustive</a:t>
            </a:r>
          </a:p>
        </p:txBody>
      </p:sp>
      <p:pic>
        <p:nvPicPr>
          <p:cNvPr id="33" name="Picture 2" descr="https://www.scnsoft.com/blog-pictures/information-security/web_application_security_code_review_vs_penetration_testing-01_1.png">
            <a:extLst>
              <a:ext uri="{FF2B5EF4-FFF2-40B4-BE49-F238E27FC236}">
                <a16:creationId xmlns:a16="http://schemas.microsoft.com/office/drawing/2014/main" id="{81EF18DF-CBE7-4819-9C3A-515EA359237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587" t="19780" r="52602" b="10"/>
          <a:stretch/>
        </p:blipFill>
        <p:spPr bwMode="auto">
          <a:xfrm>
            <a:off x="7374000" y="1923568"/>
            <a:ext cx="2367788" cy="2672009"/>
          </a:xfrm>
          <a:prstGeom prst="rect">
            <a:avLst/>
          </a:prstGeom>
          <a:noFill/>
          <a:effectLst>
            <a:outerShdw blurRad="50800" dist="88900" dir="2700000" algn="tl" rotWithShape="0">
              <a:prstClr val="black">
                <a:alpha val="40000"/>
              </a:prstClr>
            </a:outerShdw>
            <a:softEdge rad="31750"/>
          </a:effectLst>
          <a:scene3d>
            <a:camera prst="orthographicFront"/>
            <a:lightRig rig="balanced" dir="t"/>
          </a:scene3d>
          <a:sp3d prstMaterial="dkEdge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686BAD80-DB3E-44E7-92EC-CD34EBA5E81C}"/>
              </a:ext>
            </a:extLst>
          </p:cNvPr>
          <p:cNvSpPr/>
          <p:nvPr/>
        </p:nvSpPr>
        <p:spPr>
          <a:xfrm>
            <a:off x="7239459" y="1289070"/>
            <a:ext cx="2636870" cy="483989"/>
          </a:xfrm>
          <a:prstGeom prst="roundRect">
            <a:avLst>
              <a:gd name="adj" fmla="val 9098"/>
            </a:avLst>
          </a:prstGeom>
          <a:solidFill>
            <a:srgbClr val="FAFAFF"/>
          </a:solidFill>
          <a:ln w="19050">
            <a:solidFill>
              <a:srgbClr val="862286"/>
            </a:solidFill>
          </a:ln>
          <a:effectLst>
            <a:outerShdw blurRad="508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none" rtlCol="0" anchor="ctr">
            <a:spAutoFit/>
          </a:bodyPr>
          <a:lstStyle/>
          <a:p>
            <a:pPr algn="ctr"/>
            <a:r>
              <a:rPr lang="en-US" sz="2400">
                <a:solidFill>
                  <a:srgbClr val="962696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Calibri" panose="020F0502020204030204" pitchFamily="34" charset="0"/>
              </a:rPr>
              <a:t>DNS Config Review</a:t>
            </a:r>
            <a:endParaRPr lang="en-US" sz="2400">
              <a:solidFill>
                <a:srgbClr val="962696"/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35" name="Rectangle: Rounded Corners 27">
            <a:extLst>
              <a:ext uri="{FF2B5EF4-FFF2-40B4-BE49-F238E27FC236}">
                <a16:creationId xmlns:a16="http://schemas.microsoft.com/office/drawing/2014/main" id="{20B9ED38-F6AD-48C2-A64C-538692E6C9BC}"/>
              </a:ext>
            </a:extLst>
          </p:cNvPr>
          <p:cNvSpPr/>
          <p:nvPr/>
        </p:nvSpPr>
        <p:spPr>
          <a:xfrm>
            <a:off x="7299344" y="5084942"/>
            <a:ext cx="2517100" cy="855107"/>
          </a:xfrm>
          <a:prstGeom prst="roundRect">
            <a:avLst>
              <a:gd name="adj" fmla="val 5377"/>
            </a:avLst>
          </a:prstGeom>
          <a:solidFill>
            <a:srgbClr val="FFF9F9"/>
          </a:solidFill>
          <a:ln>
            <a:solidFill>
              <a:srgbClr val="B62B28"/>
            </a:solidFill>
          </a:ln>
          <a:effectLst>
            <a:outerShdw blurRad="508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none" rtlCol="0" anchor="ctr">
            <a:spAutoFit/>
          </a:bodyPr>
          <a:lstStyle/>
          <a:p>
            <a:pPr marL="342900" lvl="0" indent="-342900">
              <a:buSzPct val="90000"/>
              <a:buFont typeface="Wingdings 2" panose="05020102010507070707" pitchFamily="18" charset="2"/>
              <a:buChar char=""/>
            </a:pPr>
            <a:r>
              <a:rPr lang="en-US" sz="2400">
                <a:solidFill>
                  <a:srgbClr val="B62B28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Noto Sans" panose="020B0502040504020204" pitchFamily="34"/>
              </a:rPr>
              <a:t>Not automated</a:t>
            </a:r>
          </a:p>
          <a:p>
            <a:pPr marL="342900" lvl="0" indent="-342900">
              <a:buSzPct val="90000"/>
              <a:buFont typeface="Wingdings 2" panose="05020102010507070707" pitchFamily="18" charset="2"/>
              <a:buChar char=""/>
            </a:pPr>
            <a:r>
              <a:rPr lang="en-US" sz="2400">
                <a:solidFill>
                  <a:srgbClr val="B62B28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Noto Sans" panose="020B0502040504020204" pitchFamily="34"/>
              </a:rPr>
              <a:t>Error Prone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9984738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 animBg="1"/>
      <p:bldP spid="35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65;p14">
            <a:extLst>
              <a:ext uri="{FF2B5EF4-FFF2-40B4-BE49-F238E27FC236}">
                <a16:creationId xmlns:a16="http://schemas.microsoft.com/office/drawing/2014/main" id="{902B8478-A37F-442A-A583-4F7ED2423004}"/>
              </a:ext>
            </a:extLst>
          </p:cNvPr>
          <p:cNvSpPr txBox="1">
            <a:spLocks/>
          </p:cNvSpPr>
          <p:nvPr/>
        </p:nvSpPr>
        <p:spPr>
          <a:xfrm>
            <a:off x="3281468" y="209319"/>
            <a:ext cx="5629065" cy="800179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121900" tIns="121900" rIns="121900" bIns="12190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 b="0" i="0" u="none" strike="noStrike" cap="non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 b="0" i="0" u="none" strike="noStrike" cap="non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 b="0" i="0" u="none" strike="noStrike" cap="non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 b="0" i="0" u="none" strike="noStrike" cap="non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 b="0" i="0" u="none" strike="noStrike" cap="non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 b="0" i="0" u="none" strike="noStrike" cap="non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 b="0" i="0" u="none" strike="noStrike" cap="non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 b="0" i="0" u="none" strike="noStrike" cap="non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 b="0" i="0" u="none" strike="noStrike" cap="non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9pPr>
          </a:lstStyle>
          <a:p>
            <a:pPr defTabSz="914400"/>
            <a:r>
              <a:rPr lang="en-US" sz="3600" b="1" kern="0">
                <a:solidFill>
                  <a:srgbClr val="546970"/>
                </a:solidFill>
                <a:latin typeface="Bookman Old Style" panose="02050604050505020204" pitchFamily="18" charset="0"/>
              </a:rPr>
              <a:t>The Ideal: Verification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A7CC0D63-669B-431C-A516-34BED0C85A24}"/>
              </a:ext>
            </a:extLst>
          </p:cNvPr>
          <p:cNvSpPr/>
          <p:nvPr/>
        </p:nvSpPr>
        <p:spPr>
          <a:xfrm flipV="1">
            <a:off x="4145001" y="886094"/>
            <a:ext cx="3901998" cy="27432"/>
          </a:xfrm>
          <a:prstGeom prst="roundRect">
            <a:avLst/>
          </a:prstGeom>
          <a:solidFill>
            <a:srgbClr val="26A69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Google Shape;131;p29">
            <a:extLst>
              <a:ext uri="{FF2B5EF4-FFF2-40B4-BE49-F238E27FC236}">
                <a16:creationId xmlns:a16="http://schemas.microsoft.com/office/drawing/2014/main" id="{6C5550BB-2E87-4200-B451-6CC6EA613899}"/>
              </a:ext>
            </a:extLst>
          </p:cNvPr>
          <p:cNvSpPr/>
          <p:nvPr/>
        </p:nvSpPr>
        <p:spPr>
          <a:xfrm>
            <a:off x="4669726" y="1899920"/>
            <a:ext cx="3183954" cy="1766644"/>
          </a:xfrm>
          <a:prstGeom prst="cloud">
            <a:avLst/>
          </a:prstGeom>
          <a:solidFill>
            <a:srgbClr val="7B9199"/>
          </a:solidFill>
          <a:ln w="19050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" sz="2800">
              <a:solidFill>
                <a:srgbClr val="351C75"/>
              </a:solidFill>
              <a:latin typeface="Source Sans Pro" panose="020B0503030403020204" pitchFamily="34" charset="0"/>
              <a:ea typeface="Source Sans Pro" panose="020B0503030403020204" pitchFamily="34" charset="0"/>
              <a:cs typeface="Calibri" panose="020F0502020204030204" pitchFamily="34" charset="0"/>
              <a:sym typeface="Source Sans Pr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Calibri" panose="020F0502020204030204" pitchFamily="34" charset="0"/>
                <a:sym typeface="Source Sans Pro"/>
              </a:rPr>
              <a:t>Verifier</a:t>
            </a:r>
            <a:endParaRPr lang="en" sz="2800">
              <a:solidFill>
                <a:schemeClr val="bg1"/>
              </a:solidFill>
              <a:latin typeface="Source Sans Pro" panose="020B0503030403020204" pitchFamily="34" charset="0"/>
              <a:ea typeface="Source Sans Pro" panose="020B0503030403020204" pitchFamily="34" charset="0"/>
              <a:cs typeface="Calibri" panose="020F0502020204030204" pitchFamily="34" charset="0"/>
              <a:sym typeface="Source Sans Pr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" sz="2400" b="1">
              <a:solidFill>
                <a:srgbClr val="7030A0"/>
              </a:solidFill>
              <a:latin typeface="Source Sans Pro" panose="020B0503030403020204" pitchFamily="34" charset="0"/>
              <a:ea typeface="Source Sans Pro" panose="020B0503030403020204" pitchFamily="34" charset="0"/>
              <a:cs typeface="Calibri" panose="020F0502020204030204" pitchFamily="34" charset="0"/>
              <a:sym typeface="Source Sans Pro"/>
            </a:endParaRPr>
          </a:p>
        </p:txBody>
      </p:sp>
      <p:cxnSp>
        <p:nvCxnSpPr>
          <p:cNvPr id="41" name="Google Shape;139;p29">
            <a:extLst>
              <a:ext uri="{FF2B5EF4-FFF2-40B4-BE49-F238E27FC236}">
                <a16:creationId xmlns:a16="http://schemas.microsoft.com/office/drawing/2014/main" id="{11114BAD-002C-479D-8DC7-896B3FFCB143}"/>
              </a:ext>
            </a:extLst>
          </p:cNvPr>
          <p:cNvCxnSpPr>
            <a:cxnSpLocks/>
            <a:stCxn id="62" idx="3"/>
            <a:endCxn id="39" idx="2"/>
          </p:cNvCxnSpPr>
          <p:nvPr/>
        </p:nvCxnSpPr>
        <p:spPr>
          <a:xfrm>
            <a:off x="3192781" y="2433883"/>
            <a:ext cx="1486821" cy="349359"/>
          </a:xfrm>
          <a:prstGeom prst="curvedConnector3">
            <a:avLst>
              <a:gd name="adj1" fmla="val 50000"/>
            </a:avLst>
          </a:prstGeom>
          <a:noFill/>
          <a:ln w="38100" cap="flat" cmpd="sng">
            <a:solidFill>
              <a:srgbClr val="546970"/>
            </a:solidFill>
            <a:prstDash val="solid"/>
            <a:round/>
            <a:headEnd type="none" w="med" len="med"/>
            <a:tailEnd type="stealth" w="med" len="med"/>
          </a:ln>
        </p:spPr>
      </p:cxnSp>
      <p:sp>
        <p:nvSpPr>
          <p:cNvPr id="54" name="TextBox 53">
            <a:extLst>
              <a:ext uri="{FF2B5EF4-FFF2-40B4-BE49-F238E27FC236}">
                <a16:creationId xmlns:a16="http://schemas.microsoft.com/office/drawing/2014/main" id="{2FBD3B23-3DD8-41E6-9CB0-EBB0024C57FA}"/>
              </a:ext>
            </a:extLst>
          </p:cNvPr>
          <p:cNvSpPr txBox="1"/>
          <p:nvPr/>
        </p:nvSpPr>
        <p:spPr>
          <a:xfrm>
            <a:off x="170662" y="2218281"/>
            <a:ext cx="155992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>
                <a:solidFill>
                  <a:srgbClr val="808000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Configs</a:t>
            </a:r>
            <a:endParaRPr lang="en-US" sz="2400">
              <a:solidFill>
                <a:srgbClr val="808000"/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pic>
        <p:nvPicPr>
          <p:cNvPr id="62" name="Picture 2" descr="See the source image">
            <a:extLst>
              <a:ext uri="{FF2B5EF4-FFF2-40B4-BE49-F238E27FC236}">
                <a16:creationId xmlns:a16="http://schemas.microsoft.com/office/drawing/2014/main" id="{722E914C-5F7E-4C26-B5FF-C6F06F340D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duotone>
              <a:srgbClr val="5B9BD5">
                <a:shade val="45000"/>
                <a:satMod val="135000"/>
              </a:srgb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10605" y="1508760"/>
            <a:ext cx="1682176" cy="18502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2" name="TextBox 71">
            <a:extLst>
              <a:ext uri="{FF2B5EF4-FFF2-40B4-BE49-F238E27FC236}">
                <a16:creationId xmlns:a16="http://schemas.microsoft.com/office/drawing/2014/main" id="{F3E8F093-967F-44B9-A19F-9F40E21EEE82}"/>
              </a:ext>
            </a:extLst>
          </p:cNvPr>
          <p:cNvSpPr txBox="1"/>
          <p:nvPr/>
        </p:nvSpPr>
        <p:spPr>
          <a:xfrm>
            <a:off x="2593004" y="4907275"/>
            <a:ext cx="203538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>
                <a:solidFill>
                  <a:srgbClr val="808000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Properties</a:t>
            </a:r>
            <a:endParaRPr lang="en-US" sz="2400">
              <a:solidFill>
                <a:srgbClr val="808000"/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grpSp>
        <p:nvGrpSpPr>
          <p:cNvPr id="92" name="Group 91">
            <a:extLst>
              <a:ext uri="{FF2B5EF4-FFF2-40B4-BE49-F238E27FC236}">
                <a16:creationId xmlns:a16="http://schemas.microsoft.com/office/drawing/2014/main" id="{513B0A30-34C7-4083-A59C-42270D9E9DCB}"/>
              </a:ext>
            </a:extLst>
          </p:cNvPr>
          <p:cNvGrpSpPr/>
          <p:nvPr/>
        </p:nvGrpSpPr>
        <p:grpSpPr>
          <a:xfrm>
            <a:off x="4555400" y="4618542"/>
            <a:ext cx="1540600" cy="1447866"/>
            <a:chOff x="4603744" y="4475730"/>
            <a:chExt cx="1540600" cy="1447866"/>
          </a:xfrm>
        </p:grpSpPr>
        <p:sp>
          <p:nvSpPr>
            <p:cNvPr id="36" name="Google Shape;136;p29">
              <a:extLst>
                <a:ext uri="{FF2B5EF4-FFF2-40B4-BE49-F238E27FC236}">
                  <a16:creationId xmlns:a16="http://schemas.microsoft.com/office/drawing/2014/main" id="{8744BA1D-E931-4ECD-B428-39EC96FCC148}"/>
                </a:ext>
              </a:extLst>
            </p:cNvPr>
            <p:cNvSpPr/>
            <p:nvPr/>
          </p:nvSpPr>
          <p:spPr>
            <a:xfrm>
              <a:off x="4603744" y="4475730"/>
              <a:ext cx="1540600" cy="1447866"/>
            </a:xfrm>
            <a:prstGeom prst="verticalScroll">
              <a:avLst>
                <a:gd name="adj" fmla="val 16190"/>
              </a:avLst>
            </a:prstGeom>
            <a:solidFill>
              <a:srgbClr val="FFE599"/>
            </a:solidFill>
            <a:ln w="19050" cap="flat" cmpd="sng">
              <a:solidFill>
                <a:srgbClr val="7F6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3600">
                <a:solidFill>
                  <a:srgbClr val="7F6000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Calibri" panose="020F0502020204030204" pitchFamily="34" charset="0"/>
                <a:sym typeface="Source Sans Pro"/>
              </a:endParaRPr>
            </a:p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" sz="3600">
                <a:solidFill>
                  <a:srgbClr val="7F6000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Calibri" panose="020F0502020204030204" pitchFamily="34" charset="0"/>
                <a:sym typeface="Source Sans Pro"/>
              </a:endParaRPr>
            </a:p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" sz="3600">
                <a:solidFill>
                  <a:srgbClr val="7F6000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Calibri" panose="020F0502020204030204" pitchFamily="34" charset="0"/>
                <a:sym typeface="Source Sans Pro"/>
              </a:endParaRPr>
            </a:p>
          </p:txBody>
        </p:sp>
        <p:sp>
          <p:nvSpPr>
            <p:cNvPr id="74" name="Rectangle: Rounded Corners 73">
              <a:extLst>
                <a:ext uri="{FF2B5EF4-FFF2-40B4-BE49-F238E27FC236}">
                  <a16:creationId xmlns:a16="http://schemas.microsoft.com/office/drawing/2014/main" id="{64F912C2-FB9C-476B-ABB1-0F5E1FE0427E}"/>
                </a:ext>
              </a:extLst>
            </p:cNvPr>
            <p:cNvSpPr/>
            <p:nvPr/>
          </p:nvSpPr>
          <p:spPr>
            <a:xfrm>
              <a:off x="4953000" y="4846310"/>
              <a:ext cx="838200" cy="91445"/>
            </a:xfrm>
            <a:prstGeom prst="roundRect">
              <a:avLst>
                <a:gd name="adj" fmla="val 33333"/>
              </a:avLst>
            </a:prstGeom>
            <a:solidFill>
              <a:srgbClr val="B288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5" name="Rectangle: Rounded Corners 74">
              <a:extLst>
                <a:ext uri="{FF2B5EF4-FFF2-40B4-BE49-F238E27FC236}">
                  <a16:creationId xmlns:a16="http://schemas.microsoft.com/office/drawing/2014/main" id="{E2500D62-A5B5-47E9-9E1B-8B36A19F9527}"/>
                </a:ext>
              </a:extLst>
            </p:cNvPr>
            <p:cNvSpPr/>
            <p:nvPr/>
          </p:nvSpPr>
          <p:spPr>
            <a:xfrm>
              <a:off x="4953000" y="5065893"/>
              <a:ext cx="838200" cy="91445"/>
            </a:xfrm>
            <a:prstGeom prst="roundRect">
              <a:avLst>
                <a:gd name="adj" fmla="val 33333"/>
              </a:avLst>
            </a:prstGeom>
            <a:solidFill>
              <a:srgbClr val="B288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7" name="Rectangle: Rounded Corners 76">
              <a:extLst>
                <a:ext uri="{FF2B5EF4-FFF2-40B4-BE49-F238E27FC236}">
                  <a16:creationId xmlns:a16="http://schemas.microsoft.com/office/drawing/2014/main" id="{BDD6B454-FEE7-46F5-A995-68ED447FE396}"/>
                </a:ext>
              </a:extLst>
            </p:cNvPr>
            <p:cNvSpPr/>
            <p:nvPr/>
          </p:nvSpPr>
          <p:spPr>
            <a:xfrm>
              <a:off x="4953000" y="5285476"/>
              <a:ext cx="838200" cy="91445"/>
            </a:xfrm>
            <a:prstGeom prst="roundRect">
              <a:avLst>
                <a:gd name="adj" fmla="val 33333"/>
              </a:avLst>
            </a:prstGeom>
            <a:solidFill>
              <a:srgbClr val="B288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8" name="Rectangle: Rounded Corners 77">
              <a:extLst>
                <a:ext uri="{FF2B5EF4-FFF2-40B4-BE49-F238E27FC236}">
                  <a16:creationId xmlns:a16="http://schemas.microsoft.com/office/drawing/2014/main" id="{E9494CCF-968D-47C9-9A90-8FD8E6F0544B}"/>
                </a:ext>
              </a:extLst>
            </p:cNvPr>
            <p:cNvSpPr/>
            <p:nvPr/>
          </p:nvSpPr>
          <p:spPr>
            <a:xfrm>
              <a:off x="4953000" y="5505059"/>
              <a:ext cx="838200" cy="91445"/>
            </a:xfrm>
            <a:prstGeom prst="roundRect">
              <a:avLst>
                <a:gd name="adj" fmla="val 33333"/>
              </a:avLst>
            </a:prstGeom>
            <a:solidFill>
              <a:srgbClr val="B288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9" name="Rectangle: Rounded Corners 78">
              <a:extLst>
                <a:ext uri="{FF2B5EF4-FFF2-40B4-BE49-F238E27FC236}">
                  <a16:creationId xmlns:a16="http://schemas.microsoft.com/office/drawing/2014/main" id="{61FEED14-9427-4657-B726-779633A2F672}"/>
                </a:ext>
              </a:extLst>
            </p:cNvPr>
            <p:cNvSpPr/>
            <p:nvPr/>
          </p:nvSpPr>
          <p:spPr>
            <a:xfrm>
              <a:off x="4953000" y="5724642"/>
              <a:ext cx="838200" cy="91445"/>
            </a:xfrm>
            <a:prstGeom prst="roundRect">
              <a:avLst>
                <a:gd name="adj" fmla="val 33333"/>
              </a:avLst>
            </a:prstGeom>
            <a:solidFill>
              <a:srgbClr val="B288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88" name="Google Shape;139;p29">
            <a:extLst>
              <a:ext uri="{FF2B5EF4-FFF2-40B4-BE49-F238E27FC236}">
                <a16:creationId xmlns:a16="http://schemas.microsoft.com/office/drawing/2014/main" id="{CA4B8B58-BF15-4659-8832-29EB0BEB302C}"/>
              </a:ext>
            </a:extLst>
          </p:cNvPr>
          <p:cNvCxnSpPr>
            <a:cxnSpLocks/>
            <a:stCxn id="36" idx="0"/>
            <a:endCxn id="39" idx="1"/>
          </p:cNvCxnSpPr>
          <p:nvPr/>
        </p:nvCxnSpPr>
        <p:spPr>
          <a:xfrm rot="5400000" flipH="1" flipV="1">
            <a:off x="5316772" y="3673612"/>
            <a:ext cx="953859" cy="936003"/>
          </a:xfrm>
          <a:prstGeom prst="curvedConnector3">
            <a:avLst>
              <a:gd name="adj1" fmla="val 50000"/>
            </a:avLst>
          </a:prstGeom>
          <a:noFill/>
          <a:ln w="38100" cap="flat" cmpd="sng">
            <a:solidFill>
              <a:srgbClr val="546970"/>
            </a:solidFill>
            <a:prstDash val="solid"/>
            <a:round/>
            <a:headEnd type="none" w="med" len="med"/>
            <a:tailEnd type="stealth" w="med" len="med"/>
          </a:ln>
        </p:spPr>
      </p:cxnSp>
      <p:cxnSp>
        <p:nvCxnSpPr>
          <p:cNvPr id="113" name="Google Shape;139;p29">
            <a:extLst>
              <a:ext uri="{FF2B5EF4-FFF2-40B4-BE49-F238E27FC236}">
                <a16:creationId xmlns:a16="http://schemas.microsoft.com/office/drawing/2014/main" id="{89738BF7-F03E-4132-940B-808F44E05039}"/>
              </a:ext>
            </a:extLst>
          </p:cNvPr>
          <p:cNvCxnSpPr>
            <a:cxnSpLocks/>
            <a:stCxn id="39" idx="0"/>
          </p:cNvCxnSpPr>
          <p:nvPr/>
        </p:nvCxnSpPr>
        <p:spPr>
          <a:xfrm flipV="1">
            <a:off x="7851027" y="2433883"/>
            <a:ext cx="1254873" cy="349359"/>
          </a:xfrm>
          <a:prstGeom prst="curvedConnector3">
            <a:avLst>
              <a:gd name="adj1" fmla="val 50000"/>
            </a:avLst>
          </a:prstGeom>
          <a:noFill/>
          <a:ln w="38100" cap="flat" cmpd="sng">
            <a:solidFill>
              <a:srgbClr val="546970"/>
            </a:solidFill>
            <a:prstDash val="solid"/>
            <a:round/>
            <a:headEnd type="none" w="med" len="med"/>
            <a:tailEnd type="stealth" w="med" len="med"/>
          </a:ln>
        </p:spPr>
      </p:cxnSp>
      <p:pic>
        <p:nvPicPr>
          <p:cNvPr id="116" name="Picture 2" descr="See the source image">
            <a:extLst>
              <a:ext uri="{FF2B5EF4-FFF2-40B4-BE49-F238E27FC236}">
                <a16:creationId xmlns:a16="http://schemas.microsoft.com/office/drawing/2014/main" id="{6820B0CD-B193-48BA-A7E1-88B6938543A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8" t="15991" r="45116" b="10280"/>
          <a:stretch/>
        </p:blipFill>
        <p:spPr bwMode="auto">
          <a:xfrm>
            <a:off x="9105900" y="2008197"/>
            <a:ext cx="687941" cy="6003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7" name="Rectangle: Rounded Corners 116">
            <a:extLst>
              <a:ext uri="{FF2B5EF4-FFF2-40B4-BE49-F238E27FC236}">
                <a16:creationId xmlns:a16="http://schemas.microsoft.com/office/drawing/2014/main" id="{81C0DE04-6206-4C23-A0A5-E3C56CD94B7E}"/>
              </a:ext>
            </a:extLst>
          </p:cNvPr>
          <p:cNvSpPr/>
          <p:nvPr/>
        </p:nvSpPr>
        <p:spPr>
          <a:xfrm>
            <a:off x="9955741" y="2116592"/>
            <a:ext cx="1103187" cy="407849"/>
          </a:xfrm>
          <a:prstGeom prst="roundRect">
            <a:avLst>
              <a:gd name="adj" fmla="val 4348"/>
            </a:avLst>
          </a:prstGeom>
          <a:solidFill>
            <a:srgbClr val="FAFFFA"/>
          </a:solidFill>
          <a:ln w="22225">
            <a:solidFill>
              <a:srgbClr val="2E7D32"/>
            </a:solidFill>
          </a:ln>
          <a:effectLst>
            <a:outerShdw blurRad="50800" dist="88900" dir="600000" algn="tl" rotWithShape="0">
              <a:prstClr val="black">
                <a:alpha val="40000"/>
              </a:prstClr>
            </a:outerShdw>
          </a:effectLst>
        </p:spPr>
        <p:txBody>
          <a:bodyPr wrap="none" rtlCol="0" anchor="ctr">
            <a:spAutoFit/>
          </a:bodyPr>
          <a:lstStyle/>
          <a:p>
            <a:pPr marR="0" lvl="0" defTabSz="914400" eaLnBrk="1" fontAlgn="auto" latinLnBrk="0" hangingPunct="1">
              <a:spcBef>
                <a:spcPts val="0"/>
              </a:spcBef>
              <a:spcAft>
                <a:spcPts val="0"/>
              </a:spcAft>
              <a:buClr>
                <a:srgbClr val="42955F"/>
              </a:buClr>
              <a:buSzPct val="85000"/>
              <a:tabLst/>
              <a:defRPr/>
            </a:pPr>
            <a:r>
              <a:rPr lang="en-US" sz="2000" kern="0">
                <a:solidFill>
                  <a:srgbClr val="2E7D32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Calibri" panose="020F0502020204030204" pitchFamily="34" charset="0"/>
              </a:rPr>
              <a:t>Certified</a:t>
            </a:r>
            <a:endParaRPr kumimoji="0" lang="en-US" sz="2000" b="0" i="0" u="none" strike="noStrike" kern="0" cap="none" spc="0" normalizeH="0" baseline="0" noProof="0">
              <a:ln>
                <a:noFill/>
              </a:ln>
              <a:solidFill>
                <a:srgbClr val="2E7D32"/>
              </a:solidFill>
              <a:effectLst/>
              <a:uLnTx/>
              <a:uFillTx/>
              <a:latin typeface="Source Sans Pro" panose="020B0503030403020204" pitchFamily="34" charset="0"/>
              <a:ea typeface="Source Sans Pro" panose="020B0503030403020204" pitchFamily="34" charset="0"/>
              <a:cs typeface="Calibri" panose="020F0502020204030204" pitchFamily="34" charset="0"/>
            </a:endParaRPr>
          </a:p>
        </p:txBody>
      </p:sp>
      <p:cxnSp>
        <p:nvCxnSpPr>
          <p:cNvPr id="121" name="Google Shape;139;p29">
            <a:extLst>
              <a:ext uri="{FF2B5EF4-FFF2-40B4-BE49-F238E27FC236}">
                <a16:creationId xmlns:a16="http://schemas.microsoft.com/office/drawing/2014/main" id="{7A1A2256-28A1-42A9-BFB6-22BD823C5CB2}"/>
              </a:ext>
            </a:extLst>
          </p:cNvPr>
          <p:cNvCxnSpPr>
            <a:cxnSpLocks/>
            <a:stCxn id="39" idx="0"/>
          </p:cNvCxnSpPr>
          <p:nvPr/>
        </p:nvCxnSpPr>
        <p:spPr>
          <a:xfrm>
            <a:off x="7851027" y="2783242"/>
            <a:ext cx="1254873" cy="533963"/>
          </a:xfrm>
          <a:prstGeom prst="curvedConnector3">
            <a:avLst>
              <a:gd name="adj1" fmla="val 50000"/>
            </a:avLst>
          </a:prstGeom>
          <a:noFill/>
          <a:ln w="38100" cap="flat" cmpd="sng">
            <a:solidFill>
              <a:srgbClr val="546970"/>
            </a:solidFill>
            <a:prstDash val="solid"/>
            <a:round/>
            <a:headEnd type="none" w="med" len="med"/>
            <a:tailEnd type="stealth" w="med" len="med"/>
          </a:ln>
        </p:spPr>
      </p:cxnSp>
      <p:pic>
        <p:nvPicPr>
          <p:cNvPr id="124" name="Picture 2" descr="See the source image">
            <a:extLst>
              <a:ext uri="{FF2B5EF4-FFF2-40B4-BE49-F238E27FC236}">
                <a16:creationId xmlns:a16="http://schemas.microsoft.com/office/drawing/2014/main" id="{E90DAD7E-1A76-49DB-985F-97CBFF3277B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226" t="30729" r="5784" b="10072"/>
          <a:stretch/>
        </p:blipFill>
        <p:spPr bwMode="auto">
          <a:xfrm>
            <a:off x="9105468" y="3034248"/>
            <a:ext cx="642772" cy="5833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5" name="Rectangle: Rounded Corners 27">
            <a:extLst>
              <a:ext uri="{FF2B5EF4-FFF2-40B4-BE49-F238E27FC236}">
                <a16:creationId xmlns:a16="http://schemas.microsoft.com/office/drawing/2014/main" id="{2C0E4668-CA00-4A5F-9C00-42EAFA31F22E}"/>
              </a:ext>
            </a:extLst>
          </p:cNvPr>
          <p:cNvSpPr/>
          <p:nvPr/>
        </p:nvSpPr>
        <p:spPr>
          <a:xfrm>
            <a:off x="9955741" y="3112762"/>
            <a:ext cx="1367683" cy="411718"/>
          </a:xfrm>
          <a:prstGeom prst="roundRect">
            <a:avLst>
              <a:gd name="adj" fmla="val 5377"/>
            </a:avLst>
          </a:prstGeom>
          <a:solidFill>
            <a:srgbClr val="FFF9F9"/>
          </a:solidFill>
          <a:ln>
            <a:solidFill>
              <a:srgbClr val="B62B28"/>
            </a:solidFill>
          </a:ln>
          <a:effectLst>
            <a:outerShdw blurRad="508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none" rtlCol="0" anchor="ctr">
            <a:spAutoFit/>
          </a:bodyPr>
          <a:lstStyle/>
          <a:p>
            <a:pPr lvl="0" algn="ctr"/>
            <a:r>
              <a:rPr lang="en-US" sz="2000">
                <a:solidFill>
                  <a:srgbClr val="B62B28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Noto Sans" panose="020B0502040504020204" pitchFamily="34"/>
              </a:rPr>
              <a:t>Bug found!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7829483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"/>
                            </p:stCondLst>
                            <p:childTnLst>
                              <p:par>
                                <p:cTn id="3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 animBg="1"/>
      <p:bldP spid="117" grpId="0" animBg="1"/>
      <p:bldP spid="125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65;p14">
            <a:extLst>
              <a:ext uri="{FF2B5EF4-FFF2-40B4-BE49-F238E27FC236}">
                <a16:creationId xmlns:a16="http://schemas.microsoft.com/office/drawing/2014/main" id="{902B8478-A37F-442A-A583-4F7ED2423004}"/>
              </a:ext>
            </a:extLst>
          </p:cNvPr>
          <p:cNvSpPr txBox="1">
            <a:spLocks/>
          </p:cNvSpPr>
          <p:nvPr/>
        </p:nvSpPr>
        <p:spPr>
          <a:xfrm>
            <a:off x="3281468" y="209319"/>
            <a:ext cx="5629065" cy="800179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121900" tIns="121900" rIns="121900" bIns="12190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 b="0" i="0" u="none" strike="noStrike" cap="non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 b="0" i="0" u="none" strike="noStrike" cap="non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 b="0" i="0" u="none" strike="noStrike" cap="non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 b="0" i="0" u="none" strike="noStrike" cap="non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 b="0" i="0" u="none" strike="noStrike" cap="non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 b="0" i="0" u="none" strike="noStrike" cap="non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 b="0" i="0" u="none" strike="noStrike" cap="non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 b="0" i="0" u="none" strike="noStrike" cap="non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 b="0" i="0" u="none" strike="noStrike" cap="non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9pPr>
          </a:lstStyle>
          <a:p>
            <a:pPr defTabSz="914400"/>
            <a:r>
              <a:rPr lang="en-US" sz="3600" b="1" kern="0">
                <a:solidFill>
                  <a:srgbClr val="546970"/>
                </a:solidFill>
                <a:latin typeface="Bookman Old Style" panose="02050604050505020204" pitchFamily="18" charset="0"/>
              </a:rPr>
              <a:t>The Ideal: Verification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A7CC0D63-669B-431C-A516-34BED0C85A24}"/>
              </a:ext>
            </a:extLst>
          </p:cNvPr>
          <p:cNvSpPr/>
          <p:nvPr/>
        </p:nvSpPr>
        <p:spPr>
          <a:xfrm flipV="1">
            <a:off x="4145001" y="886094"/>
            <a:ext cx="3901998" cy="27432"/>
          </a:xfrm>
          <a:prstGeom prst="roundRect">
            <a:avLst/>
          </a:prstGeom>
          <a:solidFill>
            <a:srgbClr val="26A69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Google Shape;131;p29">
            <a:extLst>
              <a:ext uri="{FF2B5EF4-FFF2-40B4-BE49-F238E27FC236}">
                <a16:creationId xmlns:a16="http://schemas.microsoft.com/office/drawing/2014/main" id="{6C5550BB-2E87-4200-B451-6CC6EA613899}"/>
              </a:ext>
            </a:extLst>
          </p:cNvPr>
          <p:cNvSpPr/>
          <p:nvPr/>
        </p:nvSpPr>
        <p:spPr>
          <a:xfrm>
            <a:off x="4669726" y="1899920"/>
            <a:ext cx="3183954" cy="1766644"/>
          </a:xfrm>
          <a:prstGeom prst="cloud">
            <a:avLst/>
          </a:prstGeom>
          <a:solidFill>
            <a:srgbClr val="7B9199"/>
          </a:solidFill>
          <a:ln w="19050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" sz="2800">
              <a:solidFill>
                <a:srgbClr val="351C75"/>
              </a:solidFill>
              <a:latin typeface="Source Sans Pro" panose="020B0503030403020204" pitchFamily="34" charset="0"/>
              <a:ea typeface="Source Sans Pro" panose="020B0503030403020204" pitchFamily="34" charset="0"/>
              <a:cs typeface="Calibri" panose="020F0502020204030204" pitchFamily="34" charset="0"/>
              <a:sym typeface="Source Sans Pr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Calibri" panose="020F0502020204030204" pitchFamily="34" charset="0"/>
                <a:sym typeface="Source Sans Pro"/>
              </a:rPr>
              <a:t>Verifier</a:t>
            </a:r>
            <a:endParaRPr lang="en" sz="2800">
              <a:solidFill>
                <a:schemeClr val="bg1"/>
              </a:solidFill>
              <a:latin typeface="Source Sans Pro" panose="020B0503030403020204" pitchFamily="34" charset="0"/>
              <a:ea typeface="Source Sans Pro" panose="020B0503030403020204" pitchFamily="34" charset="0"/>
              <a:cs typeface="Calibri" panose="020F0502020204030204" pitchFamily="34" charset="0"/>
              <a:sym typeface="Source Sans Pr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" sz="2400" b="1">
              <a:solidFill>
                <a:srgbClr val="7030A0"/>
              </a:solidFill>
              <a:latin typeface="Source Sans Pro" panose="020B0503030403020204" pitchFamily="34" charset="0"/>
              <a:ea typeface="Source Sans Pro" panose="020B0503030403020204" pitchFamily="34" charset="0"/>
              <a:cs typeface="Calibri" panose="020F0502020204030204" pitchFamily="34" charset="0"/>
              <a:sym typeface="Source Sans Pro"/>
            </a:endParaRPr>
          </a:p>
        </p:txBody>
      </p:sp>
      <p:cxnSp>
        <p:nvCxnSpPr>
          <p:cNvPr id="41" name="Google Shape;139;p29">
            <a:extLst>
              <a:ext uri="{FF2B5EF4-FFF2-40B4-BE49-F238E27FC236}">
                <a16:creationId xmlns:a16="http://schemas.microsoft.com/office/drawing/2014/main" id="{11114BAD-002C-479D-8DC7-896B3FFCB143}"/>
              </a:ext>
            </a:extLst>
          </p:cNvPr>
          <p:cNvCxnSpPr>
            <a:cxnSpLocks/>
            <a:stCxn id="62" idx="3"/>
            <a:endCxn id="39" idx="2"/>
          </p:cNvCxnSpPr>
          <p:nvPr/>
        </p:nvCxnSpPr>
        <p:spPr>
          <a:xfrm>
            <a:off x="3192781" y="2433883"/>
            <a:ext cx="1486821" cy="349359"/>
          </a:xfrm>
          <a:prstGeom prst="curvedConnector3">
            <a:avLst>
              <a:gd name="adj1" fmla="val 50000"/>
            </a:avLst>
          </a:prstGeom>
          <a:noFill/>
          <a:ln w="38100" cap="flat" cmpd="sng">
            <a:solidFill>
              <a:srgbClr val="546970"/>
            </a:solidFill>
            <a:prstDash val="solid"/>
            <a:round/>
            <a:headEnd type="none" w="med" len="med"/>
            <a:tailEnd type="stealth" w="med" len="med"/>
          </a:ln>
        </p:spPr>
      </p:cxnSp>
      <p:sp>
        <p:nvSpPr>
          <p:cNvPr id="54" name="TextBox 53">
            <a:extLst>
              <a:ext uri="{FF2B5EF4-FFF2-40B4-BE49-F238E27FC236}">
                <a16:creationId xmlns:a16="http://schemas.microsoft.com/office/drawing/2014/main" id="{2FBD3B23-3DD8-41E6-9CB0-EBB0024C57FA}"/>
              </a:ext>
            </a:extLst>
          </p:cNvPr>
          <p:cNvSpPr txBox="1"/>
          <p:nvPr/>
        </p:nvSpPr>
        <p:spPr>
          <a:xfrm>
            <a:off x="170662" y="2218281"/>
            <a:ext cx="155992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>
                <a:solidFill>
                  <a:srgbClr val="808000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DNS</a:t>
            </a:r>
          </a:p>
          <a:p>
            <a:r>
              <a:rPr lang="en-US" sz="3200">
                <a:solidFill>
                  <a:srgbClr val="808000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Configs</a:t>
            </a:r>
            <a:endParaRPr lang="en-US" sz="2400">
              <a:solidFill>
                <a:srgbClr val="808000"/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pic>
        <p:nvPicPr>
          <p:cNvPr id="62" name="Picture 2" descr="See the source image">
            <a:extLst>
              <a:ext uri="{FF2B5EF4-FFF2-40B4-BE49-F238E27FC236}">
                <a16:creationId xmlns:a16="http://schemas.microsoft.com/office/drawing/2014/main" id="{722E914C-5F7E-4C26-B5FF-C6F06F340D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duotone>
              <a:srgbClr val="5B9BD5">
                <a:shade val="45000"/>
                <a:satMod val="135000"/>
              </a:srgb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10605" y="1508760"/>
            <a:ext cx="1682176" cy="18502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2" name="TextBox 71">
            <a:extLst>
              <a:ext uri="{FF2B5EF4-FFF2-40B4-BE49-F238E27FC236}">
                <a16:creationId xmlns:a16="http://schemas.microsoft.com/office/drawing/2014/main" id="{F3E8F093-967F-44B9-A19F-9F40E21EEE82}"/>
              </a:ext>
            </a:extLst>
          </p:cNvPr>
          <p:cNvSpPr txBox="1"/>
          <p:nvPr/>
        </p:nvSpPr>
        <p:spPr>
          <a:xfrm>
            <a:off x="2593004" y="4907275"/>
            <a:ext cx="203538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>
                <a:solidFill>
                  <a:srgbClr val="808000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Properties</a:t>
            </a:r>
            <a:endParaRPr lang="en-US" sz="2400">
              <a:solidFill>
                <a:srgbClr val="808000"/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grpSp>
        <p:nvGrpSpPr>
          <p:cNvPr id="92" name="Group 91">
            <a:extLst>
              <a:ext uri="{FF2B5EF4-FFF2-40B4-BE49-F238E27FC236}">
                <a16:creationId xmlns:a16="http://schemas.microsoft.com/office/drawing/2014/main" id="{513B0A30-34C7-4083-A59C-42270D9E9DCB}"/>
              </a:ext>
            </a:extLst>
          </p:cNvPr>
          <p:cNvGrpSpPr/>
          <p:nvPr/>
        </p:nvGrpSpPr>
        <p:grpSpPr>
          <a:xfrm>
            <a:off x="4555400" y="4618542"/>
            <a:ext cx="1540600" cy="1447866"/>
            <a:chOff x="4603744" y="4475730"/>
            <a:chExt cx="1540600" cy="1447866"/>
          </a:xfrm>
        </p:grpSpPr>
        <p:sp>
          <p:nvSpPr>
            <p:cNvPr id="36" name="Google Shape;136;p29">
              <a:extLst>
                <a:ext uri="{FF2B5EF4-FFF2-40B4-BE49-F238E27FC236}">
                  <a16:creationId xmlns:a16="http://schemas.microsoft.com/office/drawing/2014/main" id="{8744BA1D-E931-4ECD-B428-39EC96FCC148}"/>
                </a:ext>
              </a:extLst>
            </p:cNvPr>
            <p:cNvSpPr/>
            <p:nvPr/>
          </p:nvSpPr>
          <p:spPr>
            <a:xfrm>
              <a:off x="4603744" y="4475730"/>
              <a:ext cx="1540600" cy="1447866"/>
            </a:xfrm>
            <a:prstGeom prst="verticalScroll">
              <a:avLst>
                <a:gd name="adj" fmla="val 16190"/>
              </a:avLst>
            </a:prstGeom>
            <a:solidFill>
              <a:srgbClr val="FFE599"/>
            </a:solidFill>
            <a:ln w="19050" cap="flat" cmpd="sng">
              <a:solidFill>
                <a:srgbClr val="7F6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3600">
                <a:solidFill>
                  <a:srgbClr val="7F6000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Calibri" panose="020F0502020204030204" pitchFamily="34" charset="0"/>
                <a:sym typeface="Source Sans Pro"/>
              </a:endParaRPr>
            </a:p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" sz="3600">
                <a:solidFill>
                  <a:srgbClr val="7F6000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Calibri" panose="020F0502020204030204" pitchFamily="34" charset="0"/>
                <a:sym typeface="Source Sans Pro"/>
              </a:endParaRPr>
            </a:p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" sz="3600">
                <a:solidFill>
                  <a:srgbClr val="7F6000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Calibri" panose="020F0502020204030204" pitchFamily="34" charset="0"/>
                <a:sym typeface="Source Sans Pro"/>
              </a:endParaRPr>
            </a:p>
          </p:txBody>
        </p:sp>
        <p:sp>
          <p:nvSpPr>
            <p:cNvPr id="74" name="Rectangle: Rounded Corners 73">
              <a:extLst>
                <a:ext uri="{FF2B5EF4-FFF2-40B4-BE49-F238E27FC236}">
                  <a16:creationId xmlns:a16="http://schemas.microsoft.com/office/drawing/2014/main" id="{64F912C2-FB9C-476B-ABB1-0F5E1FE0427E}"/>
                </a:ext>
              </a:extLst>
            </p:cNvPr>
            <p:cNvSpPr/>
            <p:nvPr/>
          </p:nvSpPr>
          <p:spPr>
            <a:xfrm>
              <a:off x="4953000" y="4846310"/>
              <a:ext cx="838200" cy="91445"/>
            </a:xfrm>
            <a:prstGeom prst="roundRect">
              <a:avLst>
                <a:gd name="adj" fmla="val 33333"/>
              </a:avLst>
            </a:prstGeom>
            <a:solidFill>
              <a:srgbClr val="B288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5" name="Rectangle: Rounded Corners 74">
              <a:extLst>
                <a:ext uri="{FF2B5EF4-FFF2-40B4-BE49-F238E27FC236}">
                  <a16:creationId xmlns:a16="http://schemas.microsoft.com/office/drawing/2014/main" id="{E2500D62-A5B5-47E9-9E1B-8B36A19F9527}"/>
                </a:ext>
              </a:extLst>
            </p:cNvPr>
            <p:cNvSpPr/>
            <p:nvPr/>
          </p:nvSpPr>
          <p:spPr>
            <a:xfrm>
              <a:off x="4953000" y="5065893"/>
              <a:ext cx="838200" cy="91445"/>
            </a:xfrm>
            <a:prstGeom prst="roundRect">
              <a:avLst>
                <a:gd name="adj" fmla="val 33333"/>
              </a:avLst>
            </a:prstGeom>
            <a:solidFill>
              <a:srgbClr val="B288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7" name="Rectangle: Rounded Corners 76">
              <a:extLst>
                <a:ext uri="{FF2B5EF4-FFF2-40B4-BE49-F238E27FC236}">
                  <a16:creationId xmlns:a16="http://schemas.microsoft.com/office/drawing/2014/main" id="{BDD6B454-FEE7-46F5-A995-68ED447FE396}"/>
                </a:ext>
              </a:extLst>
            </p:cNvPr>
            <p:cNvSpPr/>
            <p:nvPr/>
          </p:nvSpPr>
          <p:spPr>
            <a:xfrm>
              <a:off x="4953000" y="5285476"/>
              <a:ext cx="838200" cy="91445"/>
            </a:xfrm>
            <a:prstGeom prst="roundRect">
              <a:avLst>
                <a:gd name="adj" fmla="val 33333"/>
              </a:avLst>
            </a:prstGeom>
            <a:solidFill>
              <a:srgbClr val="B288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8" name="Rectangle: Rounded Corners 77">
              <a:extLst>
                <a:ext uri="{FF2B5EF4-FFF2-40B4-BE49-F238E27FC236}">
                  <a16:creationId xmlns:a16="http://schemas.microsoft.com/office/drawing/2014/main" id="{E9494CCF-968D-47C9-9A90-8FD8E6F0544B}"/>
                </a:ext>
              </a:extLst>
            </p:cNvPr>
            <p:cNvSpPr/>
            <p:nvPr/>
          </p:nvSpPr>
          <p:spPr>
            <a:xfrm>
              <a:off x="4953000" y="5505059"/>
              <a:ext cx="838200" cy="91445"/>
            </a:xfrm>
            <a:prstGeom prst="roundRect">
              <a:avLst>
                <a:gd name="adj" fmla="val 33333"/>
              </a:avLst>
            </a:prstGeom>
            <a:solidFill>
              <a:srgbClr val="B288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9" name="Rectangle: Rounded Corners 78">
              <a:extLst>
                <a:ext uri="{FF2B5EF4-FFF2-40B4-BE49-F238E27FC236}">
                  <a16:creationId xmlns:a16="http://schemas.microsoft.com/office/drawing/2014/main" id="{61FEED14-9427-4657-B726-779633A2F672}"/>
                </a:ext>
              </a:extLst>
            </p:cNvPr>
            <p:cNvSpPr/>
            <p:nvPr/>
          </p:nvSpPr>
          <p:spPr>
            <a:xfrm>
              <a:off x="4953000" y="5724642"/>
              <a:ext cx="838200" cy="91445"/>
            </a:xfrm>
            <a:prstGeom prst="roundRect">
              <a:avLst>
                <a:gd name="adj" fmla="val 33333"/>
              </a:avLst>
            </a:prstGeom>
            <a:solidFill>
              <a:srgbClr val="B288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88" name="Google Shape;139;p29">
            <a:extLst>
              <a:ext uri="{FF2B5EF4-FFF2-40B4-BE49-F238E27FC236}">
                <a16:creationId xmlns:a16="http://schemas.microsoft.com/office/drawing/2014/main" id="{CA4B8B58-BF15-4659-8832-29EB0BEB302C}"/>
              </a:ext>
            </a:extLst>
          </p:cNvPr>
          <p:cNvCxnSpPr>
            <a:cxnSpLocks/>
            <a:stCxn id="36" idx="0"/>
            <a:endCxn id="39" idx="1"/>
          </p:cNvCxnSpPr>
          <p:nvPr/>
        </p:nvCxnSpPr>
        <p:spPr>
          <a:xfrm rot="5400000" flipH="1" flipV="1">
            <a:off x="5316772" y="3673612"/>
            <a:ext cx="953859" cy="936003"/>
          </a:xfrm>
          <a:prstGeom prst="curvedConnector3">
            <a:avLst>
              <a:gd name="adj1" fmla="val 50000"/>
            </a:avLst>
          </a:prstGeom>
          <a:noFill/>
          <a:ln w="38100" cap="flat" cmpd="sng">
            <a:solidFill>
              <a:srgbClr val="546970"/>
            </a:solidFill>
            <a:prstDash val="solid"/>
            <a:round/>
            <a:headEnd type="none" w="med" len="med"/>
            <a:tailEnd type="stealth" w="med" len="med"/>
          </a:ln>
        </p:spPr>
      </p:cxnSp>
      <p:cxnSp>
        <p:nvCxnSpPr>
          <p:cNvPr id="113" name="Google Shape;139;p29">
            <a:extLst>
              <a:ext uri="{FF2B5EF4-FFF2-40B4-BE49-F238E27FC236}">
                <a16:creationId xmlns:a16="http://schemas.microsoft.com/office/drawing/2014/main" id="{89738BF7-F03E-4132-940B-808F44E05039}"/>
              </a:ext>
            </a:extLst>
          </p:cNvPr>
          <p:cNvCxnSpPr>
            <a:cxnSpLocks/>
            <a:stCxn id="39" idx="0"/>
          </p:cNvCxnSpPr>
          <p:nvPr/>
        </p:nvCxnSpPr>
        <p:spPr>
          <a:xfrm flipV="1">
            <a:off x="7851027" y="2433883"/>
            <a:ext cx="1254873" cy="349359"/>
          </a:xfrm>
          <a:prstGeom prst="curvedConnector3">
            <a:avLst>
              <a:gd name="adj1" fmla="val 50000"/>
            </a:avLst>
          </a:prstGeom>
          <a:noFill/>
          <a:ln w="38100" cap="flat" cmpd="sng">
            <a:solidFill>
              <a:srgbClr val="546970"/>
            </a:solidFill>
            <a:prstDash val="solid"/>
            <a:round/>
            <a:headEnd type="none" w="med" len="med"/>
            <a:tailEnd type="stealth" w="med" len="med"/>
          </a:ln>
        </p:spPr>
      </p:cxnSp>
      <p:pic>
        <p:nvPicPr>
          <p:cNvPr id="116" name="Picture 2" descr="See the source image">
            <a:extLst>
              <a:ext uri="{FF2B5EF4-FFF2-40B4-BE49-F238E27FC236}">
                <a16:creationId xmlns:a16="http://schemas.microsoft.com/office/drawing/2014/main" id="{6820B0CD-B193-48BA-A7E1-88B6938543A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8" t="15991" r="45116" b="10280"/>
          <a:stretch/>
        </p:blipFill>
        <p:spPr bwMode="auto">
          <a:xfrm>
            <a:off x="9105900" y="2008197"/>
            <a:ext cx="687941" cy="6003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7" name="Rectangle: Rounded Corners 116">
            <a:extLst>
              <a:ext uri="{FF2B5EF4-FFF2-40B4-BE49-F238E27FC236}">
                <a16:creationId xmlns:a16="http://schemas.microsoft.com/office/drawing/2014/main" id="{81C0DE04-6206-4C23-A0A5-E3C56CD94B7E}"/>
              </a:ext>
            </a:extLst>
          </p:cNvPr>
          <p:cNvSpPr/>
          <p:nvPr/>
        </p:nvSpPr>
        <p:spPr>
          <a:xfrm>
            <a:off x="9955741" y="2116592"/>
            <a:ext cx="1103187" cy="407849"/>
          </a:xfrm>
          <a:prstGeom prst="roundRect">
            <a:avLst>
              <a:gd name="adj" fmla="val 4348"/>
            </a:avLst>
          </a:prstGeom>
          <a:solidFill>
            <a:srgbClr val="FAFFFA"/>
          </a:solidFill>
          <a:ln w="22225">
            <a:solidFill>
              <a:srgbClr val="2E7D32"/>
            </a:solidFill>
          </a:ln>
          <a:effectLst>
            <a:outerShdw blurRad="50800" dist="88900" dir="600000" algn="tl" rotWithShape="0">
              <a:prstClr val="black">
                <a:alpha val="40000"/>
              </a:prstClr>
            </a:outerShdw>
          </a:effectLst>
        </p:spPr>
        <p:txBody>
          <a:bodyPr wrap="none" rtlCol="0" anchor="ctr">
            <a:spAutoFit/>
          </a:bodyPr>
          <a:lstStyle/>
          <a:p>
            <a:pPr marR="0" lvl="0" defTabSz="914400" eaLnBrk="1" fontAlgn="auto" latinLnBrk="0" hangingPunct="1">
              <a:spcBef>
                <a:spcPts val="0"/>
              </a:spcBef>
              <a:spcAft>
                <a:spcPts val="0"/>
              </a:spcAft>
              <a:buClr>
                <a:srgbClr val="42955F"/>
              </a:buClr>
              <a:buSzPct val="85000"/>
              <a:tabLst/>
              <a:defRPr/>
            </a:pPr>
            <a:r>
              <a:rPr lang="en-US" sz="2000" kern="0">
                <a:solidFill>
                  <a:srgbClr val="2E7D32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Calibri" panose="020F0502020204030204" pitchFamily="34" charset="0"/>
              </a:rPr>
              <a:t>Certified</a:t>
            </a:r>
            <a:endParaRPr kumimoji="0" lang="en-US" sz="2000" b="0" i="0" u="none" strike="noStrike" kern="0" cap="none" spc="0" normalizeH="0" baseline="0" noProof="0">
              <a:ln>
                <a:noFill/>
              </a:ln>
              <a:solidFill>
                <a:srgbClr val="2E7D32"/>
              </a:solidFill>
              <a:effectLst/>
              <a:uLnTx/>
              <a:uFillTx/>
              <a:latin typeface="Source Sans Pro" panose="020B0503030403020204" pitchFamily="34" charset="0"/>
              <a:ea typeface="Source Sans Pro" panose="020B0503030403020204" pitchFamily="34" charset="0"/>
              <a:cs typeface="Calibri" panose="020F0502020204030204" pitchFamily="34" charset="0"/>
            </a:endParaRPr>
          </a:p>
        </p:txBody>
      </p:sp>
      <p:cxnSp>
        <p:nvCxnSpPr>
          <p:cNvPr id="121" name="Google Shape;139;p29">
            <a:extLst>
              <a:ext uri="{FF2B5EF4-FFF2-40B4-BE49-F238E27FC236}">
                <a16:creationId xmlns:a16="http://schemas.microsoft.com/office/drawing/2014/main" id="{7A1A2256-28A1-42A9-BFB6-22BD823C5CB2}"/>
              </a:ext>
            </a:extLst>
          </p:cNvPr>
          <p:cNvCxnSpPr>
            <a:cxnSpLocks/>
            <a:stCxn id="39" idx="0"/>
          </p:cNvCxnSpPr>
          <p:nvPr/>
        </p:nvCxnSpPr>
        <p:spPr>
          <a:xfrm>
            <a:off x="7851027" y="2783242"/>
            <a:ext cx="1254873" cy="533963"/>
          </a:xfrm>
          <a:prstGeom prst="curvedConnector3">
            <a:avLst>
              <a:gd name="adj1" fmla="val 50000"/>
            </a:avLst>
          </a:prstGeom>
          <a:noFill/>
          <a:ln w="38100" cap="flat" cmpd="sng">
            <a:solidFill>
              <a:srgbClr val="546970"/>
            </a:solidFill>
            <a:prstDash val="solid"/>
            <a:round/>
            <a:headEnd type="none" w="med" len="med"/>
            <a:tailEnd type="stealth" w="med" len="med"/>
          </a:ln>
        </p:spPr>
      </p:cxnSp>
      <p:pic>
        <p:nvPicPr>
          <p:cNvPr id="124" name="Picture 2" descr="See the source image">
            <a:extLst>
              <a:ext uri="{FF2B5EF4-FFF2-40B4-BE49-F238E27FC236}">
                <a16:creationId xmlns:a16="http://schemas.microsoft.com/office/drawing/2014/main" id="{E90DAD7E-1A76-49DB-985F-97CBFF3277B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226" t="30729" r="5784" b="10072"/>
          <a:stretch/>
        </p:blipFill>
        <p:spPr bwMode="auto">
          <a:xfrm>
            <a:off x="9105468" y="3034248"/>
            <a:ext cx="642772" cy="5833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5" name="Rectangle: Rounded Corners 27">
            <a:extLst>
              <a:ext uri="{FF2B5EF4-FFF2-40B4-BE49-F238E27FC236}">
                <a16:creationId xmlns:a16="http://schemas.microsoft.com/office/drawing/2014/main" id="{2C0E4668-CA00-4A5F-9C00-42EAFA31F22E}"/>
              </a:ext>
            </a:extLst>
          </p:cNvPr>
          <p:cNvSpPr/>
          <p:nvPr/>
        </p:nvSpPr>
        <p:spPr>
          <a:xfrm>
            <a:off x="9955741" y="3112762"/>
            <a:ext cx="1367683" cy="411718"/>
          </a:xfrm>
          <a:prstGeom prst="roundRect">
            <a:avLst>
              <a:gd name="adj" fmla="val 5377"/>
            </a:avLst>
          </a:prstGeom>
          <a:solidFill>
            <a:srgbClr val="FFF9F9"/>
          </a:solidFill>
          <a:ln>
            <a:solidFill>
              <a:srgbClr val="B62B28"/>
            </a:solidFill>
          </a:ln>
          <a:effectLst>
            <a:outerShdw blurRad="508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none" rtlCol="0" anchor="ctr">
            <a:spAutoFit/>
          </a:bodyPr>
          <a:lstStyle/>
          <a:p>
            <a:pPr lvl="0" algn="ctr"/>
            <a:r>
              <a:rPr lang="en-US" sz="2000">
                <a:solidFill>
                  <a:srgbClr val="B62B28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Noto Sans" panose="020B0502040504020204" pitchFamily="34"/>
              </a:rPr>
              <a:t>Bug found!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1B3B282-8DC7-403D-9FB3-767DC1CBE4C6}"/>
              </a:ext>
            </a:extLst>
          </p:cNvPr>
          <p:cNvSpPr/>
          <p:nvPr/>
        </p:nvSpPr>
        <p:spPr>
          <a:xfrm>
            <a:off x="255329" y="963317"/>
            <a:ext cx="11850676" cy="5308600"/>
          </a:xfrm>
          <a:prstGeom prst="rect">
            <a:avLst/>
          </a:prstGeom>
          <a:solidFill>
            <a:srgbClr val="FFFBEF">
              <a:alpha val="68000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B2191C3B-BF78-4AF0-BDF2-1FB496E21D64}"/>
              </a:ext>
            </a:extLst>
          </p:cNvPr>
          <p:cNvSpPr/>
          <p:nvPr/>
        </p:nvSpPr>
        <p:spPr>
          <a:xfrm>
            <a:off x="85994" y="1942388"/>
            <a:ext cx="11935343" cy="2973225"/>
          </a:xfrm>
          <a:prstGeom prst="roundRect">
            <a:avLst>
              <a:gd name="adj" fmla="val 1795"/>
            </a:avLst>
          </a:prstGeom>
          <a:solidFill>
            <a:srgbClr val="26A69A"/>
          </a:solidFill>
          <a:ln>
            <a:noFill/>
          </a:ln>
          <a:effectLst>
            <a:outerShdw blurRad="508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US" sz="6000" b="1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Noto Sans" panose="020B0502040504020204" pitchFamily="34"/>
              </a:rPr>
              <a:t>No Verifier Exists for DNS Configs!</a:t>
            </a:r>
          </a:p>
        </p:txBody>
      </p:sp>
    </p:spTree>
    <p:extLst>
      <p:ext uri="{BB962C8B-B14F-4D97-AF65-F5344CB8AC3E}">
        <p14:creationId xmlns:p14="http://schemas.microsoft.com/office/powerpoint/2010/main" val="12863983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65;p14">
            <a:extLst>
              <a:ext uri="{FF2B5EF4-FFF2-40B4-BE49-F238E27FC236}">
                <a16:creationId xmlns:a16="http://schemas.microsoft.com/office/drawing/2014/main" id="{E98430C3-8C56-47EF-8D13-F1BC5B855A4C}"/>
              </a:ext>
            </a:extLst>
          </p:cNvPr>
          <p:cNvSpPr txBox="1">
            <a:spLocks/>
          </p:cNvSpPr>
          <p:nvPr/>
        </p:nvSpPr>
        <p:spPr>
          <a:xfrm>
            <a:off x="3905036" y="209319"/>
            <a:ext cx="4381928" cy="800179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121900" tIns="121900" rIns="121900" bIns="12190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 b="0" i="0" u="none" strike="noStrike" cap="non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 b="0" i="0" u="none" strike="noStrike" cap="non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 b="0" i="0" u="none" strike="noStrike" cap="non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 b="0" i="0" u="none" strike="noStrike" cap="non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 b="0" i="0" u="none" strike="noStrike" cap="non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 b="0" i="0" u="none" strike="noStrike" cap="non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 b="0" i="0" u="none" strike="noStrike" cap="non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 b="0" i="0" u="none" strike="noStrike" cap="non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 b="0" i="0" u="none" strike="noStrike" cap="non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9pPr>
          </a:lstStyle>
          <a:p>
            <a:pPr defTabSz="914400"/>
            <a:r>
              <a:rPr lang="en-US" sz="3600" b="1" kern="0">
                <a:solidFill>
                  <a:srgbClr val="546970"/>
                </a:solidFill>
                <a:latin typeface="Bookman Old Style" panose="02050604050505020204" pitchFamily="18" charset="0"/>
              </a:rPr>
              <a:t>Our Contribution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2D906CAF-ED1E-4497-9E16-1CE9DB305745}"/>
              </a:ext>
            </a:extLst>
          </p:cNvPr>
          <p:cNvSpPr/>
          <p:nvPr/>
        </p:nvSpPr>
        <p:spPr>
          <a:xfrm flipV="1">
            <a:off x="4145001" y="886094"/>
            <a:ext cx="3901998" cy="27432"/>
          </a:xfrm>
          <a:prstGeom prst="roundRect">
            <a:avLst/>
          </a:prstGeom>
          <a:solidFill>
            <a:srgbClr val="26A69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10" descr="Related image">
            <a:extLst>
              <a:ext uri="{FF2B5EF4-FFF2-40B4-BE49-F238E27FC236}">
                <a16:creationId xmlns:a16="http://schemas.microsoft.com/office/drawing/2014/main" id="{8DC19912-02F9-4401-8769-EA7DE00475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67481" y="2024806"/>
            <a:ext cx="3057038" cy="40798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Google Shape;65;p14">
            <a:extLst>
              <a:ext uri="{FF2B5EF4-FFF2-40B4-BE49-F238E27FC236}">
                <a16:creationId xmlns:a16="http://schemas.microsoft.com/office/drawing/2014/main" id="{72058E99-CADF-4791-8BD8-78998BD7FA45}"/>
              </a:ext>
            </a:extLst>
          </p:cNvPr>
          <p:cNvSpPr txBox="1">
            <a:spLocks/>
          </p:cNvSpPr>
          <p:nvPr/>
        </p:nvSpPr>
        <p:spPr>
          <a:xfrm>
            <a:off x="359194" y="1224627"/>
            <a:ext cx="11473613" cy="800179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121900" tIns="121900" rIns="121900" bIns="12190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 b="0" i="0" u="none" strike="noStrike" cap="non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 b="0" i="0" u="none" strike="noStrike" cap="non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 b="0" i="0" u="none" strike="noStrike" cap="non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 b="0" i="0" u="none" strike="noStrike" cap="non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 b="0" i="0" u="none" strike="noStrike" cap="non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 b="0" i="0" u="none" strike="noStrike" cap="non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 b="0" i="0" u="none" strike="noStrike" cap="non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 b="0" i="0" u="none" strike="noStrike" cap="non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 b="0" i="0" u="none" strike="noStrike" cap="non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9pPr>
          </a:lstStyle>
          <a:p>
            <a:pPr defTabSz="914400"/>
            <a:r>
              <a:rPr lang="en-US" sz="3600" b="1" kern="0" cap="small" err="1">
                <a:solidFill>
                  <a:srgbClr val="808000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GRoot</a:t>
            </a:r>
            <a:r>
              <a:rPr lang="en-US" sz="3600" b="1" kern="0">
                <a:solidFill>
                  <a:srgbClr val="808000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: First Proactive Verification Tool for DNS Configs</a:t>
            </a:r>
          </a:p>
        </p:txBody>
      </p:sp>
    </p:spTree>
    <p:extLst>
      <p:ext uri="{BB962C8B-B14F-4D97-AF65-F5344CB8AC3E}">
        <p14:creationId xmlns:p14="http://schemas.microsoft.com/office/powerpoint/2010/main" val="36334857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65;p14">
            <a:extLst>
              <a:ext uri="{FF2B5EF4-FFF2-40B4-BE49-F238E27FC236}">
                <a16:creationId xmlns:a16="http://schemas.microsoft.com/office/drawing/2014/main" id="{E98430C3-8C56-47EF-8D13-F1BC5B855A4C}"/>
              </a:ext>
            </a:extLst>
          </p:cNvPr>
          <p:cNvSpPr txBox="1">
            <a:spLocks/>
          </p:cNvSpPr>
          <p:nvPr/>
        </p:nvSpPr>
        <p:spPr>
          <a:xfrm>
            <a:off x="3728706" y="209319"/>
            <a:ext cx="4734589" cy="800179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121900" tIns="121900" rIns="121900" bIns="12190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 b="0" i="0" u="none" strike="noStrike" cap="non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 b="0" i="0" u="none" strike="noStrike" cap="non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 b="0" i="0" u="none" strike="noStrike" cap="non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 b="0" i="0" u="none" strike="noStrike" cap="non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 b="0" i="0" u="none" strike="noStrike" cap="non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 b="0" i="0" u="none" strike="noStrike" cap="non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 b="0" i="0" u="none" strike="noStrike" cap="non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 b="0" i="0" u="none" strike="noStrike" cap="non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 b="0" i="0" u="none" strike="noStrike" cap="non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9pPr>
          </a:lstStyle>
          <a:p>
            <a:pPr defTabSz="914400"/>
            <a:r>
              <a:rPr lang="en-US" sz="3600" b="1" kern="0">
                <a:solidFill>
                  <a:srgbClr val="546970"/>
                </a:solidFill>
                <a:latin typeface="Bookman Old Style" panose="02050604050505020204" pitchFamily="18" charset="0"/>
              </a:rPr>
              <a:t>End-to-End Design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2D906CAF-ED1E-4497-9E16-1CE9DB305745}"/>
              </a:ext>
            </a:extLst>
          </p:cNvPr>
          <p:cNvSpPr/>
          <p:nvPr/>
        </p:nvSpPr>
        <p:spPr>
          <a:xfrm flipV="1">
            <a:off x="4145001" y="886094"/>
            <a:ext cx="3901998" cy="27432"/>
          </a:xfrm>
          <a:prstGeom prst="roundRect">
            <a:avLst/>
          </a:prstGeom>
          <a:solidFill>
            <a:srgbClr val="26A69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10" descr="Related image">
            <a:extLst>
              <a:ext uri="{FF2B5EF4-FFF2-40B4-BE49-F238E27FC236}">
                <a16:creationId xmlns:a16="http://schemas.microsoft.com/office/drawing/2014/main" id="{8DC19912-02F9-4401-8769-EA7DE00475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90383" y="1077068"/>
            <a:ext cx="1939926" cy="25889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8450326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65;p14">
            <a:extLst>
              <a:ext uri="{FF2B5EF4-FFF2-40B4-BE49-F238E27FC236}">
                <a16:creationId xmlns:a16="http://schemas.microsoft.com/office/drawing/2014/main" id="{E98430C3-8C56-47EF-8D13-F1BC5B855A4C}"/>
              </a:ext>
            </a:extLst>
          </p:cNvPr>
          <p:cNvSpPr txBox="1">
            <a:spLocks/>
          </p:cNvSpPr>
          <p:nvPr/>
        </p:nvSpPr>
        <p:spPr>
          <a:xfrm>
            <a:off x="3728706" y="209319"/>
            <a:ext cx="4734589" cy="800179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121900" tIns="121900" rIns="121900" bIns="12190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 b="0" i="0" u="none" strike="noStrike" cap="non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 b="0" i="0" u="none" strike="noStrike" cap="non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 b="0" i="0" u="none" strike="noStrike" cap="non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 b="0" i="0" u="none" strike="noStrike" cap="non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 b="0" i="0" u="none" strike="noStrike" cap="non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 b="0" i="0" u="none" strike="noStrike" cap="non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 b="0" i="0" u="none" strike="noStrike" cap="non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 b="0" i="0" u="none" strike="noStrike" cap="non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 b="0" i="0" u="none" strike="noStrike" cap="non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9pPr>
          </a:lstStyle>
          <a:p>
            <a:pPr defTabSz="914400"/>
            <a:r>
              <a:rPr lang="en-US" sz="3600" b="1" kern="0">
                <a:solidFill>
                  <a:srgbClr val="546970"/>
                </a:solidFill>
                <a:latin typeface="Bookman Old Style" panose="02050604050505020204" pitchFamily="18" charset="0"/>
              </a:rPr>
              <a:t>End-to-End Design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2D906CAF-ED1E-4497-9E16-1CE9DB305745}"/>
              </a:ext>
            </a:extLst>
          </p:cNvPr>
          <p:cNvSpPr/>
          <p:nvPr/>
        </p:nvSpPr>
        <p:spPr>
          <a:xfrm flipV="1">
            <a:off x="4145001" y="886094"/>
            <a:ext cx="3901998" cy="27432"/>
          </a:xfrm>
          <a:prstGeom prst="roundRect">
            <a:avLst/>
          </a:prstGeom>
          <a:solidFill>
            <a:srgbClr val="26A69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10" descr="Related image">
            <a:extLst>
              <a:ext uri="{FF2B5EF4-FFF2-40B4-BE49-F238E27FC236}">
                <a16:creationId xmlns:a16="http://schemas.microsoft.com/office/drawing/2014/main" id="{8DC19912-02F9-4401-8769-EA7DE00475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90383" y="1077068"/>
            <a:ext cx="1939926" cy="25889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1FF0F39B-00B2-4DD6-9CF9-0A6A6B53ACC8}"/>
              </a:ext>
            </a:extLst>
          </p:cNvPr>
          <p:cNvGrpSpPr/>
          <p:nvPr/>
        </p:nvGrpSpPr>
        <p:grpSpPr>
          <a:xfrm>
            <a:off x="546426" y="2232251"/>
            <a:ext cx="582373" cy="576449"/>
            <a:chOff x="597231" y="3855347"/>
            <a:chExt cx="275548" cy="278982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7C26E53C-31E7-4BA4-8809-D1BF8ADABE17}"/>
                </a:ext>
              </a:extLst>
            </p:cNvPr>
            <p:cNvSpPr/>
            <p:nvPr/>
          </p:nvSpPr>
          <p:spPr>
            <a:xfrm>
              <a:off x="634989" y="3855347"/>
              <a:ext cx="204277" cy="27898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pic>
          <p:nvPicPr>
            <p:cNvPr id="11" name="Picture 2" descr="See the source image">
              <a:extLst>
                <a:ext uri="{FF2B5EF4-FFF2-40B4-BE49-F238E27FC236}">
                  <a16:creationId xmlns:a16="http://schemas.microsoft.com/office/drawing/2014/main" id="{612BEC31-04EC-418D-8932-1B133B0F8FD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 cstate="print">
              <a:clrChange>
                <a:clrFrom>
                  <a:srgbClr val="000000">
                    <a:alpha val="0"/>
                  </a:srgbClr>
                </a:clrFrom>
                <a:clrTo>
                  <a:srgbClr val="000000">
                    <a:alpha val="0"/>
                  </a:srgbClr>
                </a:clrTo>
              </a:clrChange>
              <a:duotone>
                <a:schemeClr val="accent4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97231" y="3855347"/>
              <a:ext cx="275548" cy="25369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B3CD47D2-5C29-470E-82FA-2252AD4384DC}"/>
              </a:ext>
            </a:extLst>
          </p:cNvPr>
          <p:cNvGrpSpPr/>
          <p:nvPr/>
        </p:nvGrpSpPr>
        <p:grpSpPr>
          <a:xfrm>
            <a:off x="569654" y="2987368"/>
            <a:ext cx="535916" cy="611265"/>
            <a:chOff x="597231" y="3855347"/>
            <a:chExt cx="275548" cy="278982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2EFA4E46-3989-4F94-9FCE-D44D56B60582}"/>
                </a:ext>
              </a:extLst>
            </p:cNvPr>
            <p:cNvSpPr/>
            <p:nvPr/>
          </p:nvSpPr>
          <p:spPr>
            <a:xfrm>
              <a:off x="634989" y="3855347"/>
              <a:ext cx="204277" cy="27898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pic>
          <p:nvPicPr>
            <p:cNvPr id="14" name="Picture 2" descr="See the source image">
              <a:extLst>
                <a:ext uri="{FF2B5EF4-FFF2-40B4-BE49-F238E27FC236}">
                  <a16:creationId xmlns:a16="http://schemas.microsoft.com/office/drawing/2014/main" id="{228F6F65-0431-4A0F-9975-96FA8B13721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 cstate="print">
              <a:duotone>
                <a:schemeClr val="accent6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97231" y="3855347"/>
              <a:ext cx="275548" cy="25369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45D29CB6-7934-4484-A59B-81E1EFAFC415}"/>
              </a:ext>
            </a:extLst>
          </p:cNvPr>
          <p:cNvGrpSpPr/>
          <p:nvPr/>
        </p:nvGrpSpPr>
        <p:grpSpPr>
          <a:xfrm>
            <a:off x="566840" y="4547307"/>
            <a:ext cx="541545" cy="591160"/>
            <a:chOff x="597231" y="3855347"/>
            <a:chExt cx="275548" cy="278982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F48D7129-2757-48F6-B4C9-DB57D2A2D272}"/>
                </a:ext>
              </a:extLst>
            </p:cNvPr>
            <p:cNvSpPr/>
            <p:nvPr/>
          </p:nvSpPr>
          <p:spPr>
            <a:xfrm>
              <a:off x="634989" y="3855347"/>
              <a:ext cx="204277" cy="27898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pic>
          <p:nvPicPr>
            <p:cNvPr id="17" name="Picture 2" descr="See the source image">
              <a:extLst>
                <a:ext uri="{FF2B5EF4-FFF2-40B4-BE49-F238E27FC236}">
                  <a16:creationId xmlns:a16="http://schemas.microsoft.com/office/drawing/2014/main" id="{791DF4F5-F3BE-4987-B7F2-001A2C015EE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 cstate="print">
              <a:duotone>
                <a:schemeClr val="accent3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97231" y="3855347"/>
              <a:ext cx="275548" cy="25369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1B3EB7AC-D689-46A8-8173-0E377127AE83}"/>
              </a:ext>
            </a:extLst>
          </p:cNvPr>
          <p:cNvGrpSpPr/>
          <p:nvPr/>
        </p:nvGrpSpPr>
        <p:grpSpPr>
          <a:xfrm>
            <a:off x="542022" y="5205388"/>
            <a:ext cx="591180" cy="672621"/>
            <a:chOff x="597231" y="3855347"/>
            <a:chExt cx="275548" cy="278982"/>
          </a:xfrm>
        </p:grpSpPr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363E4B6E-F3D9-4D5F-87B9-2C8C6A6DE83E}"/>
                </a:ext>
              </a:extLst>
            </p:cNvPr>
            <p:cNvSpPr/>
            <p:nvPr/>
          </p:nvSpPr>
          <p:spPr>
            <a:xfrm>
              <a:off x="634989" y="3855347"/>
              <a:ext cx="204277" cy="27898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pic>
          <p:nvPicPr>
            <p:cNvPr id="20" name="Picture 2" descr="See the source image">
              <a:extLst>
                <a:ext uri="{FF2B5EF4-FFF2-40B4-BE49-F238E27FC236}">
                  <a16:creationId xmlns:a16="http://schemas.microsoft.com/office/drawing/2014/main" id="{267A6525-2D0E-4DA5-9A25-0D3F8A87B41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 cstate="print">
              <a:duotone>
                <a:schemeClr val="accent5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97231" y="3855347"/>
              <a:ext cx="275548" cy="25369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4E5D3F03-FB0D-4516-8257-009A3EBFF03B}"/>
              </a:ext>
            </a:extLst>
          </p:cNvPr>
          <p:cNvGrpSpPr/>
          <p:nvPr/>
        </p:nvGrpSpPr>
        <p:grpSpPr>
          <a:xfrm>
            <a:off x="563992" y="3760530"/>
            <a:ext cx="547241" cy="595058"/>
            <a:chOff x="597231" y="3855347"/>
            <a:chExt cx="275548" cy="278982"/>
          </a:xfrm>
        </p:grpSpPr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A7FDD109-5A1B-480D-A0D8-FB2B3876FD86}"/>
                </a:ext>
              </a:extLst>
            </p:cNvPr>
            <p:cNvSpPr/>
            <p:nvPr/>
          </p:nvSpPr>
          <p:spPr>
            <a:xfrm>
              <a:off x="634989" y="3855347"/>
              <a:ext cx="204277" cy="27898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pic>
          <p:nvPicPr>
            <p:cNvPr id="23" name="Picture 2" descr="See the source image">
              <a:extLst>
                <a:ext uri="{FF2B5EF4-FFF2-40B4-BE49-F238E27FC236}">
                  <a16:creationId xmlns:a16="http://schemas.microsoft.com/office/drawing/2014/main" id="{82661E78-463B-4157-B1CA-0BFF5A667A7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 cstate="print">
              <a:duotone>
                <a:prstClr val="black"/>
                <a:schemeClr val="accent1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97231" y="3855347"/>
              <a:ext cx="275548" cy="25369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89E24C34-9778-4864-8AEF-7808583C41D3}"/>
              </a:ext>
            </a:extLst>
          </p:cNvPr>
          <p:cNvCxnSpPr>
            <a:cxnSpLocks/>
          </p:cNvCxnSpPr>
          <p:nvPr/>
        </p:nvCxnSpPr>
        <p:spPr>
          <a:xfrm flipV="1">
            <a:off x="1128799" y="1904946"/>
            <a:ext cx="3660195" cy="589408"/>
          </a:xfrm>
          <a:prstGeom prst="straightConnector1">
            <a:avLst/>
          </a:prstGeom>
          <a:ln w="28575">
            <a:solidFill>
              <a:schemeClr val="accent4">
                <a:lumMod val="75000"/>
              </a:schemeClr>
            </a:solidFill>
            <a:tailEnd type="stealth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D144F3CD-08FC-450F-9193-3F41D3F541AE}"/>
              </a:ext>
            </a:extLst>
          </p:cNvPr>
          <p:cNvCxnSpPr>
            <a:cxnSpLocks/>
          </p:cNvCxnSpPr>
          <p:nvPr/>
        </p:nvCxnSpPr>
        <p:spPr>
          <a:xfrm flipV="1">
            <a:off x="1105570" y="2159147"/>
            <a:ext cx="3689344" cy="1106154"/>
          </a:xfrm>
          <a:prstGeom prst="straightConnector1">
            <a:avLst/>
          </a:prstGeom>
          <a:ln w="28575">
            <a:solidFill>
              <a:srgbClr val="B95757"/>
            </a:solidFill>
            <a:tailEnd type="stealth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9A909963-F5BC-4F6A-B44E-34D627065580}"/>
              </a:ext>
            </a:extLst>
          </p:cNvPr>
          <p:cNvCxnSpPr>
            <a:cxnSpLocks/>
          </p:cNvCxnSpPr>
          <p:nvPr/>
        </p:nvCxnSpPr>
        <p:spPr>
          <a:xfrm flipV="1">
            <a:off x="1111233" y="2361630"/>
            <a:ext cx="3738116" cy="1669464"/>
          </a:xfrm>
          <a:prstGeom prst="straightConnector1">
            <a:avLst/>
          </a:prstGeom>
          <a:ln w="28575">
            <a:solidFill>
              <a:schemeClr val="tx1"/>
            </a:solidFill>
            <a:tailEnd type="stealth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9EEE4ABE-53BD-47B2-841C-B435046F57D9}"/>
              </a:ext>
            </a:extLst>
          </p:cNvPr>
          <p:cNvCxnSpPr>
            <a:cxnSpLocks/>
          </p:cNvCxnSpPr>
          <p:nvPr/>
        </p:nvCxnSpPr>
        <p:spPr>
          <a:xfrm flipV="1">
            <a:off x="1108385" y="2586443"/>
            <a:ext cx="3739256" cy="2229656"/>
          </a:xfrm>
          <a:prstGeom prst="straightConnector1">
            <a:avLst/>
          </a:prstGeom>
          <a:ln w="28575">
            <a:solidFill>
              <a:srgbClr val="CF6300"/>
            </a:solidFill>
            <a:tailEnd type="stealth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3D697800-9596-4674-8670-CCDB54A393F0}"/>
              </a:ext>
            </a:extLst>
          </p:cNvPr>
          <p:cNvCxnSpPr>
            <a:cxnSpLocks/>
          </p:cNvCxnSpPr>
          <p:nvPr/>
        </p:nvCxnSpPr>
        <p:spPr>
          <a:xfrm flipV="1">
            <a:off x="1133202" y="2808701"/>
            <a:ext cx="3741258" cy="2702518"/>
          </a:xfrm>
          <a:prstGeom prst="straightConnector1">
            <a:avLst/>
          </a:prstGeom>
          <a:ln w="28575">
            <a:solidFill>
              <a:schemeClr val="accent5">
                <a:lumMod val="75000"/>
              </a:schemeClr>
            </a:solidFill>
            <a:tailEnd type="stealth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6064B5D0-3EAD-4FB6-9874-6CB2BAE8FBD3}"/>
              </a:ext>
            </a:extLst>
          </p:cNvPr>
          <p:cNvCxnSpPr>
            <a:cxnSpLocks/>
          </p:cNvCxnSpPr>
          <p:nvPr/>
        </p:nvCxnSpPr>
        <p:spPr>
          <a:xfrm flipV="1">
            <a:off x="1111233" y="3055434"/>
            <a:ext cx="3808309" cy="3236716"/>
          </a:xfrm>
          <a:prstGeom prst="straightConnector1">
            <a:avLst/>
          </a:prstGeom>
          <a:ln w="28575">
            <a:solidFill>
              <a:srgbClr val="4A8522"/>
            </a:solidFill>
            <a:tailEnd type="stealth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grpSp>
        <p:nvGrpSpPr>
          <p:cNvPr id="35" name="Group 34">
            <a:extLst>
              <a:ext uri="{FF2B5EF4-FFF2-40B4-BE49-F238E27FC236}">
                <a16:creationId xmlns:a16="http://schemas.microsoft.com/office/drawing/2014/main" id="{46B98D7D-2C93-4634-A13E-7C9B8074A5A2}"/>
              </a:ext>
            </a:extLst>
          </p:cNvPr>
          <p:cNvGrpSpPr/>
          <p:nvPr/>
        </p:nvGrpSpPr>
        <p:grpSpPr>
          <a:xfrm>
            <a:off x="540961" y="6016979"/>
            <a:ext cx="535916" cy="611265"/>
            <a:chOff x="597231" y="3855347"/>
            <a:chExt cx="275548" cy="278982"/>
          </a:xfrm>
        </p:grpSpPr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29263929-E2C5-470F-86C5-F7FF021C3797}"/>
                </a:ext>
              </a:extLst>
            </p:cNvPr>
            <p:cNvSpPr/>
            <p:nvPr/>
          </p:nvSpPr>
          <p:spPr>
            <a:xfrm>
              <a:off x="634989" y="3855347"/>
              <a:ext cx="204277" cy="278982"/>
            </a:xfrm>
            <a:prstGeom prst="rect">
              <a:avLst/>
            </a:prstGeom>
            <a:solidFill>
              <a:sysClr val="window" lastClr="FFFFFF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pic>
          <p:nvPicPr>
            <p:cNvPr id="37" name="Picture 2" descr="See the source image">
              <a:extLst>
                <a:ext uri="{FF2B5EF4-FFF2-40B4-BE49-F238E27FC236}">
                  <a16:creationId xmlns:a16="http://schemas.microsoft.com/office/drawing/2014/main" id="{300EA4DB-C6B9-471A-A2D5-1173C77D090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 cstate="print">
              <a:duotone>
                <a:srgbClr val="70AD47">
                  <a:shade val="45000"/>
                  <a:satMod val="135000"/>
                </a:srgb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97231" y="3855347"/>
              <a:ext cx="275548" cy="25369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F9F824AB-088B-4947-A6D9-D472A0129BB2}"/>
              </a:ext>
            </a:extLst>
          </p:cNvPr>
          <p:cNvCxnSpPr>
            <a:cxnSpLocks/>
          </p:cNvCxnSpPr>
          <p:nvPr/>
        </p:nvCxnSpPr>
        <p:spPr>
          <a:xfrm flipV="1">
            <a:off x="5801152" y="3616859"/>
            <a:ext cx="0" cy="581761"/>
          </a:xfrm>
          <a:prstGeom prst="straightConnector1">
            <a:avLst/>
          </a:prstGeom>
          <a:ln w="57150">
            <a:solidFill>
              <a:srgbClr val="657B83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D740EE15-8808-4FEB-BAC2-775987D747B6}"/>
                  </a:ext>
                </a:extLst>
              </p:cNvPr>
              <p:cNvSpPr txBox="1"/>
              <p:nvPr/>
            </p:nvSpPr>
            <p:spPr>
              <a:xfrm>
                <a:off x="3264289" y="4868343"/>
                <a:ext cx="7655171" cy="10156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buClr>
                    <a:srgbClr val="657B83"/>
                  </a:buClr>
                  <a:buSzPct val="80000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smtClean="0">
                            <a:solidFill>
                              <a:srgbClr val="657B83"/>
                            </a:solidFill>
                            <a:latin typeface="Cambria Math" panose="02040503050406030204" pitchFamily="18" charset="0"/>
                            <a:ea typeface="Source Sans Pro" panose="020B0503030403020204" pitchFamily="34" charset="0"/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srgbClr val="657B83"/>
                            </a:solidFill>
                            <a:latin typeface="Cambria Math" panose="02040503050406030204" pitchFamily="18" charset="0"/>
                            <a:ea typeface="Source Sans Pro" panose="020B0503030403020204" pitchFamily="34" charset="0"/>
                          </a:rPr>
                          <m:t>𝜑</m:t>
                        </m:r>
                      </m:e>
                      <m:sub>
                        <m:r>
                          <a:rPr lang="en-US" sz="2000" b="0" i="1" smtClean="0">
                            <a:solidFill>
                              <a:srgbClr val="657B83"/>
                            </a:solidFill>
                            <a:latin typeface="Cambria Math" panose="02040503050406030204" pitchFamily="18" charset="0"/>
                            <a:ea typeface="Source Sans Pro" panose="020B0503030403020204" pitchFamily="34" charset="0"/>
                          </a:rPr>
                          <m:t>1</m:t>
                        </m:r>
                      </m:sub>
                    </m:sSub>
                    <m:r>
                      <a:rPr lang="en-US" sz="2000" b="0" i="1" smtClean="0">
                        <a:solidFill>
                          <a:srgbClr val="657B83"/>
                        </a:solidFill>
                        <a:latin typeface="Cambria Math" panose="02040503050406030204" pitchFamily="18" charset="0"/>
                        <a:ea typeface="Source Sans Pro" panose="020B0503030403020204" pitchFamily="34" charset="0"/>
                      </a:rPr>
                      <m:t>≝</m:t>
                    </m:r>
                    <m:r>
                      <a:rPr lang="en-US" sz="2000" i="1" smtClean="0">
                        <a:solidFill>
                          <a:srgbClr val="657B83"/>
                        </a:solidFill>
                        <a:latin typeface="Cambria Math" panose="02040503050406030204" pitchFamily="18" charset="0"/>
                        <a:ea typeface="Source Sans Pro" panose="020B0503030403020204" pitchFamily="34" charset="0"/>
                      </a:rPr>
                      <m:t> </m:t>
                    </m:r>
                  </m:oMath>
                </a14:m>
                <a:r>
                  <a:rPr lang="en-US" sz="2000" dirty="0">
                    <a:solidFill>
                      <a:srgbClr val="657B83"/>
                    </a:solidFill>
                    <a:latin typeface="Lucida Sans Typewriter" panose="020B0509030504030204" pitchFamily="49" charset="0"/>
                    <a:ea typeface="Noto Mono" panose="020B0609030804020204" pitchFamily="49" charset="0"/>
                    <a:cs typeface="Courier New" panose="02070309020205020404" pitchFamily="49" charset="0"/>
                  </a:rPr>
                  <a:t>ucla.edu. </a:t>
                </a:r>
                <a:r>
                  <a:rPr lang="en-US" sz="2000" dirty="0">
                    <a:solidFill>
                      <a:srgbClr val="657B83"/>
                    </a:solidFill>
                    <a:latin typeface="Noto Mono" panose="020B0609030804020204" pitchFamily="49" charset="0"/>
                    <a:ea typeface="Noto Mono" panose="020B0609030804020204" pitchFamily="49" charset="0"/>
                    <a:cs typeface="Noto Mono" panose="020B0609030804020204" pitchFamily="49" charset="0"/>
                  </a:rPr>
                  <a:t>a</a:t>
                </a:r>
                <a:r>
                  <a:rPr lang="en-US" sz="2000" dirty="0">
                    <a:solidFill>
                      <a:srgbClr val="657B83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  <a:cs typeface="Noto Mono" panose="020B0609030804020204" pitchFamily="49" charset="0"/>
                  </a:rPr>
                  <a:t>lways resolves to </a:t>
                </a:r>
                <a:r>
                  <a:rPr lang="en-US" sz="2000" dirty="0">
                    <a:solidFill>
                      <a:srgbClr val="657B83"/>
                    </a:solidFill>
                    <a:latin typeface="Lucida Sans Typewriter" panose="020B0509030504030204" pitchFamily="49" charset="0"/>
                    <a:ea typeface="Noto Mono" panose="020B0609030804020204" pitchFamily="49" charset="0"/>
                    <a:cs typeface="Courier New" panose="02070309020205020404" pitchFamily="49" charset="0"/>
                  </a:rPr>
                  <a:t>128.97.27.37</a:t>
                </a:r>
              </a:p>
              <a:p>
                <a:pPr>
                  <a:buClr>
                    <a:srgbClr val="657B83"/>
                  </a:buClr>
                  <a:buSzPct val="80000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solidFill>
                              <a:srgbClr val="657B83"/>
                            </a:solidFill>
                            <a:latin typeface="Cambria Math" panose="02040503050406030204" pitchFamily="18" charset="0"/>
                            <a:ea typeface="Source Sans Pro" panose="020B0503030403020204" pitchFamily="34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solidFill>
                              <a:srgbClr val="657B83"/>
                            </a:solidFill>
                            <a:latin typeface="Cambria Math" panose="02040503050406030204" pitchFamily="18" charset="0"/>
                            <a:ea typeface="Source Sans Pro" panose="020B0503030403020204" pitchFamily="34" charset="0"/>
                          </a:rPr>
                          <m:t>𝜑</m:t>
                        </m:r>
                      </m:e>
                      <m:sub>
                        <m:r>
                          <a:rPr lang="en-US" sz="2000" b="0" i="1" smtClean="0">
                            <a:solidFill>
                              <a:srgbClr val="657B83"/>
                            </a:solidFill>
                            <a:latin typeface="Cambria Math" panose="02040503050406030204" pitchFamily="18" charset="0"/>
                            <a:ea typeface="Source Sans Pro" panose="020B0503030403020204" pitchFamily="34" charset="0"/>
                          </a:rPr>
                          <m:t>2</m:t>
                        </m:r>
                      </m:sub>
                    </m:sSub>
                    <m:r>
                      <a:rPr lang="en-US" sz="2000" b="0" i="1" smtClean="0">
                        <a:solidFill>
                          <a:srgbClr val="657B83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≝</m:t>
                    </m:r>
                    <m:r>
                      <a:rPr lang="en-US" sz="2000" b="0" i="1" smtClean="0">
                        <a:solidFill>
                          <a:srgbClr val="657B83"/>
                        </a:solidFill>
                        <a:latin typeface="Cambria Math" panose="02040503050406030204" pitchFamily="18" charset="0"/>
                        <a:ea typeface="Source Sans Pro" panose="020B0503030403020204" pitchFamily="34" charset="0"/>
                      </a:rPr>
                      <m:t> </m:t>
                    </m:r>
                  </m:oMath>
                </a14:m>
                <a:r>
                  <a:rPr lang="en-US" sz="2000" dirty="0">
                    <a:solidFill>
                      <a:srgbClr val="657B83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All queries return a consistent answer</a:t>
                </a:r>
              </a:p>
              <a:p>
                <a:pPr>
                  <a:buClr>
                    <a:srgbClr val="657B83"/>
                  </a:buClr>
                  <a:buSzPct val="80000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solidFill>
                              <a:srgbClr val="657B83"/>
                            </a:solidFill>
                            <a:latin typeface="Cambria Math" panose="02040503050406030204" pitchFamily="18" charset="0"/>
                            <a:ea typeface="Source Sans Pro" panose="020B0503030403020204" pitchFamily="34" charset="0"/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srgbClr val="657B83"/>
                            </a:solidFill>
                            <a:latin typeface="Cambria Math" panose="02040503050406030204" pitchFamily="18" charset="0"/>
                            <a:ea typeface="Source Sans Pro" panose="020B0503030403020204" pitchFamily="34" charset="0"/>
                          </a:rPr>
                          <m:t>𝜑</m:t>
                        </m:r>
                      </m:e>
                      <m:sub>
                        <m:r>
                          <a:rPr lang="en-US" sz="2000" b="0" i="1" smtClean="0">
                            <a:solidFill>
                              <a:srgbClr val="657B83"/>
                            </a:solidFill>
                            <a:latin typeface="Cambria Math" panose="02040503050406030204" pitchFamily="18" charset="0"/>
                            <a:ea typeface="Source Sans Pro" panose="020B0503030403020204" pitchFamily="34" charset="0"/>
                          </a:rPr>
                          <m:t>3</m:t>
                        </m:r>
                      </m:sub>
                    </m:sSub>
                    <m:r>
                      <a:rPr lang="en-US" sz="2000" b="0" i="1" smtClean="0">
                        <a:solidFill>
                          <a:srgbClr val="657B83"/>
                        </a:solidFill>
                        <a:latin typeface="Cambria Math" panose="02040503050406030204" pitchFamily="18" charset="0"/>
                        <a:ea typeface="Source Sans Pro" panose="020B0503030403020204" pitchFamily="34" charset="0"/>
                      </a:rPr>
                      <m:t>≝</m:t>
                    </m:r>
                  </m:oMath>
                </a14:m>
                <a:r>
                  <a:rPr lang="en-US" sz="2000" dirty="0">
                    <a:solidFill>
                      <a:srgbClr val="657B83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 No query rewriting during resolution</a:t>
                </a:r>
              </a:p>
            </p:txBody>
          </p:sp>
        </mc:Choice>
        <mc:Fallback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D740EE15-8808-4FEB-BAC2-775987D747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64289" y="4868343"/>
                <a:ext cx="7655171" cy="1015663"/>
              </a:xfrm>
              <a:prstGeom prst="rect">
                <a:avLst/>
              </a:prstGeom>
              <a:blipFill>
                <a:blip r:embed="rId6"/>
                <a:stretch>
                  <a:fillRect t="-4217" b="-10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2C3DCAFF-F829-4571-8883-DE0B9D97B91E}"/>
              </a:ext>
            </a:extLst>
          </p:cNvPr>
          <p:cNvSpPr/>
          <p:nvPr/>
        </p:nvSpPr>
        <p:spPr>
          <a:xfrm>
            <a:off x="5172633" y="4301658"/>
            <a:ext cx="1291891" cy="387191"/>
          </a:xfrm>
          <a:prstGeom prst="roundRect">
            <a:avLst>
              <a:gd name="adj" fmla="val 9098"/>
            </a:avLst>
          </a:prstGeom>
          <a:solidFill>
            <a:srgbClr val="FAFAFF"/>
          </a:solidFill>
          <a:ln w="19050">
            <a:solidFill>
              <a:srgbClr val="862286"/>
            </a:solidFill>
          </a:ln>
          <a:effectLst>
            <a:outerShdw blurRad="508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none" rtlCol="0" anchor="ctr">
            <a:spAutoFit/>
          </a:bodyPr>
          <a:lstStyle/>
          <a:p>
            <a:pPr algn="ctr"/>
            <a:r>
              <a:rPr lang="en-US">
                <a:solidFill>
                  <a:srgbClr val="962696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Calibri" panose="020F0502020204030204" pitchFamily="34" charset="0"/>
              </a:rPr>
              <a:t>Property  𝜑</a:t>
            </a:r>
          </a:p>
        </p:txBody>
      </p:sp>
      <p:cxnSp>
        <p:nvCxnSpPr>
          <p:cNvPr id="41" name="Google Shape;139;p29">
            <a:extLst>
              <a:ext uri="{FF2B5EF4-FFF2-40B4-BE49-F238E27FC236}">
                <a16:creationId xmlns:a16="http://schemas.microsoft.com/office/drawing/2014/main" id="{F45A0BA5-8267-4C66-9E27-7DF1C70D894A}"/>
              </a:ext>
            </a:extLst>
          </p:cNvPr>
          <p:cNvCxnSpPr>
            <a:cxnSpLocks/>
          </p:cNvCxnSpPr>
          <p:nvPr/>
        </p:nvCxnSpPr>
        <p:spPr>
          <a:xfrm flipV="1">
            <a:off x="6792126" y="2017228"/>
            <a:ext cx="1254873" cy="349359"/>
          </a:xfrm>
          <a:prstGeom prst="curvedConnector3">
            <a:avLst>
              <a:gd name="adj1" fmla="val 50000"/>
            </a:avLst>
          </a:prstGeom>
          <a:noFill/>
          <a:ln w="38100" cap="flat" cmpd="sng">
            <a:solidFill>
              <a:srgbClr val="546970"/>
            </a:solidFill>
            <a:prstDash val="solid"/>
            <a:round/>
            <a:headEnd type="none" w="med" len="med"/>
            <a:tailEnd type="stealth" w="med" len="med"/>
          </a:ln>
        </p:spPr>
      </p:cxnSp>
      <p:pic>
        <p:nvPicPr>
          <p:cNvPr id="42" name="Picture 2" descr="See the source image">
            <a:extLst>
              <a:ext uri="{FF2B5EF4-FFF2-40B4-BE49-F238E27FC236}">
                <a16:creationId xmlns:a16="http://schemas.microsoft.com/office/drawing/2014/main" id="{117E00F9-72FA-4837-BAE9-275B5B45778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8" t="15991" r="45116" b="10280"/>
          <a:stretch/>
        </p:blipFill>
        <p:spPr bwMode="auto">
          <a:xfrm>
            <a:off x="8046999" y="1591542"/>
            <a:ext cx="687941" cy="6003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3" name="Rectangle: Rounded Corners 42">
            <a:extLst>
              <a:ext uri="{FF2B5EF4-FFF2-40B4-BE49-F238E27FC236}">
                <a16:creationId xmlns:a16="http://schemas.microsoft.com/office/drawing/2014/main" id="{70261982-2D34-4B69-9370-0E0CD6C0816B}"/>
              </a:ext>
            </a:extLst>
          </p:cNvPr>
          <p:cNvSpPr/>
          <p:nvPr/>
        </p:nvSpPr>
        <p:spPr>
          <a:xfrm>
            <a:off x="8896840" y="1699937"/>
            <a:ext cx="1103187" cy="407849"/>
          </a:xfrm>
          <a:prstGeom prst="roundRect">
            <a:avLst>
              <a:gd name="adj" fmla="val 4348"/>
            </a:avLst>
          </a:prstGeom>
          <a:solidFill>
            <a:srgbClr val="FAFFFA"/>
          </a:solidFill>
          <a:ln w="22225">
            <a:solidFill>
              <a:srgbClr val="2E7D32"/>
            </a:solidFill>
          </a:ln>
          <a:effectLst>
            <a:outerShdw blurRad="50800" dist="88900" dir="600000" algn="tl" rotWithShape="0">
              <a:prstClr val="black">
                <a:alpha val="40000"/>
              </a:prstClr>
            </a:outerShdw>
          </a:effectLst>
        </p:spPr>
        <p:txBody>
          <a:bodyPr wrap="none" rtlCol="0" anchor="ctr">
            <a:spAutoFit/>
          </a:bodyPr>
          <a:lstStyle/>
          <a:p>
            <a:pPr marR="0" lvl="0" defTabSz="914400" eaLnBrk="1" fontAlgn="auto" latinLnBrk="0" hangingPunct="1">
              <a:spcBef>
                <a:spcPts val="0"/>
              </a:spcBef>
              <a:spcAft>
                <a:spcPts val="0"/>
              </a:spcAft>
              <a:buClr>
                <a:srgbClr val="42955F"/>
              </a:buClr>
              <a:buSzPct val="85000"/>
              <a:tabLst/>
              <a:defRPr/>
            </a:pPr>
            <a:r>
              <a:rPr lang="en-US" sz="2000" kern="0">
                <a:solidFill>
                  <a:srgbClr val="2E7D32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Calibri" panose="020F0502020204030204" pitchFamily="34" charset="0"/>
              </a:rPr>
              <a:t>Certified</a:t>
            </a:r>
            <a:endParaRPr kumimoji="0" lang="en-US" sz="2000" b="0" i="0" u="none" strike="noStrike" kern="0" cap="none" spc="0" normalizeH="0" baseline="0" noProof="0">
              <a:ln>
                <a:noFill/>
              </a:ln>
              <a:solidFill>
                <a:srgbClr val="2E7D32"/>
              </a:solidFill>
              <a:effectLst/>
              <a:uLnTx/>
              <a:uFillTx/>
              <a:latin typeface="Source Sans Pro" panose="020B0503030403020204" pitchFamily="34" charset="0"/>
              <a:ea typeface="Source Sans Pro" panose="020B0503030403020204" pitchFamily="34" charset="0"/>
              <a:cs typeface="Calibri" panose="020F0502020204030204" pitchFamily="34" charset="0"/>
            </a:endParaRPr>
          </a:p>
        </p:txBody>
      </p:sp>
      <p:cxnSp>
        <p:nvCxnSpPr>
          <p:cNvPr id="44" name="Google Shape;139;p29">
            <a:extLst>
              <a:ext uri="{FF2B5EF4-FFF2-40B4-BE49-F238E27FC236}">
                <a16:creationId xmlns:a16="http://schemas.microsoft.com/office/drawing/2014/main" id="{F60FF103-8883-4478-8AF6-58D02ADA8EDA}"/>
              </a:ext>
            </a:extLst>
          </p:cNvPr>
          <p:cNvCxnSpPr>
            <a:cxnSpLocks/>
          </p:cNvCxnSpPr>
          <p:nvPr/>
        </p:nvCxnSpPr>
        <p:spPr>
          <a:xfrm>
            <a:off x="6792126" y="2366587"/>
            <a:ext cx="1254873" cy="533963"/>
          </a:xfrm>
          <a:prstGeom prst="curvedConnector3">
            <a:avLst>
              <a:gd name="adj1" fmla="val 50000"/>
            </a:avLst>
          </a:prstGeom>
          <a:noFill/>
          <a:ln w="38100" cap="flat" cmpd="sng">
            <a:solidFill>
              <a:srgbClr val="546970"/>
            </a:solidFill>
            <a:prstDash val="solid"/>
            <a:round/>
            <a:headEnd type="none" w="med" len="med"/>
            <a:tailEnd type="stealth" w="med" len="med"/>
          </a:ln>
        </p:spPr>
      </p:cxnSp>
      <p:pic>
        <p:nvPicPr>
          <p:cNvPr id="45" name="Picture 2" descr="See the source image">
            <a:extLst>
              <a:ext uri="{FF2B5EF4-FFF2-40B4-BE49-F238E27FC236}">
                <a16:creationId xmlns:a16="http://schemas.microsoft.com/office/drawing/2014/main" id="{1F86B986-DA4F-467A-B36A-8A6EACFE1E6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8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226" t="30729" r="5784" b="10072"/>
          <a:stretch/>
        </p:blipFill>
        <p:spPr bwMode="auto">
          <a:xfrm>
            <a:off x="8046567" y="2617593"/>
            <a:ext cx="642772" cy="5833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6" name="Rectangle: Rounded Corners 27">
            <a:extLst>
              <a:ext uri="{FF2B5EF4-FFF2-40B4-BE49-F238E27FC236}">
                <a16:creationId xmlns:a16="http://schemas.microsoft.com/office/drawing/2014/main" id="{373A0A4D-3885-4FA4-8064-6E10B6A75E43}"/>
              </a:ext>
            </a:extLst>
          </p:cNvPr>
          <p:cNvSpPr/>
          <p:nvPr/>
        </p:nvSpPr>
        <p:spPr>
          <a:xfrm>
            <a:off x="8896840" y="2696107"/>
            <a:ext cx="1367683" cy="411718"/>
          </a:xfrm>
          <a:prstGeom prst="roundRect">
            <a:avLst>
              <a:gd name="adj" fmla="val 5377"/>
            </a:avLst>
          </a:prstGeom>
          <a:solidFill>
            <a:srgbClr val="FFF9F9"/>
          </a:solidFill>
          <a:ln>
            <a:solidFill>
              <a:srgbClr val="B62B28"/>
            </a:solidFill>
          </a:ln>
          <a:effectLst>
            <a:outerShdw blurRad="508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none" rtlCol="0" anchor="ctr">
            <a:spAutoFit/>
          </a:bodyPr>
          <a:lstStyle/>
          <a:p>
            <a:pPr lvl="0" algn="ctr"/>
            <a:r>
              <a:rPr lang="en-US" sz="2000">
                <a:solidFill>
                  <a:srgbClr val="B62B28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Noto Sans" panose="020B0502040504020204" pitchFamily="34"/>
              </a:rPr>
              <a:t>Bug found!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C3B85EBB-F0AD-434A-8ECD-B3DDC05E9E8C}"/>
              </a:ext>
            </a:extLst>
          </p:cNvPr>
          <p:cNvSpPr/>
          <p:nvPr/>
        </p:nvSpPr>
        <p:spPr>
          <a:xfrm>
            <a:off x="304915" y="1369958"/>
            <a:ext cx="1174432" cy="387191"/>
          </a:xfrm>
          <a:prstGeom prst="roundRect">
            <a:avLst>
              <a:gd name="adj" fmla="val 9098"/>
            </a:avLst>
          </a:prstGeom>
          <a:solidFill>
            <a:srgbClr val="FAFAFF"/>
          </a:solidFill>
          <a:ln w="19050">
            <a:solidFill>
              <a:srgbClr val="862286"/>
            </a:solidFill>
          </a:ln>
          <a:effectLst>
            <a:outerShdw blurRad="508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none" rtlCol="0" anchor="ctr">
            <a:spAutoFit/>
          </a:bodyPr>
          <a:lstStyle/>
          <a:p>
            <a:pPr algn="ctr"/>
            <a:r>
              <a:rPr lang="en-US">
                <a:solidFill>
                  <a:srgbClr val="962696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Calibri" panose="020F0502020204030204" pitchFamily="34" charset="0"/>
              </a:rPr>
              <a:t>Zone Files</a:t>
            </a:r>
            <a:endParaRPr lang="en-US">
              <a:solidFill>
                <a:srgbClr val="962696"/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0341434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 build="p"/>
      <p:bldP spid="40" grpId="0" animBg="1"/>
      <p:bldP spid="43" grpId="0" animBg="1"/>
      <p:bldP spid="46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65;p14">
            <a:extLst>
              <a:ext uri="{FF2B5EF4-FFF2-40B4-BE49-F238E27FC236}">
                <a16:creationId xmlns:a16="http://schemas.microsoft.com/office/drawing/2014/main" id="{E98430C3-8C56-47EF-8D13-F1BC5B855A4C}"/>
              </a:ext>
            </a:extLst>
          </p:cNvPr>
          <p:cNvSpPr txBox="1">
            <a:spLocks/>
          </p:cNvSpPr>
          <p:nvPr/>
        </p:nvSpPr>
        <p:spPr>
          <a:xfrm>
            <a:off x="3728706" y="209319"/>
            <a:ext cx="4734589" cy="800179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121900" tIns="121900" rIns="121900" bIns="12190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 b="0" i="0" u="none" strike="noStrike" cap="non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 b="0" i="0" u="none" strike="noStrike" cap="non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 b="0" i="0" u="none" strike="noStrike" cap="non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 b="0" i="0" u="none" strike="noStrike" cap="non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 b="0" i="0" u="none" strike="noStrike" cap="non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 b="0" i="0" u="none" strike="noStrike" cap="non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 b="0" i="0" u="none" strike="noStrike" cap="non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 b="0" i="0" u="none" strike="noStrike" cap="non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 b="0" i="0" u="none" strike="noStrike" cap="non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9pPr>
          </a:lstStyle>
          <a:p>
            <a:pPr defTabSz="914400"/>
            <a:r>
              <a:rPr lang="en-US" sz="3600" b="1" kern="0">
                <a:solidFill>
                  <a:srgbClr val="546970"/>
                </a:solidFill>
                <a:latin typeface="Bookman Old Style" panose="02050604050505020204" pitchFamily="18" charset="0"/>
              </a:rPr>
              <a:t>End-to-End Design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2D906CAF-ED1E-4497-9E16-1CE9DB305745}"/>
              </a:ext>
            </a:extLst>
          </p:cNvPr>
          <p:cNvSpPr/>
          <p:nvPr/>
        </p:nvSpPr>
        <p:spPr>
          <a:xfrm flipV="1">
            <a:off x="4145001" y="886094"/>
            <a:ext cx="3901998" cy="27432"/>
          </a:xfrm>
          <a:prstGeom prst="roundRect">
            <a:avLst/>
          </a:prstGeom>
          <a:solidFill>
            <a:srgbClr val="26A69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10" descr="Related image">
            <a:extLst>
              <a:ext uri="{FF2B5EF4-FFF2-40B4-BE49-F238E27FC236}">
                <a16:creationId xmlns:a16="http://schemas.microsoft.com/office/drawing/2014/main" id="{8DC19912-02F9-4401-8769-EA7DE00475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90383" y="1077068"/>
            <a:ext cx="1939926" cy="25889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1FF0F39B-00B2-4DD6-9CF9-0A6A6B53ACC8}"/>
              </a:ext>
            </a:extLst>
          </p:cNvPr>
          <p:cNvGrpSpPr/>
          <p:nvPr/>
        </p:nvGrpSpPr>
        <p:grpSpPr>
          <a:xfrm>
            <a:off x="546426" y="2232251"/>
            <a:ext cx="582373" cy="576449"/>
            <a:chOff x="597231" y="3855347"/>
            <a:chExt cx="275548" cy="278982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7C26E53C-31E7-4BA4-8809-D1BF8ADABE17}"/>
                </a:ext>
              </a:extLst>
            </p:cNvPr>
            <p:cNvSpPr/>
            <p:nvPr/>
          </p:nvSpPr>
          <p:spPr>
            <a:xfrm>
              <a:off x="634989" y="3855347"/>
              <a:ext cx="204277" cy="27898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pic>
          <p:nvPicPr>
            <p:cNvPr id="11" name="Picture 2" descr="See the source image">
              <a:extLst>
                <a:ext uri="{FF2B5EF4-FFF2-40B4-BE49-F238E27FC236}">
                  <a16:creationId xmlns:a16="http://schemas.microsoft.com/office/drawing/2014/main" id="{612BEC31-04EC-418D-8932-1B133B0F8FD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 cstate="print">
              <a:clrChange>
                <a:clrFrom>
                  <a:srgbClr val="000000">
                    <a:alpha val="0"/>
                  </a:srgbClr>
                </a:clrFrom>
                <a:clrTo>
                  <a:srgbClr val="000000">
                    <a:alpha val="0"/>
                  </a:srgbClr>
                </a:clrTo>
              </a:clrChange>
              <a:duotone>
                <a:schemeClr val="accent4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97231" y="3855347"/>
              <a:ext cx="275548" cy="25369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B3CD47D2-5C29-470E-82FA-2252AD4384DC}"/>
              </a:ext>
            </a:extLst>
          </p:cNvPr>
          <p:cNvGrpSpPr/>
          <p:nvPr/>
        </p:nvGrpSpPr>
        <p:grpSpPr>
          <a:xfrm>
            <a:off x="569654" y="2987368"/>
            <a:ext cx="535916" cy="611265"/>
            <a:chOff x="597231" y="3855347"/>
            <a:chExt cx="275548" cy="278982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2EFA4E46-3989-4F94-9FCE-D44D56B60582}"/>
                </a:ext>
              </a:extLst>
            </p:cNvPr>
            <p:cNvSpPr/>
            <p:nvPr/>
          </p:nvSpPr>
          <p:spPr>
            <a:xfrm>
              <a:off x="634989" y="3855347"/>
              <a:ext cx="204277" cy="27898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pic>
          <p:nvPicPr>
            <p:cNvPr id="14" name="Picture 2" descr="See the source image">
              <a:extLst>
                <a:ext uri="{FF2B5EF4-FFF2-40B4-BE49-F238E27FC236}">
                  <a16:creationId xmlns:a16="http://schemas.microsoft.com/office/drawing/2014/main" id="{228F6F65-0431-4A0F-9975-96FA8B13721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 cstate="print">
              <a:duotone>
                <a:schemeClr val="accent6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97231" y="3855347"/>
              <a:ext cx="275548" cy="25369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45D29CB6-7934-4484-A59B-81E1EFAFC415}"/>
              </a:ext>
            </a:extLst>
          </p:cNvPr>
          <p:cNvGrpSpPr/>
          <p:nvPr/>
        </p:nvGrpSpPr>
        <p:grpSpPr>
          <a:xfrm>
            <a:off x="566840" y="4547307"/>
            <a:ext cx="541545" cy="591160"/>
            <a:chOff x="597231" y="3855347"/>
            <a:chExt cx="275548" cy="278982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F48D7129-2757-48F6-B4C9-DB57D2A2D272}"/>
                </a:ext>
              </a:extLst>
            </p:cNvPr>
            <p:cNvSpPr/>
            <p:nvPr/>
          </p:nvSpPr>
          <p:spPr>
            <a:xfrm>
              <a:off x="634989" y="3855347"/>
              <a:ext cx="204277" cy="27898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pic>
          <p:nvPicPr>
            <p:cNvPr id="17" name="Picture 2" descr="See the source image">
              <a:extLst>
                <a:ext uri="{FF2B5EF4-FFF2-40B4-BE49-F238E27FC236}">
                  <a16:creationId xmlns:a16="http://schemas.microsoft.com/office/drawing/2014/main" id="{791DF4F5-F3BE-4987-B7F2-001A2C015EE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 cstate="print">
              <a:duotone>
                <a:schemeClr val="accent3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97231" y="3855347"/>
              <a:ext cx="275548" cy="25369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1B3EB7AC-D689-46A8-8173-0E377127AE83}"/>
              </a:ext>
            </a:extLst>
          </p:cNvPr>
          <p:cNvGrpSpPr/>
          <p:nvPr/>
        </p:nvGrpSpPr>
        <p:grpSpPr>
          <a:xfrm>
            <a:off x="542022" y="5205388"/>
            <a:ext cx="591180" cy="672621"/>
            <a:chOff x="597231" y="3855347"/>
            <a:chExt cx="275548" cy="278982"/>
          </a:xfrm>
        </p:grpSpPr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363E4B6E-F3D9-4D5F-87B9-2C8C6A6DE83E}"/>
                </a:ext>
              </a:extLst>
            </p:cNvPr>
            <p:cNvSpPr/>
            <p:nvPr/>
          </p:nvSpPr>
          <p:spPr>
            <a:xfrm>
              <a:off x="634989" y="3855347"/>
              <a:ext cx="204277" cy="27898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pic>
          <p:nvPicPr>
            <p:cNvPr id="20" name="Picture 2" descr="See the source image">
              <a:extLst>
                <a:ext uri="{FF2B5EF4-FFF2-40B4-BE49-F238E27FC236}">
                  <a16:creationId xmlns:a16="http://schemas.microsoft.com/office/drawing/2014/main" id="{267A6525-2D0E-4DA5-9A25-0D3F8A87B41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 cstate="print">
              <a:duotone>
                <a:schemeClr val="accent5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97231" y="3855347"/>
              <a:ext cx="275548" cy="25369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4E5D3F03-FB0D-4516-8257-009A3EBFF03B}"/>
              </a:ext>
            </a:extLst>
          </p:cNvPr>
          <p:cNvGrpSpPr/>
          <p:nvPr/>
        </p:nvGrpSpPr>
        <p:grpSpPr>
          <a:xfrm>
            <a:off x="563992" y="3760530"/>
            <a:ext cx="547241" cy="595058"/>
            <a:chOff x="597231" y="3855347"/>
            <a:chExt cx="275548" cy="278982"/>
          </a:xfrm>
        </p:grpSpPr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A7FDD109-5A1B-480D-A0D8-FB2B3876FD86}"/>
                </a:ext>
              </a:extLst>
            </p:cNvPr>
            <p:cNvSpPr/>
            <p:nvPr/>
          </p:nvSpPr>
          <p:spPr>
            <a:xfrm>
              <a:off x="634989" y="3855347"/>
              <a:ext cx="204277" cy="27898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pic>
          <p:nvPicPr>
            <p:cNvPr id="23" name="Picture 2" descr="See the source image">
              <a:extLst>
                <a:ext uri="{FF2B5EF4-FFF2-40B4-BE49-F238E27FC236}">
                  <a16:creationId xmlns:a16="http://schemas.microsoft.com/office/drawing/2014/main" id="{82661E78-463B-4157-B1CA-0BFF5A667A7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 cstate="print">
              <a:duotone>
                <a:prstClr val="black"/>
                <a:schemeClr val="accent1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97231" y="3855347"/>
              <a:ext cx="275548" cy="25369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89E24C34-9778-4864-8AEF-7808583C41D3}"/>
              </a:ext>
            </a:extLst>
          </p:cNvPr>
          <p:cNvCxnSpPr>
            <a:cxnSpLocks/>
          </p:cNvCxnSpPr>
          <p:nvPr/>
        </p:nvCxnSpPr>
        <p:spPr>
          <a:xfrm flipV="1">
            <a:off x="1128799" y="1904946"/>
            <a:ext cx="3660195" cy="589408"/>
          </a:xfrm>
          <a:prstGeom prst="straightConnector1">
            <a:avLst/>
          </a:prstGeom>
          <a:ln w="28575">
            <a:solidFill>
              <a:schemeClr val="accent4">
                <a:lumMod val="75000"/>
              </a:schemeClr>
            </a:solidFill>
            <a:tailEnd type="stealth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D144F3CD-08FC-450F-9193-3F41D3F541AE}"/>
              </a:ext>
            </a:extLst>
          </p:cNvPr>
          <p:cNvCxnSpPr>
            <a:cxnSpLocks/>
          </p:cNvCxnSpPr>
          <p:nvPr/>
        </p:nvCxnSpPr>
        <p:spPr>
          <a:xfrm flipV="1">
            <a:off x="1105570" y="2159147"/>
            <a:ext cx="3689344" cy="1106154"/>
          </a:xfrm>
          <a:prstGeom prst="straightConnector1">
            <a:avLst/>
          </a:prstGeom>
          <a:ln w="28575">
            <a:solidFill>
              <a:srgbClr val="B95757"/>
            </a:solidFill>
            <a:tailEnd type="stealth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9A909963-F5BC-4F6A-B44E-34D627065580}"/>
              </a:ext>
            </a:extLst>
          </p:cNvPr>
          <p:cNvCxnSpPr>
            <a:cxnSpLocks/>
          </p:cNvCxnSpPr>
          <p:nvPr/>
        </p:nvCxnSpPr>
        <p:spPr>
          <a:xfrm flipV="1">
            <a:off x="1111233" y="2361630"/>
            <a:ext cx="3738116" cy="1669464"/>
          </a:xfrm>
          <a:prstGeom prst="straightConnector1">
            <a:avLst/>
          </a:prstGeom>
          <a:ln w="28575">
            <a:solidFill>
              <a:schemeClr val="tx1"/>
            </a:solidFill>
            <a:tailEnd type="stealth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9EEE4ABE-53BD-47B2-841C-B435046F57D9}"/>
              </a:ext>
            </a:extLst>
          </p:cNvPr>
          <p:cNvCxnSpPr>
            <a:cxnSpLocks/>
          </p:cNvCxnSpPr>
          <p:nvPr/>
        </p:nvCxnSpPr>
        <p:spPr>
          <a:xfrm flipV="1">
            <a:off x="1108385" y="2586443"/>
            <a:ext cx="3739256" cy="2229656"/>
          </a:xfrm>
          <a:prstGeom prst="straightConnector1">
            <a:avLst/>
          </a:prstGeom>
          <a:ln w="28575">
            <a:solidFill>
              <a:srgbClr val="CF6300"/>
            </a:solidFill>
            <a:tailEnd type="stealth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3D697800-9596-4674-8670-CCDB54A393F0}"/>
              </a:ext>
            </a:extLst>
          </p:cNvPr>
          <p:cNvCxnSpPr>
            <a:cxnSpLocks/>
          </p:cNvCxnSpPr>
          <p:nvPr/>
        </p:nvCxnSpPr>
        <p:spPr>
          <a:xfrm flipV="1">
            <a:off x="1133202" y="2808701"/>
            <a:ext cx="3741258" cy="2702518"/>
          </a:xfrm>
          <a:prstGeom prst="straightConnector1">
            <a:avLst/>
          </a:prstGeom>
          <a:ln w="28575">
            <a:solidFill>
              <a:schemeClr val="accent5">
                <a:lumMod val="75000"/>
              </a:schemeClr>
            </a:solidFill>
            <a:tailEnd type="stealth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6064B5D0-3EAD-4FB6-9874-6CB2BAE8FBD3}"/>
              </a:ext>
            </a:extLst>
          </p:cNvPr>
          <p:cNvCxnSpPr>
            <a:cxnSpLocks/>
          </p:cNvCxnSpPr>
          <p:nvPr/>
        </p:nvCxnSpPr>
        <p:spPr>
          <a:xfrm flipV="1">
            <a:off x="1111233" y="3055434"/>
            <a:ext cx="3808309" cy="3236716"/>
          </a:xfrm>
          <a:prstGeom prst="straightConnector1">
            <a:avLst/>
          </a:prstGeom>
          <a:ln w="28575">
            <a:solidFill>
              <a:srgbClr val="4A8522"/>
            </a:solidFill>
            <a:tailEnd type="stealth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grpSp>
        <p:nvGrpSpPr>
          <p:cNvPr id="35" name="Group 34">
            <a:extLst>
              <a:ext uri="{FF2B5EF4-FFF2-40B4-BE49-F238E27FC236}">
                <a16:creationId xmlns:a16="http://schemas.microsoft.com/office/drawing/2014/main" id="{46B98D7D-2C93-4634-A13E-7C9B8074A5A2}"/>
              </a:ext>
            </a:extLst>
          </p:cNvPr>
          <p:cNvGrpSpPr/>
          <p:nvPr/>
        </p:nvGrpSpPr>
        <p:grpSpPr>
          <a:xfrm>
            <a:off x="540961" y="6016979"/>
            <a:ext cx="535916" cy="611265"/>
            <a:chOff x="597231" y="3855347"/>
            <a:chExt cx="275548" cy="278982"/>
          </a:xfrm>
        </p:grpSpPr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29263929-E2C5-470F-86C5-F7FF021C3797}"/>
                </a:ext>
              </a:extLst>
            </p:cNvPr>
            <p:cNvSpPr/>
            <p:nvPr/>
          </p:nvSpPr>
          <p:spPr>
            <a:xfrm>
              <a:off x="634989" y="3855347"/>
              <a:ext cx="204277" cy="278982"/>
            </a:xfrm>
            <a:prstGeom prst="rect">
              <a:avLst/>
            </a:prstGeom>
            <a:solidFill>
              <a:sysClr val="window" lastClr="FFFFFF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pic>
          <p:nvPicPr>
            <p:cNvPr id="37" name="Picture 2" descr="See the source image">
              <a:extLst>
                <a:ext uri="{FF2B5EF4-FFF2-40B4-BE49-F238E27FC236}">
                  <a16:creationId xmlns:a16="http://schemas.microsoft.com/office/drawing/2014/main" id="{300EA4DB-C6B9-471A-A2D5-1173C77D090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 cstate="print">
              <a:duotone>
                <a:srgbClr val="70AD47">
                  <a:shade val="45000"/>
                  <a:satMod val="135000"/>
                </a:srgb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97231" y="3855347"/>
              <a:ext cx="275548" cy="25369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F9F824AB-088B-4947-A6D9-D472A0129BB2}"/>
              </a:ext>
            </a:extLst>
          </p:cNvPr>
          <p:cNvCxnSpPr>
            <a:cxnSpLocks/>
          </p:cNvCxnSpPr>
          <p:nvPr/>
        </p:nvCxnSpPr>
        <p:spPr>
          <a:xfrm flipV="1">
            <a:off x="5801152" y="3616859"/>
            <a:ext cx="0" cy="581761"/>
          </a:xfrm>
          <a:prstGeom prst="straightConnector1">
            <a:avLst/>
          </a:prstGeom>
          <a:ln w="57150">
            <a:solidFill>
              <a:srgbClr val="657B83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D740EE15-8808-4FEB-BAC2-775987D747B6}"/>
                  </a:ext>
                </a:extLst>
              </p:cNvPr>
              <p:cNvSpPr txBox="1"/>
              <p:nvPr/>
            </p:nvSpPr>
            <p:spPr>
              <a:xfrm>
                <a:off x="3264289" y="4868343"/>
                <a:ext cx="7655171" cy="10156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buClr>
                    <a:srgbClr val="657B83"/>
                  </a:buClr>
                  <a:buSzPct val="80000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smtClean="0">
                            <a:solidFill>
                              <a:srgbClr val="657B83"/>
                            </a:solidFill>
                            <a:latin typeface="Cambria Math" panose="02040503050406030204" pitchFamily="18" charset="0"/>
                            <a:ea typeface="Source Sans Pro" panose="020B0503030403020204" pitchFamily="34" charset="0"/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srgbClr val="657B83"/>
                            </a:solidFill>
                            <a:latin typeface="Cambria Math" panose="02040503050406030204" pitchFamily="18" charset="0"/>
                            <a:ea typeface="Source Sans Pro" panose="020B0503030403020204" pitchFamily="34" charset="0"/>
                          </a:rPr>
                          <m:t>𝜑</m:t>
                        </m:r>
                      </m:e>
                      <m:sub>
                        <m:r>
                          <a:rPr lang="en-US" sz="2000" b="0" i="1" smtClean="0">
                            <a:solidFill>
                              <a:srgbClr val="657B83"/>
                            </a:solidFill>
                            <a:latin typeface="Cambria Math" panose="02040503050406030204" pitchFamily="18" charset="0"/>
                            <a:ea typeface="Source Sans Pro" panose="020B0503030403020204" pitchFamily="34" charset="0"/>
                          </a:rPr>
                          <m:t>1</m:t>
                        </m:r>
                      </m:sub>
                    </m:sSub>
                    <m:r>
                      <a:rPr lang="en-US" sz="2000" b="0" i="1" smtClean="0">
                        <a:solidFill>
                          <a:srgbClr val="657B83"/>
                        </a:solidFill>
                        <a:latin typeface="Cambria Math" panose="02040503050406030204" pitchFamily="18" charset="0"/>
                        <a:ea typeface="Source Sans Pro" panose="020B0503030403020204" pitchFamily="34" charset="0"/>
                      </a:rPr>
                      <m:t>≝</m:t>
                    </m:r>
                    <m:r>
                      <a:rPr lang="en-US" sz="2000" i="1" smtClean="0">
                        <a:solidFill>
                          <a:srgbClr val="657B83"/>
                        </a:solidFill>
                        <a:latin typeface="Cambria Math" panose="02040503050406030204" pitchFamily="18" charset="0"/>
                        <a:ea typeface="Source Sans Pro" panose="020B0503030403020204" pitchFamily="34" charset="0"/>
                      </a:rPr>
                      <m:t> </m:t>
                    </m:r>
                  </m:oMath>
                </a14:m>
                <a:r>
                  <a:rPr lang="en-US" sz="2000" dirty="0">
                    <a:solidFill>
                      <a:srgbClr val="657B83"/>
                    </a:solidFill>
                    <a:latin typeface="Lucida Sans Typewriter" panose="020B0509030504030204" pitchFamily="49" charset="0"/>
                    <a:ea typeface="Noto Mono" panose="020B0609030804020204" pitchFamily="49" charset="0"/>
                    <a:cs typeface="Noto Mono" panose="020B0609030804020204" pitchFamily="49" charset="0"/>
                  </a:rPr>
                  <a:t>ucla.edu. </a:t>
                </a:r>
                <a:r>
                  <a:rPr lang="en-US" sz="2000" dirty="0">
                    <a:solidFill>
                      <a:srgbClr val="657B83"/>
                    </a:solidFill>
                    <a:latin typeface="Noto Mono" panose="020B0609030804020204" pitchFamily="49" charset="0"/>
                    <a:ea typeface="Noto Mono" panose="020B0609030804020204" pitchFamily="49" charset="0"/>
                    <a:cs typeface="Noto Mono" panose="020B0609030804020204" pitchFamily="49" charset="0"/>
                  </a:rPr>
                  <a:t>a</a:t>
                </a:r>
                <a:r>
                  <a:rPr lang="en-US" sz="2000" dirty="0">
                    <a:solidFill>
                      <a:srgbClr val="657B83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  <a:cs typeface="Noto Mono" panose="020B0609030804020204" pitchFamily="49" charset="0"/>
                  </a:rPr>
                  <a:t>lways resolves to </a:t>
                </a:r>
                <a:r>
                  <a:rPr lang="en-US" sz="2000" dirty="0">
                    <a:solidFill>
                      <a:srgbClr val="657B83"/>
                    </a:solidFill>
                    <a:latin typeface="Lucida Sans Typewriter" panose="020B0509030504030204" pitchFamily="49" charset="0"/>
                    <a:ea typeface="Noto Mono" panose="020B0609030804020204" pitchFamily="49" charset="0"/>
                    <a:cs typeface="Noto Mono" panose="020B0609030804020204" pitchFamily="49" charset="0"/>
                  </a:rPr>
                  <a:t>128.97.27.37</a:t>
                </a:r>
              </a:p>
              <a:p>
                <a:pPr>
                  <a:buClr>
                    <a:srgbClr val="657B83"/>
                  </a:buClr>
                  <a:buSzPct val="80000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solidFill>
                              <a:srgbClr val="657B83"/>
                            </a:solidFill>
                            <a:latin typeface="Cambria Math" panose="02040503050406030204" pitchFamily="18" charset="0"/>
                            <a:ea typeface="Source Sans Pro" panose="020B0503030403020204" pitchFamily="34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solidFill>
                              <a:srgbClr val="657B83"/>
                            </a:solidFill>
                            <a:latin typeface="Cambria Math" panose="02040503050406030204" pitchFamily="18" charset="0"/>
                            <a:ea typeface="Source Sans Pro" panose="020B0503030403020204" pitchFamily="34" charset="0"/>
                          </a:rPr>
                          <m:t>𝜑</m:t>
                        </m:r>
                      </m:e>
                      <m:sub>
                        <m:r>
                          <a:rPr lang="en-US" sz="2000" b="0" i="1" smtClean="0">
                            <a:solidFill>
                              <a:srgbClr val="657B83"/>
                            </a:solidFill>
                            <a:latin typeface="Cambria Math" panose="02040503050406030204" pitchFamily="18" charset="0"/>
                            <a:ea typeface="Source Sans Pro" panose="020B0503030403020204" pitchFamily="34" charset="0"/>
                          </a:rPr>
                          <m:t>2</m:t>
                        </m:r>
                      </m:sub>
                    </m:sSub>
                    <m:r>
                      <a:rPr lang="en-US" sz="2000" b="0" i="1" smtClean="0">
                        <a:solidFill>
                          <a:srgbClr val="657B83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≝</m:t>
                    </m:r>
                    <m:r>
                      <a:rPr lang="en-US" sz="2000" b="0" i="1" smtClean="0">
                        <a:solidFill>
                          <a:srgbClr val="657B83"/>
                        </a:solidFill>
                        <a:latin typeface="Cambria Math" panose="02040503050406030204" pitchFamily="18" charset="0"/>
                        <a:ea typeface="Source Sans Pro" panose="020B0503030403020204" pitchFamily="34" charset="0"/>
                      </a:rPr>
                      <m:t> </m:t>
                    </m:r>
                  </m:oMath>
                </a14:m>
                <a:r>
                  <a:rPr lang="en-US" sz="2000" dirty="0">
                    <a:solidFill>
                      <a:srgbClr val="657B83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All queries return a consistent answer</a:t>
                </a:r>
              </a:p>
              <a:p>
                <a:pPr>
                  <a:buClr>
                    <a:srgbClr val="657B83"/>
                  </a:buClr>
                  <a:buSzPct val="80000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solidFill>
                              <a:srgbClr val="657B83"/>
                            </a:solidFill>
                            <a:latin typeface="Cambria Math" panose="02040503050406030204" pitchFamily="18" charset="0"/>
                            <a:ea typeface="Source Sans Pro" panose="020B0503030403020204" pitchFamily="34" charset="0"/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srgbClr val="657B83"/>
                            </a:solidFill>
                            <a:latin typeface="Cambria Math" panose="02040503050406030204" pitchFamily="18" charset="0"/>
                            <a:ea typeface="Source Sans Pro" panose="020B0503030403020204" pitchFamily="34" charset="0"/>
                          </a:rPr>
                          <m:t>𝜑</m:t>
                        </m:r>
                      </m:e>
                      <m:sub>
                        <m:r>
                          <a:rPr lang="en-US" sz="2000" b="0" i="1" smtClean="0">
                            <a:solidFill>
                              <a:srgbClr val="657B83"/>
                            </a:solidFill>
                            <a:latin typeface="Cambria Math" panose="02040503050406030204" pitchFamily="18" charset="0"/>
                            <a:ea typeface="Source Sans Pro" panose="020B0503030403020204" pitchFamily="34" charset="0"/>
                          </a:rPr>
                          <m:t>3</m:t>
                        </m:r>
                      </m:sub>
                    </m:sSub>
                    <m:r>
                      <a:rPr lang="en-US" sz="2000" b="0" i="1" smtClean="0">
                        <a:solidFill>
                          <a:srgbClr val="657B83"/>
                        </a:solidFill>
                        <a:latin typeface="Cambria Math" panose="02040503050406030204" pitchFamily="18" charset="0"/>
                        <a:ea typeface="Source Sans Pro" panose="020B0503030403020204" pitchFamily="34" charset="0"/>
                      </a:rPr>
                      <m:t>≝</m:t>
                    </m:r>
                  </m:oMath>
                </a14:m>
                <a:r>
                  <a:rPr lang="en-US" sz="2000" dirty="0">
                    <a:solidFill>
                      <a:srgbClr val="657B83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 No query rewriting during resolution</a:t>
                </a:r>
              </a:p>
            </p:txBody>
          </p:sp>
        </mc:Choice>
        <mc:Fallback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D740EE15-8808-4FEB-BAC2-775987D747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64289" y="4868343"/>
                <a:ext cx="7655171" cy="1015663"/>
              </a:xfrm>
              <a:prstGeom prst="rect">
                <a:avLst/>
              </a:prstGeom>
              <a:blipFill>
                <a:blip r:embed="rId6"/>
                <a:stretch>
                  <a:fillRect t="-4217" b="-10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2C3DCAFF-F829-4571-8883-DE0B9D97B91E}"/>
              </a:ext>
            </a:extLst>
          </p:cNvPr>
          <p:cNvSpPr/>
          <p:nvPr/>
        </p:nvSpPr>
        <p:spPr>
          <a:xfrm>
            <a:off x="5172633" y="4301658"/>
            <a:ext cx="1291891" cy="387191"/>
          </a:xfrm>
          <a:prstGeom prst="roundRect">
            <a:avLst>
              <a:gd name="adj" fmla="val 9098"/>
            </a:avLst>
          </a:prstGeom>
          <a:solidFill>
            <a:srgbClr val="FAFAFF"/>
          </a:solidFill>
          <a:ln w="19050">
            <a:solidFill>
              <a:srgbClr val="862286"/>
            </a:solidFill>
          </a:ln>
          <a:effectLst>
            <a:outerShdw blurRad="508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none" rtlCol="0" anchor="ctr">
            <a:spAutoFit/>
          </a:bodyPr>
          <a:lstStyle/>
          <a:p>
            <a:pPr algn="ctr"/>
            <a:r>
              <a:rPr lang="en-US">
                <a:solidFill>
                  <a:srgbClr val="962696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Calibri" panose="020F0502020204030204" pitchFamily="34" charset="0"/>
              </a:rPr>
              <a:t>Property  𝜑</a:t>
            </a:r>
          </a:p>
        </p:txBody>
      </p:sp>
      <p:cxnSp>
        <p:nvCxnSpPr>
          <p:cNvPr id="41" name="Google Shape;139;p29">
            <a:extLst>
              <a:ext uri="{FF2B5EF4-FFF2-40B4-BE49-F238E27FC236}">
                <a16:creationId xmlns:a16="http://schemas.microsoft.com/office/drawing/2014/main" id="{F45A0BA5-8267-4C66-9E27-7DF1C70D894A}"/>
              </a:ext>
            </a:extLst>
          </p:cNvPr>
          <p:cNvCxnSpPr>
            <a:cxnSpLocks/>
          </p:cNvCxnSpPr>
          <p:nvPr/>
        </p:nvCxnSpPr>
        <p:spPr>
          <a:xfrm flipV="1">
            <a:off x="6792126" y="2017228"/>
            <a:ext cx="1254873" cy="349359"/>
          </a:xfrm>
          <a:prstGeom prst="curvedConnector3">
            <a:avLst>
              <a:gd name="adj1" fmla="val 50000"/>
            </a:avLst>
          </a:prstGeom>
          <a:noFill/>
          <a:ln w="38100" cap="flat" cmpd="sng">
            <a:solidFill>
              <a:srgbClr val="546970"/>
            </a:solidFill>
            <a:prstDash val="solid"/>
            <a:round/>
            <a:headEnd type="none" w="med" len="med"/>
            <a:tailEnd type="stealth" w="med" len="med"/>
          </a:ln>
        </p:spPr>
      </p:cxnSp>
      <p:pic>
        <p:nvPicPr>
          <p:cNvPr id="42" name="Picture 2" descr="See the source image">
            <a:extLst>
              <a:ext uri="{FF2B5EF4-FFF2-40B4-BE49-F238E27FC236}">
                <a16:creationId xmlns:a16="http://schemas.microsoft.com/office/drawing/2014/main" id="{117E00F9-72FA-4837-BAE9-275B5B45778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8" t="15991" r="45116" b="10280"/>
          <a:stretch/>
        </p:blipFill>
        <p:spPr bwMode="auto">
          <a:xfrm>
            <a:off x="8046999" y="1591542"/>
            <a:ext cx="687941" cy="6003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3" name="Rectangle: Rounded Corners 42">
            <a:extLst>
              <a:ext uri="{FF2B5EF4-FFF2-40B4-BE49-F238E27FC236}">
                <a16:creationId xmlns:a16="http://schemas.microsoft.com/office/drawing/2014/main" id="{70261982-2D34-4B69-9370-0E0CD6C0816B}"/>
              </a:ext>
            </a:extLst>
          </p:cNvPr>
          <p:cNvSpPr/>
          <p:nvPr/>
        </p:nvSpPr>
        <p:spPr>
          <a:xfrm>
            <a:off x="8896840" y="1699937"/>
            <a:ext cx="1103187" cy="407849"/>
          </a:xfrm>
          <a:prstGeom prst="roundRect">
            <a:avLst>
              <a:gd name="adj" fmla="val 4348"/>
            </a:avLst>
          </a:prstGeom>
          <a:solidFill>
            <a:srgbClr val="FAFFFA"/>
          </a:solidFill>
          <a:ln w="22225">
            <a:solidFill>
              <a:srgbClr val="2E7D32"/>
            </a:solidFill>
          </a:ln>
          <a:effectLst>
            <a:outerShdw blurRad="50800" dist="88900" dir="600000" algn="tl" rotWithShape="0">
              <a:prstClr val="black">
                <a:alpha val="40000"/>
              </a:prstClr>
            </a:outerShdw>
          </a:effectLst>
        </p:spPr>
        <p:txBody>
          <a:bodyPr wrap="none" rtlCol="0" anchor="ctr">
            <a:spAutoFit/>
          </a:bodyPr>
          <a:lstStyle/>
          <a:p>
            <a:pPr marR="0" lvl="0" defTabSz="914400" eaLnBrk="1" fontAlgn="auto" latinLnBrk="0" hangingPunct="1">
              <a:spcBef>
                <a:spcPts val="0"/>
              </a:spcBef>
              <a:spcAft>
                <a:spcPts val="0"/>
              </a:spcAft>
              <a:buClr>
                <a:srgbClr val="42955F"/>
              </a:buClr>
              <a:buSzPct val="85000"/>
              <a:tabLst/>
              <a:defRPr/>
            </a:pPr>
            <a:r>
              <a:rPr lang="en-US" sz="2000" kern="0">
                <a:solidFill>
                  <a:srgbClr val="2E7D32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Calibri" panose="020F0502020204030204" pitchFamily="34" charset="0"/>
              </a:rPr>
              <a:t>Certified</a:t>
            </a:r>
            <a:endParaRPr kumimoji="0" lang="en-US" sz="2000" b="0" i="0" u="none" strike="noStrike" kern="0" cap="none" spc="0" normalizeH="0" baseline="0" noProof="0">
              <a:ln>
                <a:noFill/>
              </a:ln>
              <a:solidFill>
                <a:srgbClr val="2E7D32"/>
              </a:solidFill>
              <a:effectLst/>
              <a:uLnTx/>
              <a:uFillTx/>
              <a:latin typeface="Source Sans Pro" panose="020B0503030403020204" pitchFamily="34" charset="0"/>
              <a:ea typeface="Source Sans Pro" panose="020B0503030403020204" pitchFamily="34" charset="0"/>
              <a:cs typeface="Calibri" panose="020F0502020204030204" pitchFamily="34" charset="0"/>
            </a:endParaRPr>
          </a:p>
        </p:txBody>
      </p:sp>
      <p:cxnSp>
        <p:nvCxnSpPr>
          <p:cNvPr id="44" name="Google Shape;139;p29">
            <a:extLst>
              <a:ext uri="{FF2B5EF4-FFF2-40B4-BE49-F238E27FC236}">
                <a16:creationId xmlns:a16="http://schemas.microsoft.com/office/drawing/2014/main" id="{F60FF103-8883-4478-8AF6-58D02ADA8EDA}"/>
              </a:ext>
            </a:extLst>
          </p:cNvPr>
          <p:cNvCxnSpPr>
            <a:cxnSpLocks/>
          </p:cNvCxnSpPr>
          <p:nvPr/>
        </p:nvCxnSpPr>
        <p:spPr>
          <a:xfrm>
            <a:off x="6792126" y="2366587"/>
            <a:ext cx="1254873" cy="533963"/>
          </a:xfrm>
          <a:prstGeom prst="curvedConnector3">
            <a:avLst>
              <a:gd name="adj1" fmla="val 50000"/>
            </a:avLst>
          </a:prstGeom>
          <a:noFill/>
          <a:ln w="38100" cap="flat" cmpd="sng">
            <a:solidFill>
              <a:srgbClr val="546970"/>
            </a:solidFill>
            <a:prstDash val="solid"/>
            <a:round/>
            <a:headEnd type="none" w="med" len="med"/>
            <a:tailEnd type="stealth" w="med" len="med"/>
          </a:ln>
        </p:spPr>
      </p:cxnSp>
      <p:pic>
        <p:nvPicPr>
          <p:cNvPr id="45" name="Picture 2" descr="See the source image">
            <a:extLst>
              <a:ext uri="{FF2B5EF4-FFF2-40B4-BE49-F238E27FC236}">
                <a16:creationId xmlns:a16="http://schemas.microsoft.com/office/drawing/2014/main" id="{1F86B986-DA4F-467A-B36A-8A6EACFE1E6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8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226" t="30729" r="5784" b="10072"/>
          <a:stretch/>
        </p:blipFill>
        <p:spPr bwMode="auto">
          <a:xfrm>
            <a:off x="8046567" y="2617593"/>
            <a:ext cx="642772" cy="5833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6" name="Rectangle: Rounded Corners 27">
            <a:extLst>
              <a:ext uri="{FF2B5EF4-FFF2-40B4-BE49-F238E27FC236}">
                <a16:creationId xmlns:a16="http://schemas.microsoft.com/office/drawing/2014/main" id="{373A0A4D-3885-4FA4-8064-6E10B6A75E43}"/>
              </a:ext>
            </a:extLst>
          </p:cNvPr>
          <p:cNvSpPr/>
          <p:nvPr/>
        </p:nvSpPr>
        <p:spPr>
          <a:xfrm>
            <a:off x="8896840" y="2696107"/>
            <a:ext cx="1367683" cy="411718"/>
          </a:xfrm>
          <a:prstGeom prst="roundRect">
            <a:avLst>
              <a:gd name="adj" fmla="val 5377"/>
            </a:avLst>
          </a:prstGeom>
          <a:solidFill>
            <a:srgbClr val="FFF9F9"/>
          </a:solidFill>
          <a:ln>
            <a:solidFill>
              <a:srgbClr val="B62B28"/>
            </a:solidFill>
          </a:ln>
          <a:effectLst>
            <a:outerShdw blurRad="508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none" rtlCol="0" anchor="ctr">
            <a:spAutoFit/>
          </a:bodyPr>
          <a:lstStyle/>
          <a:p>
            <a:pPr lvl="0" algn="ctr"/>
            <a:r>
              <a:rPr lang="en-US" sz="2000">
                <a:solidFill>
                  <a:srgbClr val="B62B28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Noto Sans" panose="020B0502040504020204" pitchFamily="34"/>
              </a:rPr>
              <a:t>Bug found!</a:t>
            </a:r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3A008A9D-D8FF-43A3-AE85-589E5BBDCC00}"/>
              </a:ext>
            </a:extLst>
          </p:cNvPr>
          <p:cNvSpPr/>
          <p:nvPr/>
        </p:nvSpPr>
        <p:spPr>
          <a:xfrm>
            <a:off x="3890949" y="5167624"/>
            <a:ext cx="1240233" cy="440818"/>
          </a:xfrm>
          <a:prstGeom prst="ellipse">
            <a:avLst/>
          </a:prstGeom>
          <a:noFill/>
          <a:ln w="38100"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5D64F1A6-E2EA-4828-9671-3EC68C321655}"/>
              </a:ext>
            </a:extLst>
          </p:cNvPr>
          <p:cNvSpPr/>
          <p:nvPr/>
        </p:nvSpPr>
        <p:spPr>
          <a:xfrm>
            <a:off x="304915" y="1369958"/>
            <a:ext cx="1174432" cy="387191"/>
          </a:xfrm>
          <a:prstGeom prst="roundRect">
            <a:avLst>
              <a:gd name="adj" fmla="val 9098"/>
            </a:avLst>
          </a:prstGeom>
          <a:solidFill>
            <a:srgbClr val="FAFAFF"/>
          </a:solidFill>
          <a:ln w="19050">
            <a:solidFill>
              <a:srgbClr val="862286"/>
            </a:solidFill>
          </a:ln>
          <a:effectLst>
            <a:outerShdw blurRad="508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none" rtlCol="0" anchor="ctr">
            <a:spAutoFit/>
          </a:bodyPr>
          <a:lstStyle/>
          <a:p>
            <a:pPr algn="ctr"/>
            <a:r>
              <a:rPr lang="en-US">
                <a:solidFill>
                  <a:srgbClr val="962696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Calibri" panose="020F0502020204030204" pitchFamily="34" charset="0"/>
              </a:rPr>
              <a:t>Zone Files</a:t>
            </a:r>
            <a:endParaRPr lang="en-US">
              <a:solidFill>
                <a:srgbClr val="962696"/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Speech Bubble: Rectangle with Corners Rounded 3">
                <a:extLst>
                  <a:ext uri="{FF2B5EF4-FFF2-40B4-BE49-F238E27FC236}">
                    <a16:creationId xmlns:a16="http://schemas.microsoft.com/office/drawing/2014/main" id="{3163957F-0AAB-4C4C-94DA-7EE1A4180D43}"/>
                  </a:ext>
                </a:extLst>
              </p:cNvPr>
              <p:cNvSpPr/>
              <p:nvPr/>
            </p:nvSpPr>
            <p:spPr>
              <a:xfrm>
                <a:off x="1657651" y="3673910"/>
                <a:ext cx="2071055" cy="1491106"/>
              </a:xfrm>
              <a:prstGeom prst="wedgeRoundRectCallout">
                <a:avLst>
                  <a:gd name="adj1" fmla="val 64158"/>
                  <a:gd name="adj2" fmla="val 51768"/>
                  <a:gd name="adj3" fmla="val 16667"/>
                </a:avLst>
              </a:prstGeom>
              <a:solidFill>
                <a:srgbClr val="FFF2CC"/>
              </a:solidFill>
              <a:ln>
                <a:solidFill>
                  <a:srgbClr val="95792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tlCol="0" anchor="ctr"/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⟨"/>
                          <m:endChr m:val="⟩"/>
                          <m:ctrlPr>
                            <a:rPr lang="en-US" sz="1800" b="1" i="1" smtClean="0">
                              <a:solidFill>
                                <a:srgbClr val="957922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nor/>
                            </m:rPr>
                            <a:rPr lang="en-US" sz="1800" b="1" i="0" smtClean="0">
                              <a:solidFill>
                                <a:srgbClr val="957922"/>
                              </a:solidFill>
                              <a:latin typeface="Lucida Sans Typewriter" panose="020B0509030504030204" pitchFamily="49" charset="0"/>
                              <a:ea typeface="Noto Mono" panose="020B0609030804020204" pitchFamily="49" charset="0"/>
                              <a:cs typeface="Noto Mono" panose="020B0609030804020204" pitchFamily="49" charset="0"/>
                            </a:rPr>
                            <m:t>edu</m:t>
                          </m:r>
                          <m:r>
                            <m:rPr>
                              <m:nor/>
                            </m:rPr>
                            <a:rPr lang="en-US" sz="1800" b="1" i="0" smtClean="0">
                              <a:solidFill>
                                <a:srgbClr val="957922"/>
                              </a:solidFill>
                              <a:latin typeface="Lucida Sans Typewriter" panose="020B0509030504030204" pitchFamily="49" charset="0"/>
                              <a:ea typeface="Noto Mono" panose="020B0609030804020204" pitchFamily="49" charset="0"/>
                              <a:cs typeface="Noto Mono" panose="020B0609030804020204" pitchFamily="49" charset="0"/>
                            </a:rPr>
                            <m:t>.,</m:t>
                          </m:r>
                          <m:r>
                            <m:rPr>
                              <m:nor/>
                            </m:rPr>
                            <a:rPr lang="en-US" sz="1800" b="1" i="0" smtClean="0">
                              <a:solidFill>
                                <a:srgbClr val="957922"/>
                              </a:solidFill>
                              <a:latin typeface="Lucida Sans Typewriter" panose="020B0509030504030204" pitchFamily="49" charset="0"/>
                              <a:ea typeface="Noto Mono" panose="020B0609030804020204" pitchFamily="49" charset="0"/>
                              <a:cs typeface="Noto Mono" panose="020B0609030804020204" pitchFamily="49" charset="0"/>
                            </a:rPr>
                            <m:t>A</m:t>
                          </m:r>
                        </m:e>
                      </m:d>
                    </m:oMath>
                  </m:oMathPara>
                </a14:m>
                <a:endParaRPr lang="en-US" sz="1800" b="1" i="1" dirty="0">
                  <a:solidFill>
                    <a:srgbClr val="957922"/>
                  </a:solidFill>
                  <a:latin typeface="Lucida Sans Typewriter" panose="020B0509030504030204" pitchFamily="49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⟨"/>
                          <m:endChr m:val="⟩"/>
                          <m:ctrlPr>
                            <a:rPr lang="en-US" sz="1800" b="1" i="1" smtClean="0">
                              <a:solidFill>
                                <a:srgbClr val="957922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nor/>
                            </m:rPr>
                            <a:rPr lang="en-US" sz="1800" b="1" i="0" smtClean="0">
                              <a:solidFill>
                                <a:srgbClr val="957922"/>
                              </a:solidFill>
                              <a:latin typeface="Lucida Sans Typewriter" panose="020B0509030504030204" pitchFamily="49" charset="0"/>
                              <a:ea typeface="Noto Mono" panose="020B0609030804020204" pitchFamily="49" charset="0"/>
                              <a:cs typeface="Noto Mono" panose="020B0609030804020204" pitchFamily="49" charset="0"/>
                            </a:rPr>
                            <m:t>edu</m:t>
                          </m:r>
                          <m:r>
                            <m:rPr>
                              <m:nor/>
                            </m:rPr>
                            <a:rPr lang="en-US" sz="1800" b="1" i="0" smtClean="0">
                              <a:solidFill>
                                <a:srgbClr val="957922"/>
                              </a:solidFill>
                              <a:latin typeface="Lucida Sans Typewriter" panose="020B0509030504030204" pitchFamily="49" charset="0"/>
                              <a:ea typeface="Noto Mono" panose="020B0609030804020204" pitchFamily="49" charset="0"/>
                              <a:cs typeface="Noto Mono" panose="020B0609030804020204" pitchFamily="49" charset="0"/>
                            </a:rPr>
                            <m:t>.,</m:t>
                          </m:r>
                          <m:r>
                            <m:rPr>
                              <m:nor/>
                            </m:rPr>
                            <a:rPr lang="en-US" sz="1800" b="1" i="0" smtClean="0">
                              <a:solidFill>
                                <a:srgbClr val="957922"/>
                              </a:solidFill>
                              <a:latin typeface="Lucida Sans Typewriter" panose="020B0509030504030204" pitchFamily="49" charset="0"/>
                              <a:ea typeface="Noto Mono" panose="020B0609030804020204" pitchFamily="49" charset="0"/>
                              <a:cs typeface="Noto Mono" panose="020B0609030804020204" pitchFamily="49" charset="0"/>
                            </a:rPr>
                            <m:t>NS</m:t>
                          </m:r>
                        </m:e>
                      </m:d>
                    </m:oMath>
                  </m:oMathPara>
                </a14:m>
                <a:endParaRPr lang="en-US" sz="1800" b="1" i="1" dirty="0">
                  <a:solidFill>
                    <a:srgbClr val="957922"/>
                  </a:solidFill>
                  <a:latin typeface="Lucida Sans Typewriter" panose="020B0509030504030204" pitchFamily="49" charset="0"/>
                  <a:ea typeface="Noto Mono" panose="020B0609030804020204" pitchFamily="49" charset="0"/>
                  <a:cs typeface="Noto Mono" panose="020B0609030804020204" pitchFamily="49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⟨"/>
                          <m:endChr m:val="⟩"/>
                          <m:ctrlPr>
                            <a:rPr lang="en-US" sz="1800" b="1" i="1" smtClean="0">
                              <a:solidFill>
                                <a:srgbClr val="957922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nor/>
                            </m:rPr>
                            <a:rPr lang="en-US" sz="1800" b="1" i="0" smtClean="0">
                              <a:solidFill>
                                <a:srgbClr val="957922"/>
                              </a:solidFill>
                              <a:latin typeface="Lucida Sans Typewriter" panose="020B0509030504030204" pitchFamily="49" charset="0"/>
                              <a:ea typeface="Noto Mono" panose="020B0609030804020204" pitchFamily="49" charset="0"/>
                              <a:cs typeface="Noto Mono" panose="020B0609030804020204" pitchFamily="49" charset="0"/>
                            </a:rPr>
                            <m:t>ucla</m:t>
                          </m:r>
                          <m:r>
                            <m:rPr>
                              <m:nor/>
                            </m:rPr>
                            <a:rPr lang="en-US" sz="1800" b="1" i="0" smtClean="0">
                              <a:solidFill>
                                <a:srgbClr val="957922"/>
                              </a:solidFill>
                              <a:latin typeface="Lucida Sans Typewriter" panose="020B0509030504030204" pitchFamily="49" charset="0"/>
                              <a:ea typeface="Noto Mono" panose="020B0609030804020204" pitchFamily="49" charset="0"/>
                              <a:cs typeface="Noto Mono" panose="020B0609030804020204" pitchFamily="49" charset="0"/>
                            </a:rPr>
                            <m:t>.</m:t>
                          </m:r>
                          <m:r>
                            <m:rPr>
                              <m:nor/>
                            </m:rPr>
                            <a:rPr lang="en-US" sz="1800" b="1" i="0" smtClean="0">
                              <a:solidFill>
                                <a:srgbClr val="957922"/>
                              </a:solidFill>
                              <a:latin typeface="Lucida Sans Typewriter" panose="020B0509030504030204" pitchFamily="49" charset="0"/>
                              <a:ea typeface="Noto Mono" panose="020B0609030804020204" pitchFamily="49" charset="0"/>
                              <a:cs typeface="Noto Mono" panose="020B0609030804020204" pitchFamily="49" charset="0"/>
                            </a:rPr>
                            <m:t>edu</m:t>
                          </m:r>
                          <m:r>
                            <m:rPr>
                              <m:nor/>
                            </m:rPr>
                            <a:rPr lang="en-US" sz="1800" b="1" i="0" smtClean="0">
                              <a:solidFill>
                                <a:srgbClr val="957922"/>
                              </a:solidFill>
                              <a:latin typeface="Lucida Sans Typewriter" panose="020B0509030504030204" pitchFamily="49" charset="0"/>
                              <a:ea typeface="Noto Mono" panose="020B0609030804020204" pitchFamily="49" charset="0"/>
                              <a:cs typeface="Noto Mono" panose="020B0609030804020204" pitchFamily="49" charset="0"/>
                            </a:rPr>
                            <m:t>.,</m:t>
                          </m:r>
                          <m:r>
                            <m:rPr>
                              <m:nor/>
                            </m:rPr>
                            <a:rPr lang="en-US" sz="1800" b="1" i="0" smtClean="0">
                              <a:solidFill>
                                <a:srgbClr val="957922"/>
                              </a:solidFill>
                              <a:latin typeface="Lucida Sans Typewriter" panose="020B0509030504030204" pitchFamily="49" charset="0"/>
                              <a:ea typeface="Noto Mono" panose="020B0609030804020204" pitchFamily="49" charset="0"/>
                              <a:cs typeface="Noto Mono" panose="020B0609030804020204" pitchFamily="49" charset="0"/>
                            </a:rPr>
                            <m:t>MX</m:t>
                          </m:r>
                        </m:e>
                      </m:d>
                    </m:oMath>
                  </m:oMathPara>
                </a14:m>
                <a:endParaRPr lang="en-US" sz="1800" b="1" i="1" dirty="0">
                  <a:solidFill>
                    <a:srgbClr val="957922"/>
                  </a:solidFill>
                  <a:latin typeface="Lucida Sans Typewriter" panose="020B0509030504030204" pitchFamily="49" charset="0"/>
                  <a:ea typeface="Noto Mono" panose="020B0609030804020204" pitchFamily="49" charset="0"/>
                  <a:cs typeface="Noto Mono" panose="020B0609030804020204" pitchFamily="49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⟨"/>
                          <m:endChr m:val="⟩"/>
                          <m:ctrlPr>
                            <a:rPr lang="en-US" sz="1800" b="1" i="1" smtClean="0">
                              <a:solidFill>
                                <a:srgbClr val="957922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nor/>
                            </m:rPr>
                            <a:rPr lang="en-US" sz="1800" b="1" i="0" smtClean="0">
                              <a:solidFill>
                                <a:srgbClr val="957922"/>
                              </a:solidFill>
                              <a:latin typeface="Lucida Sans Typewriter" panose="020B0509030504030204" pitchFamily="49" charset="0"/>
                              <a:ea typeface="Noto Mono" panose="020B0609030804020204" pitchFamily="49" charset="0"/>
                              <a:cs typeface="Noto Mono" panose="020B0609030804020204" pitchFamily="49" charset="0"/>
                            </a:rPr>
                            <m:t>ucla</m:t>
                          </m:r>
                          <m:r>
                            <m:rPr>
                              <m:nor/>
                            </m:rPr>
                            <a:rPr lang="en-US" sz="1800" b="1" i="0" smtClean="0">
                              <a:solidFill>
                                <a:srgbClr val="957922"/>
                              </a:solidFill>
                              <a:latin typeface="Lucida Sans Typewriter" panose="020B0509030504030204" pitchFamily="49" charset="0"/>
                              <a:ea typeface="Noto Mono" panose="020B0609030804020204" pitchFamily="49" charset="0"/>
                              <a:cs typeface="Noto Mono" panose="020B0609030804020204" pitchFamily="49" charset="0"/>
                            </a:rPr>
                            <m:t>.</m:t>
                          </m:r>
                          <m:r>
                            <m:rPr>
                              <m:nor/>
                            </m:rPr>
                            <a:rPr lang="en-US" sz="1800" b="1" i="0" smtClean="0">
                              <a:solidFill>
                                <a:srgbClr val="957922"/>
                              </a:solidFill>
                              <a:latin typeface="Lucida Sans Typewriter" panose="020B0509030504030204" pitchFamily="49" charset="0"/>
                              <a:ea typeface="Noto Mono" panose="020B0609030804020204" pitchFamily="49" charset="0"/>
                              <a:cs typeface="Noto Mono" panose="020B0609030804020204" pitchFamily="49" charset="0"/>
                            </a:rPr>
                            <m:t>edu</m:t>
                          </m:r>
                          <m:r>
                            <m:rPr>
                              <m:nor/>
                            </m:rPr>
                            <a:rPr lang="en-US" sz="1800" b="1" i="0" smtClean="0">
                              <a:solidFill>
                                <a:srgbClr val="957922"/>
                              </a:solidFill>
                              <a:latin typeface="Lucida Sans Typewriter" panose="020B0509030504030204" pitchFamily="49" charset="0"/>
                              <a:ea typeface="Noto Mono" panose="020B0609030804020204" pitchFamily="49" charset="0"/>
                              <a:cs typeface="Noto Mono" panose="020B0609030804020204" pitchFamily="49" charset="0"/>
                            </a:rPr>
                            <m:t>.,</m:t>
                          </m:r>
                          <m:r>
                            <m:rPr>
                              <m:nor/>
                            </m:rPr>
                            <a:rPr lang="en-US" sz="1800" b="1" i="0" smtClean="0">
                              <a:solidFill>
                                <a:srgbClr val="957922"/>
                              </a:solidFill>
                              <a:latin typeface="Lucida Sans Typewriter" panose="020B0509030504030204" pitchFamily="49" charset="0"/>
                              <a:ea typeface="Noto Mono" panose="020B0609030804020204" pitchFamily="49" charset="0"/>
                              <a:cs typeface="Noto Mono" panose="020B0609030804020204" pitchFamily="49" charset="0"/>
                            </a:rPr>
                            <m:t>TXT</m:t>
                          </m:r>
                        </m:e>
                      </m:d>
                    </m:oMath>
                  </m:oMathPara>
                </a14:m>
                <a:endParaRPr lang="en-US" sz="1800" b="1" dirty="0">
                  <a:solidFill>
                    <a:srgbClr val="957922"/>
                  </a:solidFill>
                  <a:latin typeface="Lucida Sans Typewriter" panose="020B0509030504030204" pitchFamily="49" charset="0"/>
                  <a:ea typeface="Noto Mono" panose="020B0609030804020204" pitchFamily="49" charset="0"/>
                  <a:cs typeface="Noto Mono" panose="020B0609030804020204" pitchFamily="49" charset="0"/>
                </a:endParaRPr>
              </a:p>
              <a:p>
                <a:r>
                  <a:rPr lang="en-US" sz="1800" b="1" dirty="0">
                    <a:solidFill>
                      <a:srgbClr val="957922"/>
                    </a:solidFill>
                    <a:latin typeface="Lucida Sans Typewriter" panose="020B0509030504030204" pitchFamily="49" charset="0"/>
                    <a:ea typeface="Source Sans Pro" panose="020B0503030403020204" pitchFamily="34" charset="0"/>
                  </a:rPr>
                  <a:t>            … </a:t>
                </a:r>
              </a:p>
            </p:txBody>
          </p:sp>
        </mc:Choice>
        <mc:Fallback>
          <p:sp>
            <p:nvSpPr>
              <p:cNvPr id="4" name="Speech Bubble: Rectangle with Corners Rounded 3">
                <a:extLst>
                  <a:ext uri="{FF2B5EF4-FFF2-40B4-BE49-F238E27FC236}">
                    <a16:creationId xmlns:a16="http://schemas.microsoft.com/office/drawing/2014/main" id="{3163957F-0AAB-4C4C-94DA-7EE1A4180D4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57651" y="3673910"/>
                <a:ext cx="2071055" cy="1491106"/>
              </a:xfrm>
              <a:prstGeom prst="wedgeRoundRectCallout">
                <a:avLst>
                  <a:gd name="adj1" fmla="val 64158"/>
                  <a:gd name="adj2" fmla="val 51768"/>
                  <a:gd name="adj3" fmla="val 16667"/>
                </a:avLst>
              </a:prstGeom>
              <a:blipFill>
                <a:blip r:embed="rId9"/>
                <a:stretch>
                  <a:fillRect b="-3162"/>
                </a:stretch>
              </a:blipFill>
              <a:ln>
                <a:solidFill>
                  <a:srgbClr val="957922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Rectangle: Rounded Corners 49">
                <a:extLst>
                  <a:ext uri="{FF2B5EF4-FFF2-40B4-BE49-F238E27FC236}">
                    <a16:creationId xmlns:a16="http://schemas.microsoft.com/office/drawing/2014/main" id="{BBD20436-AA00-46A9-A8C0-BC04A97787DE}"/>
                  </a:ext>
                </a:extLst>
              </p:cNvPr>
              <p:cNvSpPr/>
              <p:nvPr/>
            </p:nvSpPr>
            <p:spPr>
              <a:xfrm>
                <a:off x="3890949" y="2982878"/>
                <a:ext cx="7299865" cy="1574923"/>
              </a:xfrm>
              <a:prstGeom prst="roundRect">
                <a:avLst>
                  <a:gd name="adj" fmla="val 4541"/>
                </a:avLst>
              </a:prstGeom>
              <a:solidFill>
                <a:srgbClr val="7B9199"/>
              </a:solidFill>
              <a:ln w="19050">
                <a:noFill/>
              </a:ln>
              <a:effectLst>
                <a:outerShdw blurRad="50800" dist="762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wrap="square" rtlCol="0" anchor="ctr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</m:t>
                      </m:r>
                      <m:nary>
                        <m:naryPr>
                          <m:chr m:val="∑"/>
                          <m:limLoc m:val="subSup"/>
                          <m:ctrlPr>
                            <a:rPr lang="en-US" sz="2800" b="1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5"/>
                            </m:rPr>
                            <a:rPr lang="en-US" sz="2800" b="1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𝒊</m:t>
                          </m:r>
                          <m:r>
                            <a:rPr lang="en-US" sz="2800" b="1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2800" b="1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𝟎</m:t>
                          </m:r>
                        </m:sub>
                        <m:sup>
                          <m:r>
                            <a:rPr lang="en-US" sz="2800" b="1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𝟐𝟓𝟑</m:t>
                          </m:r>
                        </m:sup>
                        <m:e>
                          <m:sSup>
                            <m:sSupPr>
                              <m:ctrlPr>
                                <a:rPr lang="en-US" sz="2800" b="1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800" b="1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𝟑𝟖</m:t>
                              </m:r>
                            </m:e>
                            <m:sup>
                              <m:r>
                                <a:rPr lang="en-US" sz="2800" b="1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</m:sup>
                          </m:sSup>
                        </m:e>
                      </m:nary>
                      <m:r>
                        <a:rPr lang="en-US" sz="2800" b="1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800" b="1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×|</m:t>
                      </m:r>
                      <m:r>
                        <a:rPr lang="en-US" sz="2800" b="1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𝑻</m:t>
                      </m:r>
                      <m:r>
                        <a:rPr lang="en-US" sz="2800" b="1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|</m:t>
                      </m:r>
                    </m:oMath>
                  </m:oMathPara>
                </a14:m>
                <a:endParaRPr lang="en-US" sz="2800" b="1">
                  <a:solidFill>
                    <a:schemeClr val="bg1"/>
                  </a:solidFill>
                  <a:latin typeface="Palatino Linotype" panose="02040502050505030304" pitchFamily="18" charset="0"/>
                  <a:ea typeface="Source Sans Pro" panose="020B0503030403020204" pitchFamily="34" charset="0"/>
                </a:endParaRPr>
              </a:p>
              <a:p>
                <a:pPr algn="ctr"/>
                <a:r>
                  <a:rPr lang="en-US" sz="3600" b="1">
                    <a:solidFill>
                      <a:schemeClr val="bg1"/>
                    </a:solidFill>
                    <a:latin typeface="Palatino Linotype" panose="02040502050505030304" pitchFamily="18" charset="0"/>
                    <a:ea typeface="Source Sans Pro" panose="020B0503030403020204" pitchFamily="34" charset="0"/>
                  </a:rPr>
                  <a:t>Too many queries to enumerate</a:t>
                </a:r>
                <a:r>
                  <a:rPr lang="en-US" sz="2800" b="1">
                    <a:solidFill>
                      <a:schemeClr val="bg1"/>
                    </a:solidFill>
                    <a:latin typeface="Palatino Linotype" panose="02040502050505030304" pitchFamily="18" charset="0"/>
                    <a:ea typeface="Source Sans Pro" panose="020B0503030403020204" pitchFamily="34" charset="0"/>
                  </a:rPr>
                  <a:t>!</a:t>
                </a:r>
              </a:p>
            </p:txBody>
          </p:sp>
        </mc:Choice>
        <mc:Fallback xmlns="">
          <p:sp>
            <p:nvSpPr>
              <p:cNvPr id="50" name="Rectangle: Rounded Corners 49">
                <a:extLst>
                  <a:ext uri="{FF2B5EF4-FFF2-40B4-BE49-F238E27FC236}">
                    <a16:creationId xmlns:a16="http://schemas.microsoft.com/office/drawing/2014/main" id="{BBD20436-AA00-46A9-A8C0-BC04A97787D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90949" y="2982878"/>
                <a:ext cx="7299865" cy="1574923"/>
              </a:xfrm>
              <a:prstGeom prst="roundRect">
                <a:avLst>
                  <a:gd name="adj" fmla="val 4541"/>
                </a:avLst>
              </a:prstGeom>
              <a:blipFill>
                <a:blip r:embed="rId10"/>
                <a:stretch>
                  <a:fillRect/>
                </a:stretch>
              </a:blipFill>
              <a:ln w="19050">
                <a:noFill/>
              </a:ln>
              <a:effectLst>
                <a:outerShdw blurRad="50800" dist="762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2881501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65;p14">
            <a:extLst>
              <a:ext uri="{FF2B5EF4-FFF2-40B4-BE49-F238E27FC236}">
                <a16:creationId xmlns:a16="http://schemas.microsoft.com/office/drawing/2014/main" id="{E98430C3-8C56-47EF-8D13-F1BC5B855A4C}"/>
              </a:ext>
            </a:extLst>
          </p:cNvPr>
          <p:cNvSpPr txBox="1">
            <a:spLocks/>
          </p:cNvSpPr>
          <p:nvPr/>
        </p:nvSpPr>
        <p:spPr>
          <a:xfrm>
            <a:off x="4025261" y="209319"/>
            <a:ext cx="4141478" cy="800179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121900" tIns="121900" rIns="121900" bIns="12190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 b="0" i="0" u="none" strike="noStrike" cap="non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 b="0" i="0" u="none" strike="noStrike" cap="non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 b="0" i="0" u="none" strike="noStrike" cap="non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 b="0" i="0" u="none" strike="noStrike" cap="non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 b="0" i="0" u="none" strike="noStrike" cap="non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 b="0" i="0" u="none" strike="noStrike" cap="non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 b="0" i="0" u="none" strike="noStrike" cap="non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 b="0" i="0" u="none" strike="noStrike" cap="non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 b="0" i="0" u="none" strike="noStrike" cap="non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9pPr>
          </a:lstStyle>
          <a:p>
            <a:pPr defTabSz="914400"/>
            <a:r>
              <a:rPr lang="en-US" sz="3600" b="1" kern="0" cap="small" err="1">
                <a:solidFill>
                  <a:srgbClr val="546970"/>
                </a:solidFill>
                <a:latin typeface="Bookman Old Style" panose="02050604050505020204" pitchFamily="18" charset="0"/>
              </a:rPr>
              <a:t>GRoot</a:t>
            </a:r>
            <a:r>
              <a:rPr lang="en-US" sz="3600" b="1" kern="0">
                <a:solidFill>
                  <a:srgbClr val="546970"/>
                </a:solidFill>
                <a:latin typeface="Bookman Old Style" panose="02050604050505020204" pitchFamily="18" charset="0"/>
              </a:rPr>
              <a:t> Internals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2D906CAF-ED1E-4497-9E16-1CE9DB305745}"/>
              </a:ext>
            </a:extLst>
          </p:cNvPr>
          <p:cNvSpPr/>
          <p:nvPr/>
        </p:nvSpPr>
        <p:spPr>
          <a:xfrm flipV="1">
            <a:off x="4145001" y="886094"/>
            <a:ext cx="3901998" cy="27432"/>
          </a:xfrm>
          <a:prstGeom prst="roundRect">
            <a:avLst/>
          </a:prstGeom>
          <a:solidFill>
            <a:srgbClr val="26A69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1FF0F39B-00B2-4DD6-9CF9-0A6A6B53ACC8}"/>
              </a:ext>
            </a:extLst>
          </p:cNvPr>
          <p:cNvGrpSpPr/>
          <p:nvPr/>
        </p:nvGrpSpPr>
        <p:grpSpPr>
          <a:xfrm>
            <a:off x="546426" y="2232251"/>
            <a:ext cx="582373" cy="576449"/>
            <a:chOff x="597231" y="3855347"/>
            <a:chExt cx="275548" cy="278982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7C26E53C-31E7-4BA4-8809-D1BF8ADABE17}"/>
                </a:ext>
              </a:extLst>
            </p:cNvPr>
            <p:cNvSpPr/>
            <p:nvPr/>
          </p:nvSpPr>
          <p:spPr>
            <a:xfrm>
              <a:off x="634989" y="3855347"/>
              <a:ext cx="204277" cy="27898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pic>
          <p:nvPicPr>
            <p:cNvPr id="11" name="Picture 2" descr="See the source image">
              <a:extLst>
                <a:ext uri="{FF2B5EF4-FFF2-40B4-BE49-F238E27FC236}">
                  <a16:creationId xmlns:a16="http://schemas.microsoft.com/office/drawing/2014/main" id="{612BEC31-04EC-418D-8932-1B133B0F8FD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 cstate="print">
              <a:clrChange>
                <a:clrFrom>
                  <a:srgbClr val="000000">
                    <a:alpha val="0"/>
                  </a:srgbClr>
                </a:clrFrom>
                <a:clrTo>
                  <a:srgbClr val="000000">
                    <a:alpha val="0"/>
                  </a:srgbClr>
                </a:clrTo>
              </a:clrChange>
              <a:duotone>
                <a:schemeClr val="accent4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97231" y="3855347"/>
              <a:ext cx="275548" cy="25369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B3CD47D2-5C29-470E-82FA-2252AD4384DC}"/>
              </a:ext>
            </a:extLst>
          </p:cNvPr>
          <p:cNvGrpSpPr/>
          <p:nvPr/>
        </p:nvGrpSpPr>
        <p:grpSpPr>
          <a:xfrm>
            <a:off x="569654" y="2987368"/>
            <a:ext cx="535916" cy="611265"/>
            <a:chOff x="597231" y="3855347"/>
            <a:chExt cx="275548" cy="278982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2EFA4E46-3989-4F94-9FCE-D44D56B60582}"/>
                </a:ext>
              </a:extLst>
            </p:cNvPr>
            <p:cNvSpPr/>
            <p:nvPr/>
          </p:nvSpPr>
          <p:spPr>
            <a:xfrm>
              <a:off x="634989" y="3855347"/>
              <a:ext cx="204277" cy="27898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pic>
          <p:nvPicPr>
            <p:cNvPr id="14" name="Picture 2" descr="See the source image">
              <a:extLst>
                <a:ext uri="{FF2B5EF4-FFF2-40B4-BE49-F238E27FC236}">
                  <a16:creationId xmlns:a16="http://schemas.microsoft.com/office/drawing/2014/main" id="{228F6F65-0431-4A0F-9975-96FA8B13721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 cstate="print">
              <a:duotone>
                <a:schemeClr val="accent6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97231" y="3855347"/>
              <a:ext cx="275548" cy="25369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45D29CB6-7934-4484-A59B-81E1EFAFC415}"/>
              </a:ext>
            </a:extLst>
          </p:cNvPr>
          <p:cNvGrpSpPr/>
          <p:nvPr/>
        </p:nvGrpSpPr>
        <p:grpSpPr>
          <a:xfrm>
            <a:off x="566840" y="4547307"/>
            <a:ext cx="541545" cy="591160"/>
            <a:chOff x="597231" y="3855347"/>
            <a:chExt cx="275548" cy="278982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F48D7129-2757-48F6-B4C9-DB57D2A2D272}"/>
                </a:ext>
              </a:extLst>
            </p:cNvPr>
            <p:cNvSpPr/>
            <p:nvPr/>
          </p:nvSpPr>
          <p:spPr>
            <a:xfrm>
              <a:off x="634989" y="3855347"/>
              <a:ext cx="204277" cy="27898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pic>
          <p:nvPicPr>
            <p:cNvPr id="17" name="Picture 2" descr="See the source image">
              <a:extLst>
                <a:ext uri="{FF2B5EF4-FFF2-40B4-BE49-F238E27FC236}">
                  <a16:creationId xmlns:a16="http://schemas.microsoft.com/office/drawing/2014/main" id="{791DF4F5-F3BE-4987-B7F2-001A2C015EE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 cstate="print">
              <a:duotone>
                <a:schemeClr val="accent3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97231" y="3855347"/>
              <a:ext cx="275548" cy="25369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1B3EB7AC-D689-46A8-8173-0E377127AE83}"/>
              </a:ext>
            </a:extLst>
          </p:cNvPr>
          <p:cNvGrpSpPr/>
          <p:nvPr/>
        </p:nvGrpSpPr>
        <p:grpSpPr>
          <a:xfrm>
            <a:off x="542022" y="5205388"/>
            <a:ext cx="591180" cy="672621"/>
            <a:chOff x="597231" y="3855347"/>
            <a:chExt cx="275548" cy="278982"/>
          </a:xfrm>
        </p:grpSpPr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363E4B6E-F3D9-4D5F-87B9-2C8C6A6DE83E}"/>
                </a:ext>
              </a:extLst>
            </p:cNvPr>
            <p:cNvSpPr/>
            <p:nvPr/>
          </p:nvSpPr>
          <p:spPr>
            <a:xfrm>
              <a:off x="634989" y="3855347"/>
              <a:ext cx="204277" cy="27898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pic>
          <p:nvPicPr>
            <p:cNvPr id="20" name="Picture 2" descr="See the source image">
              <a:extLst>
                <a:ext uri="{FF2B5EF4-FFF2-40B4-BE49-F238E27FC236}">
                  <a16:creationId xmlns:a16="http://schemas.microsoft.com/office/drawing/2014/main" id="{267A6525-2D0E-4DA5-9A25-0D3F8A87B41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 cstate="print">
              <a:duotone>
                <a:schemeClr val="accent5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97231" y="3855347"/>
              <a:ext cx="275548" cy="25369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4E5D3F03-FB0D-4516-8257-009A3EBFF03B}"/>
              </a:ext>
            </a:extLst>
          </p:cNvPr>
          <p:cNvGrpSpPr/>
          <p:nvPr/>
        </p:nvGrpSpPr>
        <p:grpSpPr>
          <a:xfrm>
            <a:off x="563992" y="3760530"/>
            <a:ext cx="547241" cy="595058"/>
            <a:chOff x="597231" y="3855347"/>
            <a:chExt cx="275548" cy="278982"/>
          </a:xfrm>
        </p:grpSpPr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A7FDD109-5A1B-480D-A0D8-FB2B3876FD86}"/>
                </a:ext>
              </a:extLst>
            </p:cNvPr>
            <p:cNvSpPr/>
            <p:nvPr/>
          </p:nvSpPr>
          <p:spPr>
            <a:xfrm>
              <a:off x="634989" y="3855347"/>
              <a:ext cx="204277" cy="27898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pic>
          <p:nvPicPr>
            <p:cNvPr id="23" name="Picture 2" descr="See the source image">
              <a:extLst>
                <a:ext uri="{FF2B5EF4-FFF2-40B4-BE49-F238E27FC236}">
                  <a16:creationId xmlns:a16="http://schemas.microsoft.com/office/drawing/2014/main" id="{82661E78-463B-4157-B1CA-0BFF5A667A7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 cstate="print">
              <a:duotone>
                <a:prstClr val="black"/>
                <a:schemeClr val="accent1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97231" y="3855347"/>
              <a:ext cx="275548" cy="25369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89E24C34-9778-4864-8AEF-7808583C41D3}"/>
              </a:ext>
            </a:extLst>
          </p:cNvPr>
          <p:cNvCxnSpPr>
            <a:cxnSpLocks/>
          </p:cNvCxnSpPr>
          <p:nvPr/>
        </p:nvCxnSpPr>
        <p:spPr>
          <a:xfrm>
            <a:off x="1128799" y="2494354"/>
            <a:ext cx="1074526" cy="195400"/>
          </a:xfrm>
          <a:prstGeom prst="straightConnector1">
            <a:avLst/>
          </a:prstGeom>
          <a:ln w="28575">
            <a:solidFill>
              <a:schemeClr val="accent4">
                <a:lumMod val="75000"/>
              </a:schemeClr>
            </a:solidFill>
            <a:tailEnd type="stealth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D144F3CD-08FC-450F-9193-3F41D3F541AE}"/>
              </a:ext>
            </a:extLst>
          </p:cNvPr>
          <p:cNvCxnSpPr>
            <a:cxnSpLocks/>
          </p:cNvCxnSpPr>
          <p:nvPr/>
        </p:nvCxnSpPr>
        <p:spPr>
          <a:xfrm flipV="1">
            <a:off x="1105570" y="3244317"/>
            <a:ext cx="1065024" cy="20985"/>
          </a:xfrm>
          <a:prstGeom prst="straightConnector1">
            <a:avLst/>
          </a:prstGeom>
          <a:ln w="28575">
            <a:solidFill>
              <a:srgbClr val="B95757"/>
            </a:solidFill>
            <a:tailEnd type="stealth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9A909963-F5BC-4F6A-B44E-34D627065580}"/>
              </a:ext>
            </a:extLst>
          </p:cNvPr>
          <p:cNvCxnSpPr>
            <a:cxnSpLocks/>
          </p:cNvCxnSpPr>
          <p:nvPr/>
        </p:nvCxnSpPr>
        <p:spPr>
          <a:xfrm flipV="1">
            <a:off x="1111233" y="3760530"/>
            <a:ext cx="1059361" cy="270565"/>
          </a:xfrm>
          <a:prstGeom prst="straightConnector1">
            <a:avLst/>
          </a:prstGeom>
          <a:ln w="28575">
            <a:solidFill>
              <a:schemeClr val="tx1"/>
            </a:solidFill>
            <a:tailEnd type="stealth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9EEE4ABE-53BD-47B2-841C-B435046F57D9}"/>
              </a:ext>
            </a:extLst>
          </p:cNvPr>
          <p:cNvCxnSpPr>
            <a:cxnSpLocks/>
          </p:cNvCxnSpPr>
          <p:nvPr/>
        </p:nvCxnSpPr>
        <p:spPr>
          <a:xfrm flipV="1">
            <a:off x="1108385" y="4183881"/>
            <a:ext cx="1062209" cy="632219"/>
          </a:xfrm>
          <a:prstGeom prst="straightConnector1">
            <a:avLst/>
          </a:prstGeom>
          <a:ln w="28575">
            <a:solidFill>
              <a:srgbClr val="CF6300"/>
            </a:solidFill>
            <a:tailEnd type="stealth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3D697800-9596-4674-8670-CCDB54A393F0}"/>
              </a:ext>
            </a:extLst>
          </p:cNvPr>
          <p:cNvCxnSpPr>
            <a:cxnSpLocks/>
          </p:cNvCxnSpPr>
          <p:nvPr/>
        </p:nvCxnSpPr>
        <p:spPr>
          <a:xfrm flipV="1">
            <a:off x="1133202" y="4630198"/>
            <a:ext cx="1108764" cy="881023"/>
          </a:xfrm>
          <a:prstGeom prst="straightConnector1">
            <a:avLst/>
          </a:prstGeom>
          <a:ln w="28575">
            <a:solidFill>
              <a:schemeClr val="accent5">
                <a:lumMod val="75000"/>
              </a:schemeClr>
            </a:solidFill>
            <a:tailEnd type="stealth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6064B5D0-3EAD-4FB6-9874-6CB2BAE8FBD3}"/>
              </a:ext>
            </a:extLst>
          </p:cNvPr>
          <p:cNvCxnSpPr>
            <a:cxnSpLocks/>
          </p:cNvCxnSpPr>
          <p:nvPr/>
        </p:nvCxnSpPr>
        <p:spPr>
          <a:xfrm flipV="1">
            <a:off x="1111233" y="5007819"/>
            <a:ext cx="1265111" cy="1284333"/>
          </a:xfrm>
          <a:prstGeom prst="straightConnector1">
            <a:avLst/>
          </a:prstGeom>
          <a:ln w="28575">
            <a:solidFill>
              <a:srgbClr val="4A8522"/>
            </a:solidFill>
            <a:tailEnd type="stealth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grpSp>
        <p:nvGrpSpPr>
          <p:cNvPr id="35" name="Group 34">
            <a:extLst>
              <a:ext uri="{FF2B5EF4-FFF2-40B4-BE49-F238E27FC236}">
                <a16:creationId xmlns:a16="http://schemas.microsoft.com/office/drawing/2014/main" id="{46B98D7D-2C93-4634-A13E-7C9B8074A5A2}"/>
              </a:ext>
            </a:extLst>
          </p:cNvPr>
          <p:cNvGrpSpPr/>
          <p:nvPr/>
        </p:nvGrpSpPr>
        <p:grpSpPr>
          <a:xfrm>
            <a:off x="540961" y="6016979"/>
            <a:ext cx="535916" cy="611265"/>
            <a:chOff x="597231" y="3855347"/>
            <a:chExt cx="275548" cy="278982"/>
          </a:xfrm>
        </p:grpSpPr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29263929-E2C5-470F-86C5-F7FF021C3797}"/>
                </a:ext>
              </a:extLst>
            </p:cNvPr>
            <p:cNvSpPr/>
            <p:nvPr/>
          </p:nvSpPr>
          <p:spPr>
            <a:xfrm>
              <a:off x="634989" y="3855347"/>
              <a:ext cx="204277" cy="278982"/>
            </a:xfrm>
            <a:prstGeom prst="rect">
              <a:avLst/>
            </a:prstGeom>
            <a:solidFill>
              <a:sysClr val="window" lastClr="FFFFFF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pic>
          <p:nvPicPr>
            <p:cNvPr id="37" name="Picture 2" descr="See the source image">
              <a:extLst>
                <a:ext uri="{FF2B5EF4-FFF2-40B4-BE49-F238E27FC236}">
                  <a16:creationId xmlns:a16="http://schemas.microsoft.com/office/drawing/2014/main" id="{300EA4DB-C6B9-471A-A2D5-1173C77D090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 cstate="print">
              <a:duotone>
                <a:srgbClr val="70AD47">
                  <a:shade val="45000"/>
                  <a:satMod val="135000"/>
                </a:srgb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97231" y="3855347"/>
              <a:ext cx="275548" cy="25369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D267279F-0DED-4DF2-87D5-694064621FD8}"/>
              </a:ext>
            </a:extLst>
          </p:cNvPr>
          <p:cNvSpPr/>
          <p:nvPr/>
        </p:nvSpPr>
        <p:spPr>
          <a:xfrm>
            <a:off x="2680587" y="1374408"/>
            <a:ext cx="1367961" cy="387191"/>
          </a:xfrm>
          <a:prstGeom prst="roundRect">
            <a:avLst>
              <a:gd name="adj" fmla="val 9098"/>
            </a:avLst>
          </a:prstGeom>
          <a:solidFill>
            <a:srgbClr val="FAFAFF"/>
          </a:solidFill>
          <a:ln w="19050">
            <a:solidFill>
              <a:srgbClr val="862286"/>
            </a:solidFill>
          </a:ln>
          <a:effectLst>
            <a:outerShdw blurRad="508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none" rtlCol="0" anchor="ctr">
            <a:spAutoFit/>
          </a:bodyPr>
          <a:lstStyle/>
          <a:p>
            <a:pPr algn="ctr"/>
            <a:r>
              <a:rPr lang="en-US">
                <a:solidFill>
                  <a:srgbClr val="962696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Calibri" panose="020F0502020204030204" pitchFamily="34" charset="0"/>
              </a:rPr>
              <a:t>Label Graph</a:t>
            </a:r>
            <a:endParaRPr lang="en-US">
              <a:solidFill>
                <a:srgbClr val="962696"/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F5A8E15-7818-43AE-AA62-4730E94F5252}"/>
              </a:ext>
            </a:extLst>
          </p:cNvPr>
          <p:cNvSpPr/>
          <p:nvPr/>
        </p:nvSpPr>
        <p:spPr>
          <a:xfrm>
            <a:off x="304915" y="1369958"/>
            <a:ext cx="1174432" cy="387191"/>
          </a:xfrm>
          <a:prstGeom prst="roundRect">
            <a:avLst>
              <a:gd name="adj" fmla="val 9098"/>
            </a:avLst>
          </a:prstGeom>
          <a:solidFill>
            <a:srgbClr val="FAFAFF"/>
          </a:solidFill>
          <a:ln w="19050">
            <a:solidFill>
              <a:srgbClr val="862286"/>
            </a:solidFill>
          </a:ln>
          <a:effectLst>
            <a:outerShdw blurRad="508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none" rtlCol="0" anchor="ctr">
            <a:spAutoFit/>
          </a:bodyPr>
          <a:lstStyle/>
          <a:p>
            <a:pPr algn="ctr"/>
            <a:r>
              <a:rPr lang="en-US">
                <a:solidFill>
                  <a:srgbClr val="962696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Calibri" panose="020F0502020204030204" pitchFamily="34" charset="0"/>
              </a:rPr>
              <a:t>Zone Files</a:t>
            </a:r>
            <a:endParaRPr lang="en-US">
              <a:solidFill>
                <a:srgbClr val="962696"/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grpSp>
        <p:nvGrpSpPr>
          <p:cNvPr id="357" name="Group 356">
            <a:extLst>
              <a:ext uri="{FF2B5EF4-FFF2-40B4-BE49-F238E27FC236}">
                <a16:creationId xmlns:a16="http://schemas.microsoft.com/office/drawing/2014/main" id="{7EC55A9F-E15E-48F7-AA14-CACF610F9800}"/>
              </a:ext>
            </a:extLst>
          </p:cNvPr>
          <p:cNvGrpSpPr/>
          <p:nvPr/>
        </p:nvGrpSpPr>
        <p:grpSpPr>
          <a:xfrm>
            <a:off x="2227857" y="1818921"/>
            <a:ext cx="2809602" cy="3125147"/>
            <a:chOff x="6313692" y="887325"/>
            <a:chExt cx="5339399" cy="4602705"/>
          </a:xfrm>
        </p:grpSpPr>
        <p:sp>
          <p:nvSpPr>
            <p:cNvPr id="358" name="Rectangle: Rounded Corners 357">
              <a:extLst>
                <a:ext uri="{FF2B5EF4-FFF2-40B4-BE49-F238E27FC236}">
                  <a16:creationId xmlns:a16="http://schemas.microsoft.com/office/drawing/2014/main" id="{52644613-A1D7-491F-A5D0-8E1E0C8DB739}"/>
                </a:ext>
              </a:extLst>
            </p:cNvPr>
            <p:cNvSpPr/>
            <p:nvPr/>
          </p:nvSpPr>
          <p:spPr>
            <a:xfrm>
              <a:off x="9372280" y="2357572"/>
              <a:ext cx="815697" cy="419457"/>
            </a:xfrm>
            <a:prstGeom prst="roundRect">
              <a:avLst>
                <a:gd name="adj" fmla="val 9098"/>
              </a:avLst>
            </a:prstGeom>
            <a:solidFill>
              <a:srgbClr val="FFEED9"/>
            </a:solidFill>
            <a:ln w="19050">
              <a:solidFill>
                <a:schemeClr val="accent3">
                  <a:lumMod val="75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wrap="none" rtlCol="0" anchor="ctr">
              <a:noAutofit/>
            </a:bodyPr>
            <a:lstStyle/>
            <a:p>
              <a:pPr algn="ctr"/>
              <a:r>
                <a:rPr lang="en-US" sz="1600" dirty="0" err="1">
                  <a:solidFill>
                    <a:schemeClr val="accent3">
                      <a:lumMod val="75000"/>
                    </a:schemeClr>
                  </a:solidFill>
                  <a:latin typeface="Lucida Sans Typewriter" panose="020B0509030504030204" pitchFamily="49" charset="0"/>
                  <a:ea typeface="Noto Mono" panose="020B0609030804020204" pitchFamily="49" charset="0"/>
                  <a:cs typeface="Noto Mono" panose="020B0609030804020204" pitchFamily="49" charset="0"/>
                </a:rPr>
                <a:t>edu</a:t>
              </a:r>
              <a:endParaRPr lang="en-US" sz="1600" dirty="0">
                <a:solidFill>
                  <a:schemeClr val="accent3">
                    <a:lumMod val="75000"/>
                  </a:schemeClr>
                </a:solidFill>
                <a:latin typeface="Lucida Sans Typewriter" panose="020B0509030504030204" pitchFamily="49" charset="0"/>
                <a:ea typeface="Noto Mono" panose="020B0609030804020204" pitchFamily="49" charset="0"/>
                <a:cs typeface="Noto Mono" panose="020B0609030804020204" pitchFamily="49" charset="0"/>
              </a:endParaRPr>
            </a:p>
          </p:txBody>
        </p:sp>
        <p:sp>
          <p:nvSpPr>
            <p:cNvPr id="359" name="Rectangle: Rounded Corners 358">
              <a:extLst>
                <a:ext uri="{FF2B5EF4-FFF2-40B4-BE49-F238E27FC236}">
                  <a16:creationId xmlns:a16="http://schemas.microsoft.com/office/drawing/2014/main" id="{FC8E86AA-4048-46E7-845B-0A6316F427F5}"/>
                </a:ext>
              </a:extLst>
            </p:cNvPr>
            <p:cNvSpPr/>
            <p:nvPr/>
          </p:nvSpPr>
          <p:spPr>
            <a:xfrm>
              <a:off x="7836501" y="1544144"/>
              <a:ext cx="815696" cy="319684"/>
            </a:xfrm>
            <a:prstGeom prst="roundRect">
              <a:avLst>
                <a:gd name="adj" fmla="val 7396"/>
              </a:avLst>
            </a:prstGeom>
            <a:solidFill>
              <a:srgbClr val="EEF1F2"/>
            </a:solidFill>
            <a:ln w="19050">
              <a:solidFill>
                <a:srgbClr val="70838B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wrap="square" rtlCol="0" anchor="ctr">
              <a:spAutoFit/>
            </a:bodyPr>
            <a:lstStyle/>
            <a:p>
              <a:pPr>
                <a:lnSpc>
                  <a:spcPct val="100000"/>
                </a:lnSpc>
                <a:spcAft>
                  <a:spcPts val="500"/>
                </a:spcAft>
                <a:buClr>
                  <a:srgbClr val="619E64"/>
                </a:buClr>
                <a:buSzPct val="85000"/>
                <a:defRPr/>
              </a:pPr>
              <a:endParaRPr lang="en-US" sz="1400" kern="0">
                <a:solidFill>
                  <a:srgbClr val="619E64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60" name="TextBox 359">
              <a:extLst>
                <a:ext uri="{FF2B5EF4-FFF2-40B4-BE49-F238E27FC236}">
                  <a16:creationId xmlns:a16="http://schemas.microsoft.com/office/drawing/2014/main" id="{AC40FCAA-D812-48D9-8F2C-C6AC3B9886AC}"/>
                </a:ext>
              </a:extLst>
            </p:cNvPr>
            <p:cNvSpPr txBox="1"/>
            <p:nvPr/>
          </p:nvSpPr>
          <p:spPr>
            <a:xfrm>
              <a:off x="7988910" y="887325"/>
              <a:ext cx="232643" cy="76944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4400" kern="0">
                  <a:solidFill>
                    <a:srgbClr val="70838B"/>
                  </a:solidFill>
                </a:rPr>
                <a:t>.</a:t>
              </a:r>
              <a:endParaRPr lang="en-US" sz="4400">
                <a:solidFill>
                  <a:srgbClr val="70838B"/>
                </a:solidFill>
              </a:endParaRPr>
            </a:p>
          </p:txBody>
        </p:sp>
        <p:cxnSp>
          <p:nvCxnSpPr>
            <p:cNvPr id="361" name="Straight Connector 360">
              <a:extLst>
                <a:ext uri="{FF2B5EF4-FFF2-40B4-BE49-F238E27FC236}">
                  <a16:creationId xmlns:a16="http://schemas.microsoft.com/office/drawing/2014/main" id="{911C3409-CFEC-4E1B-A8F8-FC1A3AED7F9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229600" y="2100045"/>
              <a:ext cx="1550528" cy="0"/>
            </a:xfrm>
            <a:prstGeom prst="line">
              <a:avLst/>
            </a:prstGeom>
            <a:ln w="25400">
              <a:solidFill>
                <a:srgbClr val="005EA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2" name="Straight Connector 361">
              <a:extLst>
                <a:ext uri="{FF2B5EF4-FFF2-40B4-BE49-F238E27FC236}">
                  <a16:creationId xmlns:a16="http://schemas.microsoft.com/office/drawing/2014/main" id="{925B9FF7-6639-4E99-8219-7003625D575B}"/>
                </a:ext>
              </a:extLst>
            </p:cNvPr>
            <p:cNvCxnSpPr>
              <a:cxnSpLocks/>
              <a:stCxn id="358" idx="0"/>
            </p:cNvCxnSpPr>
            <p:nvPr/>
          </p:nvCxnSpPr>
          <p:spPr>
            <a:xfrm flipV="1">
              <a:off x="9780129" y="2088615"/>
              <a:ext cx="0" cy="268957"/>
            </a:xfrm>
            <a:prstGeom prst="line">
              <a:avLst/>
            </a:prstGeom>
            <a:ln w="25400">
              <a:solidFill>
                <a:srgbClr val="005EA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3" name="Straight Connector 362">
              <a:extLst>
                <a:ext uri="{FF2B5EF4-FFF2-40B4-BE49-F238E27FC236}">
                  <a16:creationId xmlns:a16="http://schemas.microsoft.com/office/drawing/2014/main" id="{E308B5F2-9F30-4685-BA33-27E4F9CE3D10}"/>
                </a:ext>
              </a:extLst>
            </p:cNvPr>
            <p:cNvCxnSpPr>
              <a:cxnSpLocks/>
              <a:endCxn id="359" idx="2"/>
            </p:cNvCxnSpPr>
            <p:nvPr/>
          </p:nvCxnSpPr>
          <p:spPr>
            <a:xfrm flipV="1">
              <a:off x="8244348" y="1863829"/>
              <a:ext cx="2" cy="229494"/>
            </a:xfrm>
            <a:prstGeom prst="line">
              <a:avLst/>
            </a:prstGeom>
            <a:ln w="25400">
              <a:solidFill>
                <a:srgbClr val="005EA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64" name="Rectangle: Rounded Corners 363">
              <a:extLst>
                <a:ext uri="{FF2B5EF4-FFF2-40B4-BE49-F238E27FC236}">
                  <a16:creationId xmlns:a16="http://schemas.microsoft.com/office/drawing/2014/main" id="{C9175DD0-BF45-4F0D-ACC1-33DF31A54B8F}"/>
                </a:ext>
              </a:extLst>
            </p:cNvPr>
            <p:cNvSpPr/>
            <p:nvPr/>
          </p:nvSpPr>
          <p:spPr>
            <a:xfrm>
              <a:off x="8861205" y="3330750"/>
              <a:ext cx="815697" cy="419457"/>
            </a:xfrm>
            <a:prstGeom prst="roundRect">
              <a:avLst>
                <a:gd name="adj" fmla="val 9098"/>
              </a:avLst>
            </a:prstGeom>
            <a:solidFill>
              <a:srgbClr val="F7F1DD"/>
            </a:solidFill>
            <a:ln w="19050">
              <a:solidFill>
                <a:srgbClr val="957922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wrap="none" rtlCol="0" anchor="ctr">
              <a:noAutofit/>
            </a:bodyPr>
            <a:lstStyle/>
            <a:p>
              <a:pPr algn="ctr"/>
              <a:r>
                <a:rPr lang="en-US" sz="1600">
                  <a:solidFill>
                    <a:srgbClr val="957922"/>
                  </a:solidFill>
                  <a:latin typeface="Lucida Sans Typewriter" panose="020B0509030504030204" pitchFamily="49" charset="0"/>
                  <a:ea typeface="Noto Mono" panose="020B0609030804020204" pitchFamily="49" charset="0"/>
                  <a:cs typeface="Noto Mono" panose="020B0609030804020204" pitchFamily="49" charset="0"/>
                </a:rPr>
                <a:t>ns1</a:t>
              </a:r>
            </a:p>
          </p:txBody>
        </p:sp>
        <p:sp>
          <p:nvSpPr>
            <p:cNvPr id="365" name="Rectangle: Rounded Corners 364">
              <a:extLst>
                <a:ext uri="{FF2B5EF4-FFF2-40B4-BE49-F238E27FC236}">
                  <a16:creationId xmlns:a16="http://schemas.microsoft.com/office/drawing/2014/main" id="{2DB91DE7-6BC4-4C72-AC8A-FAF6AABEA7B2}"/>
                </a:ext>
              </a:extLst>
            </p:cNvPr>
            <p:cNvSpPr/>
            <p:nvPr/>
          </p:nvSpPr>
          <p:spPr>
            <a:xfrm>
              <a:off x="7700717" y="3330751"/>
              <a:ext cx="988092" cy="419457"/>
            </a:xfrm>
            <a:prstGeom prst="roundRect">
              <a:avLst>
                <a:gd name="adj" fmla="val 9098"/>
              </a:avLst>
            </a:prstGeom>
            <a:solidFill>
              <a:srgbClr val="F7F1DD"/>
            </a:solidFill>
            <a:ln w="19050">
              <a:solidFill>
                <a:srgbClr val="957922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wrap="none" rtlCol="0" anchor="ctr">
              <a:noAutofit/>
            </a:bodyPr>
            <a:lstStyle/>
            <a:p>
              <a:pPr algn="ctr"/>
              <a:r>
                <a:rPr lang="en-US" sz="1600" dirty="0" err="1">
                  <a:solidFill>
                    <a:srgbClr val="957922"/>
                  </a:solidFill>
                  <a:latin typeface="Lucida Sans Typewriter" panose="020B0509030504030204" pitchFamily="49" charset="0"/>
                  <a:ea typeface="Noto Mono" panose="020B0609030804020204" pitchFamily="49" charset="0"/>
                  <a:cs typeface="Noto Mono" panose="020B0609030804020204" pitchFamily="49" charset="0"/>
                </a:rPr>
                <a:t>ucla</a:t>
              </a:r>
              <a:endParaRPr lang="en-US" sz="1600" dirty="0">
                <a:solidFill>
                  <a:srgbClr val="957922"/>
                </a:solidFill>
                <a:latin typeface="Lucida Sans Typewriter" panose="020B0509030504030204" pitchFamily="49" charset="0"/>
                <a:ea typeface="Noto Mono" panose="020B0609030804020204" pitchFamily="49" charset="0"/>
                <a:cs typeface="Noto Mono" panose="020B0609030804020204" pitchFamily="49" charset="0"/>
              </a:endParaRPr>
            </a:p>
          </p:txBody>
        </p:sp>
        <p:sp>
          <p:nvSpPr>
            <p:cNvPr id="366" name="Rectangle: Rounded Corners 365">
              <a:extLst>
                <a:ext uri="{FF2B5EF4-FFF2-40B4-BE49-F238E27FC236}">
                  <a16:creationId xmlns:a16="http://schemas.microsoft.com/office/drawing/2014/main" id="{9CD6EC8F-751D-4034-B490-CE3DFE2B93D7}"/>
                </a:ext>
              </a:extLst>
            </p:cNvPr>
            <p:cNvSpPr/>
            <p:nvPr/>
          </p:nvSpPr>
          <p:spPr>
            <a:xfrm>
              <a:off x="9849300" y="3330750"/>
              <a:ext cx="815697" cy="419457"/>
            </a:xfrm>
            <a:prstGeom prst="roundRect">
              <a:avLst>
                <a:gd name="adj" fmla="val 9098"/>
              </a:avLst>
            </a:prstGeom>
            <a:solidFill>
              <a:srgbClr val="F7F1DD"/>
            </a:solidFill>
            <a:ln w="19050">
              <a:solidFill>
                <a:srgbClr val="957922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wrap="none" rtlCol="0" anchor="ctr">
              <a:noAutofit/>
            </a:bodyPr>
            <a:lstStyle/>
            <a:p>
              <a:pPr algn="ctr"/>
              <a:r>
                <a:rPr lang="en-US" sz="1600">
                  <a:solidFill>
                    <a:srgbClr val="957922"/>
                  </a:solidFill>
                  <a:latin typeface="Lucida Sans Typewriter" panose="020B0509030504030204" pitchFamily="49" charset="0"/>
                  <a:ea typeface="Noto Mono" panose="020B0609030804020204" pitchFamily="49" charset="0"/>
                  <a:cs typeface="Noto Mono" panose="020B0609030804020204" pitchFamily="49" charset="0"/>
                </a:rPr>
                <a:t>ns2</a:t>
              </a:r>
            </a:p>
          </p:txBody>
        </p:sp>
        <p:grpSp>
          <p:nvGrpSpPr>
            <p:cNvPr id="367" name="Group 366">
              <a:extLst>
                <a:ext uri="{FF2B5EF4-FFF2-40B4-BE49-F238E27FC236}">
                  <a16:creationId xmlns:a16="http://schemas.microsoft.com/office/drawing/2014/main" id="{C6980C42-6663-4B62-A485-69D7AB38F514}"/>
                </a:ext>
              </a:extLst>
            </p:cNvPr>
            <p:cNvGrpSpPr/>
            <p:nvPr/>
          </p:nvGrpSpPr>
          <p:grpSpPr>
            <a:xfrm>
              <a:off x="10824220" y="3227209"/>
              <a:ext cx="828871" cy="522998"/>
              <a:chOff x="11221978" y="3047366"/>
              <a:chExt cx="828871" cy="522998"/>
            </a:xfrm>
          </p:grpSpPr>
          <p:sp>
            <p:nvSpPr>
              <p:cNvPr id="403" name="Rectangle: Rounded Corners 402">
                <a:extLst>
                  <a:ext uri="{FF2B5EF4-FFF2-40B4-BE49-F238E27FC236}">
                    <a16:creationId xmlns:a16="http://schemas.microsoft.com/office/drawing/2014/main" id="{45BDF303-65FE-4BB4-A6F4-853BED06D00F}"/>
                  </a:ext>
                </a:extLst>
              </p:cNvPr>
              <p:cNvSpPr/>
              <p:nvPr/>
            </p:nvSpPr>
            <p:spPr>
              <a:xfrm>
                <a:off x="11235152" y="3150907"/>
                <a:ext cx="815697" cy="419457"/>
              </a:xfrm>
              <a:prstGeom prst="roundRect">
                <a:avLst>
                  <a:gd name="adj" fmla="val 9098"/>
                </a:avLst>
              </a:prstGeom>
              <a:solidFill>
                <a:srgbClr val="F7F1DD"/>
              </a:solidFill>
              <a:ln w="19050">
                <a:solidFill>
                  <a:srgbClr val="957922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wrap="none" rtlCol="0" anchor="ctr">
                <a:noAutofit/>
              </a:bodyPr>
              <a:lstStyle/>
              <a:p>
                <a:pPr algn="ctr"/>
                <a:endParaRPr lang="en-US" sz="1600">
                  <a:solidFill>
                    <a:srgbClr val="957922"/>
                  </a:solidFill>
                  <a:latin typeface="Noto Mono" panose="020B0609030804020204" pitchFamily="49" charset="0"/>
                  <a:ea typeface="Noto Mono" panose="020B0609030804020204" pitchFamily="49" charset="0"/>
                  <a:cs typeface="Noto Mono" panose="020B0609030804020204" pitchFamily="49" charset="0"/>
                </a:endParaRPr>
              </a:p>
            </p:txBody>
          </p: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404" name="TextBox 403">
                    <a:extLst>
                      <a:ext uri="{FF2B5EF4-FFF2-40B4-BE49-F238E27FC236}">
                        <a16:creationId xmlns:a16="http://schemas.microsoft.com/office/drawing/2014/main" id="{A6AFFC59-4F6F-4A58-BFB9-69B93682B33C}"/>
                      </a:ext>
                    </a:extLst>
                  </p:cNvPr>
                  <p:cNvSpPr txBox="1"/>
                  <p:nvPr/>
                </p:nvSpPr>
                <p:spPr>
                  <a:xfrm>
                    <a:off x="11221978" y="3047366"/>
                    <a:ext cx="619577" cy="369332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1" i="1" smtClean="0">
                              <a:solidFill>
                                <a:srgbClr val="BC69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Noto Mono" panose="020B0609030804020204" pitchFamily="49" charset="0"/>
                            </a:rPr>
                            <m:t> </m:t>
                          </m:r>
                          <m:r>
                            <a:rPr lang="en-US" b="1" i="1" smtClean="0">
                              <a:solidFill>
                                <a:srgbClr val="957922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Noto Mono" panose="020B0609030804020204" pitchFamily="49" charset="0"/>
                            </a:rPr>
                            <m:t>𝜶</m:t>
                          </m:r>
                        </m:oMath>
                      </m:oMathPara>
                    </a14:m>
                    <a:endParaRPr lang="en-US">
                      <a:solidFill>
                        <a:srgbClr val="BC6900"/>
                      </a:solidFill>
                    </a:endParaRPr>
                  </a:p>
                </p:txBody>
              </p:sp>
            </mc:Choice>
            <mc:Fallback>
              <p:sp>
                <p:nvSpPr>
                  <p:cNvPr id="404" name="TextBox 403">
                    <a:extLst>
                      <a:ext uri="{FF2B5EF4-FFF2-40B4-BE49-F238E27FC236}">
                        <a16:creationId xmlns:a16="http://schemas.microsoft.com/office/drawing/2014/main" id="{A6AFFC59-4F6F-4A58-BFB9-69B93682B33C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1221978" y="3047366"/>
                    <a:ext cx="619577" cy="369332"/>
                  </a:xfrm>
                  <a:prstGeom prst="rect">
                    <a:avLst/>
                  </a:prstGeom>
                  <a:blipFill>
                    <a:blip r:embed="rId5"/>
                    <a:stretch>
                      <a:fillRect r="-11321" b="-29268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cxnSp>
          <p:nvCxnSpPr>
            <p:cNvPr id="368" name="Straight Connector 367">
              <a:extLst>
                <a:ext uri="{FF2B5EF4-FFF2-40B4-BE49-F238E27FC236}">
                  <a16:creationId xmlns:a16="http://schemas.microsoft.com/office/drawing/2014/main" id="{1E6B069A-E72E-448C-B3EB-500B5ACF4E1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260081" y="3036232"/>
              <a:ext cx="2979446" cy="3813"/>
            </a:xfrm>
            <a:prstGeom prst="line">
              <a:avLst/>
            </a:prstGeom>
            <a:ln w="25400">
              <a:solidFill>
                <a:srgbClr val="005EA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9" name="Straight Connector 368">
              <a:extLst>
                <a:ext uri="{FF2B5EF4-FFF2-40B4-BE49-F238E27FC236}">
                  <a16:creationId xmlns:a16="http://schemas.microsoft.com/office/drawing/2014/main" id="{58623E4C-A440-4824-AF85-9F52F112D86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272069" y="3032420"/>
              <a:ext cx="0" cy="296425"/>
            </a:xfrm>
            <a:prstGeom prst="line">
              <a:avLst/>
            </a:prstGeom>
            <a:ln w="25400">
              <a:solidFill>
                <a:srgbClr val="005EA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0" name="Straight Connector 369">
              <a:extLst>
                <a:ext uri="{FF2B5EF4-FFF2-40B4-BE49-F238E27FC236}">
                  <a16:creationId xmlns:a16="http://schemas.microsoft.com/office/drawing/2014/main" id="{64BCAC00-EDC4-4CDE-826E-4AC2BD6096CB}"/>
                </a:ext>
              </a:extLst>
            </p:cNvPr>
            <p:cNvCxnSpPr>
              <a:cxnSpLocks/>
              <a:stCxn id="364" idx="0"/>
            </p:cNvCxnSpPr>
            <p:nvPr/>
          </p:nvCxnSpPr>
          <p:spPr>
            <a:xfrm flipH="1" flipV="1">
              <a:off x="9269053" y="3040045"/>
              <a:ext cx="1" cy="290705"/>
            </a:xfrm>
            <a:prstGeom prst="line">
              <a:avLst/>
            </a:prstGeom>
            <a:ln w="25400">
              <a:solidFill>
                <a:srgbClr val="005EA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1" name="Straight Connector 370">
              <a:extLst>
                <a:ext uri="{FF2B5EF4-FFF2-40B4-BE49-F238E27FC236}">
                  <a16:creationId xmlns:a16="http://schemas.microsoft.com/office/drawing/2014/main" id="{736301F9-6F4D-46ED-95D9-13AD0DE44880}"/>
                </a:ext>
              </a:extLst>
            </p:cNvPr>
            <p:cNvCxnSpPr>
              <a:cxnSpLocks/>
              <a:stCxn id="366" idx="0"/>
            </p:cNvCxnSpPr>
            <p:nvPr/>
          </p:nvCxnSpPr>
          <p:spPr>
            <a:xfrm flipH="1" flipV="1">
              <a:off x="10257148" y="3032420"/>
              <a:ext cx="1" cy="298330"/>
            </a:xfrm>
            <a:prstGeom prst="line">
              <a:avLst/>
            </a:prstGeom>
            <a:ln w="25400">
              <a:solidFill>
                <a:srgbClr val="005EA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2" name="Straight Connector 371">
              <a:extLst>
                <a:ext uri="{FF2B5EF4-FFF2-40B4-BE49-F238E27FC236}">
                  <a16:creationId xmlns:a16="http://schemas.microsoft.com/office/drawing/2014/main" id="{15D6B57F-3CA3-455F-9E75-83B58DC0E26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239528" y="3028610"/>
              <a:ext cx="0" cy="298687"/>
            </a:xfrm>
            <a:prstGeom prst="line">
              <a:avLst/>
            </a:prstGeom>
            <a:ln w="25400">
              <a:solidFill>
                <a:srgbClr val="005EA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3" name="Straight Connector 372">
              <a:extLst>
                <a:ext uri="{FF2B5EF4-FFF2-40B4-BE49-F238E27FC236}">
                  <a16:creationId xmlns:a16="http://schemas.microsoft.com/office/drawing/2014/main" id="{5E06FADF-A913-4143-A2CF-23BBFB6D2C62}"/>
                </a:ext>
              </a:extLst>
            </p:cNvPr>
            <p:cNvCxnSpPr>
              <a:cxnSpLocks/>
              <a:endCxn id="358" idx="2"/>
            </p:cNvCxnSpPr>
            <p:nvPr/>
          </p:nvCxnSpPr>
          <p:spPr>
            <a:xfrm flipV="1">
              <a:off x="9780129" y="2777029"/>
              <a:ext cx="0" cy="268957"/>
            </a:xfrm>
            <a:prstGeom prst="line">
              <a:avLst/>
            </a:prstGeom>
            <a:ln w="25400">
              <a:solidFill>
                <a:srgbClr val="005EA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74" name="Rectangle: Rounded Corners 373">
              <a:extLst>
                <a:ext uri="{FF2B5EF4-FFF2-40B4-BE49-F238E27FC236}">
                  <a16:creationId xmlns:a16="http://schemas.microsoft.com/office/drawing/2014/main" id="{3206B50F-6BB0-4B10-8431-6EF6D5BC23C1}"/>
                </a:ext>
              </a:extLst>
            </p:cNvPr>
            <p:cNvSpPr/>
            <p:nvPr/>
          </p:nvSpPr>
          <p:spPr>
            <a:xfrm>
              <a:off x="7381326" y="4295265"/>
              <a:ext cx="815697" cy="419457"/>
            </a:xfrm>
            <a:prstGeom prst="roundRect">
              <a:avLst>
                <a:gd name="adj" fmla="val 9098"/>
              </a:avLst>
            </a:prstGeom>
            <a:solidFill>
              <a:srgbClr val="FAFFFA"/>
            </a:solidFill>
            <a:ln w="19050">
              <a:solidFill>
                <a:srgbClr val="619E64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wrap="none" rtlCol="0" anchor="ctr">
              <a:noAutofit/>
            </a:bodyPr>
            <a:lstStyle/>
            <a:p>
              <a:pPr algn="ctr"/>
              <a:r>
                <a:rPr lang="en-US" sz="1600">
                  <a:solidFill>
                    <a:srgbClr val="619E64"/>
                  </a:solidFill>
                  <a:latin typeface="Lucida Sans Typewriter" panose="020B0509030504030204" pitchFamily="49" charset="0"/>
                  <a:ea typeface="Noto Mono" panose="020B0609030804020204" pitchFamily="49" charset="0"/>
                  <a:cs typeface="Noto Mono" panose="020B0609030804020204" pitchFamily="49" charset="0"/>
                </a:rPr>
                <a:t>www</a:t>
              </a:r>
            </a:p>
          </p:txBody>
        </p:sp>
        <p:sp>
          <p:nvSpPr>
            <p:cNvPr id="375" name="Rectangle: Rounded Corners 374">
              <a:extLst>
                <a:ext uri="{FF2B5EF4-FFF2-40B4-BE49-F238E27FC236}">
                  <a16:creationId xmlns:a16="http://schemas.microsoft.com/office/drawing/2014/main" id="{03BC1351-AAA8-4E9F-9070-29FBF8B3B24D}"/>
                </a:ext>
              </a:extLst>
            </p:cNvPr>
            <p:cNvSpPr/>
            <p:nvPr/>
          </p:nvSpPr>
          <p:spPr>
            <a:xfrm>
              <a:off x="8361640" y="4295264"/>
              <a:ext cx="815697" cy="419457"/>
            </a:xfrm>
            <a:prstGeom prst="roundRect">
              <a:avLst>
                <a:gd name="adj" fmla="val 9098"/>
              </a:avLst>
            </a:prstGeom>
            <a:solidFill>
              <a:srgbClr val="FAFFFA"/>
            </a:solidFill>
            <a:ln w="19050">
              <a:solidFill>
                <a:srgbClr val="619E64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wrap="none" rtlCol="0" anchor="ctr">
              <a:noAutofit/>
            </a:bodyPr>
            <a:lstStyle/>
            <a:p>
              <a:pPr algn="ctr"/>
              <a:r>
                <a:rPr lang="en-US" sz="1600">
                  <a:solidFill>
                    <a:srgbClr val="619E64"/>
                  </a:solidFill>
                  <a:latin typeface="Lucida Sans Typewriter" panose="020B0509030504030204" pitchFamily="49" charset="0"/>
                  <a:ea typeface="Noto Mono" panose="020B0609030804020204" pitchFamily="49" charset="0"/>
                  <a:cs typeface="Noto Mono" panose="020B0609030804020204" pitchFamily="49" charset="0"/>
                </a:rPr>
                <a:t>*</a:t>
              </a:r>
            </a:p>
          </p:txBody>
        </p:sp>
        <p:sp>
          <p:nvSpPr>
            <p:cNvPr id="376" name="Rectangle: Rounded Corners 375">
              <a:extLst>
                <a:ext uri="{FF2B5EF4-FFF2-40B4-BE49-F238E27FC236}">
                  <a16:creationId xmlns:a16="http://schemas.microsoft.com/office/drawing/2014/main" id="{DAC19ADD-F6DE-4FDD-97C8-C5A85642FF16}"/>
                </a:ext>
              </a:extLst>
            </p:cNvPr>
            <p:cNvSpPr/>
            <p:nvPr/>
          </p:nvSpPr>
          <p:spPr>
            <a:xfrm>
              <a:off x="6401012" y="4295265"/>
              <a:ext cx="815697" cy="419457"/>
            </a:xfrm>
            <a:prstGeom prst="roundRect">
              <a:avLst>
                <a:gd name="adj" fmla="val 9098"/>
              </a:avLst>
            </a:prstGeom>
            <a:solidFill>
              <a:srgbClr val="FAFFFA"/>
            </a:solidFill>
            <a:ln w="19050">
              <a:solidFill>
                <a:srgbClr val="619E64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wrap="none" rtlCol="0" anchor="ctr">
              <a:noAutofit/>
            </a:bodyPr>
            <a:lstStyle/>
            <a:p>
              <a:pPr algn="ctr"/>
              <a:r>
                <a:rPr lang="en-US" sz="1600">
                  <a:solidFill>
                    <a:srgbClr val="619E64"/>
                  </a:solidFill>
                  <a:latin typeface="Lucida Sans Typewriter" panose="020B0509030504030204" pitchFamily="49" charset="0"/>
                  <a:ea typeface="Noto Mono" panose="020B0609030804020204" pitchFamily="49" charset="0"/>
                  <a:cs typeface="Noto Mono" panose="020B0609030804020204" pitchFamily="49" charset="0"/>
                </a:rPr>
                <a:t>bio</a:t>
              </a:r>
            </a:p>
          </p:txBody>
        </p:sp>
        <p:cxnSp>
          <p:nvCxnSpPr>
            <p:cNvPr id="377" name="Straight Connector 376">
              <a:extLst>
                <a:ext uri="{FF2B5EF4-FFF2-40B4-BE49-F238E27FC236}">
                  <a16:creationId xmlns:a16="http://schemas.microsoft.com/office/drawing/2014/main" id="{D378B348-2CF3-4625-BF9B-993B1EA9D375}"/>
                </a:ext>
              </a:extLst>
            </p:cNvPr>
            <p:cNvCxnSpPr>
              <a:cxnSpLocks/>
              <a:endCxn id="365" idx="2"/>
            </p:cNvCxnSpPr>
            <p:nvPr/>
          </p:nvCxnSpPr>
          <p:spPr>
            <a:xfrm flipH="1" flipV="1">
              <a:off x="8194763" y="3750207"/>
              <a:ext cx="4432" cy="262108"/>
            </a:xfrm>
            <a:prstGeom prst="line">
              <a:avLst/>
            </a:prstGeom>
            <a:ln w="25400">
              <a:solidFill>
                <a:srgbClr val="005EA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8" name="Straight Connector 377">
              <a:extLst>
                <a:ext uri="{FF2B5EF4-FFF2-40B4-BE49-F238E27FC236}">
                  <a16:creationId xmlns:a16="http://schemas.microsoft.com/office/drawing/2014/main" id="{58A1E29A-5D96-4A42-B323-73A5DDD8E04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800682" y="4024652"/>
              <a:ext cx="2979446" cy="3813"/>
            </a:xfrm>
            <a:prstGeom prst="line">
              <a:avLst/>
            </a:prstGeom>
            <a:ln w="25400">
              <a:solidFill>
                <a:srgbClr val="005EA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9" name="Straight Connector 378">
              <a:extLst>
                <a:ext uri="{FF2B5EF4-FFF2-40B4-BE49-F238E27FC236}">
                  <a16:creationId xmlns:a16="http://schemas.microsoft.com/office/drawing/2014/main" id="{C745FF0D-1702-479F-A6C6-5B19C6BB05A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808861" y="4013200"/>
              <a:ext cx="0" cy="270613"/>
            </a:xfrm>
            <a:prstGeom prst="line">
              <a:avLst/>
            </a:prstGeom>
            <a:ln w="25400">
              <a:solidFill>
                <a:srgbClr val="005EA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0" name="Straight Connector 379">
              <a:extLst>
                <a:ext uri="{FF2B5EF4-FFF2-40B4-BE49-F238E27FC236}">
                  <a16:creationId xmlns:a16="http://schemas.microsoft.com/office/drawing/2014/main" id="{2A716255-D908-4870-8E75-EDB5B8FF2ED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769738" y="4022747"/>
              <a:ext cx="0" cy="270613"/>
            </a:xfrm>
            <a:prstGeom prst="line">
              <a:avLst/>
            </a:prstGeom>
            <a:ln w="25400">
              <a:solidFill>
                <a:srgbClr val="005EA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81" name="Rectangle: Rounded Corners 380">
              <a:extLst>
                <a:ext uri="{FF2B5EF4-FFF2-40B4-BE49-F238E27FC236}">
                  <a16:creationId xmlns:a16="http://schemas.microsoft.com/office/drawing/2014/main" id="{731AEE43-8E97-4A0B-B1EE-FDA9B9D5C0B3}"/>
                </a:ext>
              </a:extLst>
            </p:cNvPr>
            <p:cNvSpPr/>
            <p:nvPr/>
          </p:nvSpPr>
          <p:spPr>
            <a:xfrm>
              <a:off x="9341955" y="4295265"/>
              <a:ext cx="815697" cy="419457"/>
            </a:xfrm>
            <a:prstGeom prst="roundRect">
              <a:avLst>
                <a:gd name="adj" fmla="val 9098"/>
              </a:avLst>
            </a:prstGeom>
            <a:solidFill>
              <a:srgbClr val="FAFFFA"/>
            </a:solidFill>
            <a:ln w="19050">
              <a:solidFill>
                <a:srgbClr val="619E64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wrap="none" rtlCol="0" anchor="ctr">
              <a:noAutofit/>
            </a:bodyPr>
            <a:lstStyle/>
            <a:p>
              <a:pPr algn="ctr"/>
              <a:endParaRPr lang="en-US" sz="1600">
                <a:solidFill>
                  <a:srgbClr val="957922"/>
                </a:solidFill>
                <a:latin typeface="Noto Mono" panose="020B0609030804020204" pitchFamily="49" charset="0"/>
                <a:ea typeface="Noto Mono" panose="020B0609030804020204" pitchFamily="49" charset="0"/>
                <a:cs typeface="Noto Mono" panose="020B0609030804020204" pitchFamily="49" charset="0"/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82" name="TextBox 381">
                  <a:extLst>
                    <a:ext uri="{FF2B5EF4-FFF2-40B4-BE49-F238E27FC236}">
                      <a16:creationId xmlns:a16="http://schemas.microsoft.com/office/drawing/2014/main" id="{F859CFCA-3BAF-49C6-8896-65456666DA6E}"/>
                    </a:ext>
                  </a:extLst>
                </p:cNvPr>
                <p:cNvSpPr txBox="1"/>
                <p:nvPr/>
              </p:nvSpPr>
              <p:spPr>
                <a:xfrm>
                  <a:off x="9328782" y="4191725"/>
                  <a:ext cx="619578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smtClean="0">
                            <a:solidFill>
                              <a:srgbClr val="BC69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Noto Mono" panose="020B0609030804020204" pitchFamily="49" charset="0"/>
                          </a:rPr>
                          <m:t> </m:t>
                        </m:r>
                        <m:r>
                          <a:rPr lang="en-US" b="1" i="1" smtClean="0">
                            <a:solidFill>
                              <a:srgbClr val="619E64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Noto Mono" panose="020B0609030804020204" pitchFamily="49" charset="0"/>
                          </a:rPr>
                          <m:t>𝜶</m:t>
                        </m:r>
                      </m:oMath>
                    </m:oMathPara>
                  </a14:m>
                  <a:endParaRPr lang="en-US">
                    <a:solidFill>
                      <a:srgbClr val="BC6900"/>
                    </a:solidFill>
                  </a:endParaRPr>
                </a:p>
              </p:txBody>
            </p:sp>
          </mc:Choice>
          <mc:Fallback>
            <p:sp>
              <p:nvSpPr>
                <p:cNvPr id="382" name="TextBox 381">
                  <a:extLst>
                    <a:ext uri="{FF2B5EF4-FFF2-40B4-BE49-F238E27FC236}">
                      <a16:creationId xmlns:a16="http://schemas.microsoft.com/office/drawing/2014/main" id="{F859CFCA-3BAF-49C6-8896-65456666DA6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328782" y="4191725"/>
                  <a:ext cx="619578" cy="369332"/>
                </a:xfrm>
                <a:prstGeom prst="rect">
                  <a:avLst/>
                </a:prstGeom>
                <a:blipFill>
                  <a:blip r:embed="rId6"/>
                  <a:stretch>
                    <a:fillRect r="-11321" b="-2857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83" name="Straight Connector 382">
              <a:extLst>
                <a:ext uri="{FF2B5EF4-FFF2-40B4-BE49-F238E27FC236}">
                  <a16:creationId xmlns:a16="http://schemas.microsoft.com/office/drawing/2014/main" id="{77E1F209-0147-48A4-9A10-2E6F2F8A15EB}"/>
                </a:ext>
              </a:extLst>
            </p:cNvPr>
            <p:cNvCxnSpPr>
              <a:cxnSpLocks/>
              <a:stCxn id="374" idx="0"/>
            </p:cNvCxnSpPr>
            <p:nvPr/>
          </p:nvCxnSpPr>
          <p:spPr>
            <a:xfrm flipV="1">
              <a:off x="7789175" y="4028465"/>
              <a:ext cx="0" cy="266800"/>
            </a:xfrm>
            <a:prstGeom prst="line">
              <a:avLst/>
            </a:prstGeom>
            <a:ln w="25400">
              <a:solidFill>
                <a:srgbClr val="005EA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4" name="Straight Connector 383">
              <a:extLst>
                <a:ext uri="{FF2B5EF4-FFF2-40B4-BE49-F238E27FC236}">
                  <a16:creationId xmlns:a16="http://schemas.microsoft.com/office/drawing/2014/main" id="{A18494AC-4E43-469E-ADCD-0422AC53C1B3}"/>
                </a:ext>
              </a:extLst>
            </p:cNvPr>
            <p:cNvCxnSpPr>
              <a:cxnSpLocks/>
              <a:stCxn id="375" idx="0"/>
            </p:cNvCxnSpPr>
            <p:nvPr/>
          </p:nvCxnSpPr>
          <p:spPr>
            <a:xfrm flipH="1" flipV="1">
              <a:off x="8768575" y="4028465"/>
              <a:ext cx="914" cy="266799"/>
            </a:xfrm>
            <a:prstGeom prst="line">
              <a:avLst/>
            </a:prstGeom>
            <a:ln w="25400">
              <a:solidFill>
                <a:srgbClr val="005EA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5" name="Straight Connector 384">
              <a:extLst>
                <a:ext uri="{FF2B5EF4-FFF2-40B4-BE49-F238E27FC236}">
                  <a16:creationId xmlns:a16="http://schemas.microsoft.com/office/drawing/2014/main" id="{97923290-A3E4-4AC2-8A18-0A056BCDA5C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721541" y="2100045"/>
              <a:ext cx="1550528" cy="0"/>
            </a:xfrm>
            <a:prstGeom prst="line">
              <a:avLst/>
            </a:prstGeom>
            <a:ln w="25400">
              <a:solidFill>
                <a:srgbClr val="005EA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6" name="Straight Connector 385">
              <a:extLst>
                <a:ext uri="{FF2B5EF4-FFF2-40B4-BE49-F238E27FC236}">
                  <a16:creationId xmlns:a16="http://schemas.microsoft.com/office/drawing/2014/main" id="{12B04446-72E8-41E4-BD33-D9365EB59295}"/>
                </a:ext>
              </a:extLst>
            </p:cNvPr>
            <p:cNvCxnSpPr>
              <a:cxnSpLocks/>
              <a:stCxn id="387" idx="0"/>
            </p:cNvCxnSpPr>
            <p:nvPr/>
          </p:nvCxnSpPr>
          <p:spPr>
            <a:xfrm flipV="1">
              <a:off x="6721541" y="2088616"/>
              <a:ext cx="1129" cy="263272"/>
            </a:xfrm>
            <a:prstGeom prst="line">
              <a:avLst/>
            </a:prstGeom>
            <a:ln w="25400">
              <a:solidFill>
                <a:srgbClr val="005EA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87" name="Rectangle: Rounded Corners 386">
                  <a:extLst>
                    <a:ext uri="{FF2B5EF4-FFF2-40B4-BE49-F238E27FC236}">
                      <a16:creationId xmlns:a16="http://schemas.microsoft.com/office/drawing/2014/main" id="{903A90A5-9AFA-48B0-BB30-7682C9B0DB86}"/>
                    </a:ext>
                  </a:extLst>
                </p:cNvPr>
                <p:cNvSpPr/>
                <p:nvPr/>
              </p:nvSpPr>
              <p:spPr>
                <a:xfrm>
                  <a:off x="6313692" y="2351888"/>
                  <a:ext cx="815697" cy="419457"/>
                </a:xfrm>
                <a:prstGeom prst="roundRect">
                  <a:avLst>
                    <a:gd name="adj" fmla="val 9098"/>
                  </a:avLst>
                </a:prstGeom>
                <a:solidFill>
                  <a:srgbClr val="FFEED9"/>
                </a:solidFill>
                <a:ln w="19050">
                  <a:solidFill>
                    <a:schemeClr val="accent3">
                      <a:lumMod val="75000"/>
                    </a:schemeClr>
                  </a:solidFill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6">
                    <a:shade val="50000"/>
                  </a:schemeClr>
                </a:lnRef>
                <a:fillRef idx="1">
                  <a:schemeClr val="accent6"/>
                </a:fillRef>
                <a:effectRef idx="0">
                  <a:schemeClr val="accent6"/>
                </a:effectRef>
                <a:fontRef idx="minor">
                  <a:schemeClr val="lt1"/>
                </a:fontRef>
              </p:style>
              <p:txBody>
                <a:bodyPr wrap="none" rtlCol="0" anchor="ctr">
                  <a:no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1" i="1" smtClean="0">
                            <a:solidFill>
                              <a:srgbClr val="BC69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Noto Mono" panose="020B0609030804020204" pitchFamily="49" charset="0"/>
                          </a:rPr>
                          <m:t>   </m:t>
                        </m:r>
                      </m:oMath>
                    </m:oMathPara>
                  </a14:m>
                  <a:endParaRPr lang="en-US" sz="2000">
                    <a:solidFill>
                      <a:srgbClr val="BC6900"/>
                    </a:solidFill>
                    <a:latin typeface="Noto Mono" panose="020B0609030804020204" pitchFamily="49" charset="0"/>
                    <a:ea typeface="Noto Mono" panose="020B0609030804020204" pitchFamily="49" charset="0"/>
                    <a:cs typeface="Noto Mono" panose="020B0609030804020204" pitchFamily="49" charset="0"/>
                  </a:endParaRPr>
                </a:p>
              </p:txBody>
            </p:sp>
          </mc:Choice>
          <mc:Fallback xmlns="">
            <p:sp>
              <p:nvSpPr>
                <p:cNvPr id="387" name="Rectangle: Rounded Corners 386">
                  <a:extLst>
                    <a:ext uri="{FF2B5EF4-FFF2-40B4-BE49-F238E27FC236}">
                      <a16:creationId xmlns:a16="http://schemas.microsoft.com/office/drawing/2014/main" id="{903A90A5-9AFA-48B0-BB30-7682C9B0DB86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13692" y="2351888"/>
                  <a:ext cx="815697" cy="419457"/>
                </a:xfrm>
                <a:prstGeom prst="roundRect">
                  <a:avLst>
                    <a:gd name="adj" fmla="val 9098"/>
                  </a:avLst>
                </a:prstGeom>
                <a:blipFill>
                  <a:blip r:embed="rId7"/>
                  <a:stretch>
                    <a:fillRect/>
                  </a:stretch>
                </a:blipFill>
                <a:ln w="19050">
                  <a:solidFill>
                    <a:schemeClr val="accent3">
                      <a:lumMod val="75000"/>
                    </a:schemeClr>
                  </a:solidFill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88" name="TextBox 387">
                  <a:extLst>
                    <a:ext uri="{FF2B5EF4-FFF2-40B4-BE49-F238E27FC236}">
                      <a16:creationId xmlns:a16="http://schemas.microsoft.com/office/drawing/2014/main" id="{4A9BA4FE-3036-4868-82A4-C2084CF6D85B}"/>
                    </a:ext>
                  </a:extLst>
                </p:cNvPr>
                <p:cNvSpPr txBox="1"/>
                <p:nvPr/>
              </p:nvSpPr>
              <p:spPr>
                <a:xfrm>
                  <a:off x="6324285" y="2263232"/>
                  <a:ext cx="417638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smtClean="0">
                            <a:solidFill>
                              <a:srgbClr val="BC69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Noto Mono" panose="020B0609030804020204" pitchFamily="49" charset="0"/>
                          </a:rPr>
                          <m:t> </m:t>
                        </m:r>
                        <m:r>
                          <a:rPr lang="en-US" b="1" i="1" smtClean="0">
                            <a:solidFill>
                              <a:srgbClr val="BC69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Noto Mono" panose="020B0609030804020204" pitchFamily="49" charset="0"/>
                          </a:rPr>
                          <m:t>𝜶</m:t>
                        </m:r>
                      </m:oMath>
                    </m:oMathPara>
                  </a14:m>
                  <a:endParaRPr lang="en-US" dirty="0">
                    <a:solidFill>
                      <a:srgbClr val="BC6900"/>
                    </a:solidFill>
                  </a:endParaRPr>
                </a:p>
              </p:txBody>
            </p:sp>
          </mc:Choice>
          <mc:Fallback>
            <p:sp>
              <p:nvSpPr>
                <p:cNvPr id="388" name="TextBox 387">
                  <a:extLst>
                    <a:ext uri="{FF2B5EF4-FFF2-40B4-BE49-F238E27FC236}">
                      <a16:creationId xmlns:a16="http://schemas.microsoft.com/office/drawing/2014/main" id="{4A9BA4FE-3036-4868-82A4-C2084CF6D85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24285" y="2263232"/>
                  <a:ext cx="417638" cy="369332"/>
                </a:xfrm>
                <a:prstGeom prst="rect">
                  <a:avLst/>
                </a:prstGeom>
                <a:blipFill>
                  <a:blip r:embed="rId8"/>
                  <a:stretch>
                    <a:fillRect r="-63889" b="-2926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389" name="Group 388">
              <a:extLst>
                <a:ext uri="{FF2B5EF4-FFF2-40B4-BE49-F238E27FC236}">
                  <a16:creationId xmlns:a16="http://schemas.microsoft.com/office/drawing/2014/main" id="{BBFB90B6-59CC-4D1B-92D6-816C14D3E39F}"/>
                </a:ext>
              </a:extLst>
            </p:cNvPr>
            <p:cNvGrpSpPr/>
            <p:nvPr/>
          </p:nvGrpSpPr>
          <p:grpSpPr>
            <a:xfrm>
              <a:off x="6361449" y="4961091"/>
              <a:ext cx="855260" cy="522998"/>
              <a:chOff x="9454792" y="4344124"/>
              <a:chExt cx="855260" cy="522998"/>
            </a:xfrm>
          </p:grpSpPr>
          <p:sp>
            <p:nvSpPr>
              <p:cNvPr id="401" name="Rectangle: Rounded Corners 400">
                <a:extLst>
                  <a:ext uri="{FF2B5EF4-FFF2-40B4-BE49-F238E27FC236}">
                    <a16:creationId xmlns:a16="http://schemas.microsoft.com/office/drawing/2014/main" id="{5E9E9217-6802-402A-8E77-9B83E923EE0A}"/>
                  </a:ext>
                </a:extLst>
              </p:cNvPr>
              <p:cNvSpPr/>
              <p:nvPr/>
            </p:nvSpPr>
            <p:spPr>
              <a:xfrm>
                <a:off x="9494355" y="4447665"/>
                <a:ext cx="815697" cy="419457"/>
              </a:xfrm>
              <a:prstGeom prst="roundRect">
                <a:avLst>
                  <a:gd name="adj" fmla="val 9098"/>
                </a:avLst>
              </a:prstGeom>
              <a:solidFill>
                <a:srgbClr val="FAFFFA"/>
              </a:solidFill>
              <a:ln w="19050">
                <a:solidFill>
                  <a:srgbClr val="619E64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wrap="none" rtlCol="0" anchor="ctr">
                <a:noAutofit/>
              </a:bodyPr>
              <a:lstStyle/>
              <a:p>
                <a:pPr algn="ctr"/>
                <a:endParaRPr lang="en-US" sz="1600">
                  <a:solidFill>
                    <a:srgbClr val="957922"/>
                  </a:solidFill>
                  <a:latin typeface="Noto Mono" panose="020B0609030804020204" pitchFamily="49" charset="0"/>
                  <a:ea typeface="Noto Mono" panose="020B0609030804020204" pitchFamily="49" charset="0"/>
                  <a:cs typeface="Noto Mono" panose="020B0609030804020204" pitchFamily="49" charset="0"/>
                </a:endParaRPr>
              </a:p>
            </p:txBody>
          </p: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402" name="TextBox 401">
                    <a:extLst>
                      <a:ext uri="{FF2B5EF4-FFF2-40B4-BE49-F238E27FC236}">
                        <a16:creationId xmlns:a16="http://schemas.microsoft.com/office/drawing/2014/main" id="{4C08B91E-37DD-4ED8-AAF3-FB0E9577B177}"/>
                      </a:ext>
                    </a:extLst>
                  </p:cNvPr>
                  <p:cNvSpPr txBox="1"/>
                  <p:nvPr/>
                </p:nvSpPr>
                <p:spPr>
                  <a:xfrm>
                    <a:off x="9454792" y="4344124"/>
                    <a:ext cx="619578" cy="369332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1" i="1" smtClean="0">
                              <a:solidFill>
                                <a:srgbClr val="BC69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Noto Mono" panose="020B0609030804020204" pitchFamily="49" charset="0"/>
                            </a:rPr>
                            <m:t> </m:t>
                          </m:r>
                          <m:r>
                            <a:rPr lang="en-US" b="1" i="1" smtClean="0">
                              <a:solidFill>
                                <a:srgbClr val="619E64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Noto Mono" panose="020B0609030804020204" pitchFamily="49" charset="0"/>
                            </a:rPr>
                            <m:t>𝜶</m:t>
                          </m:r>
                        </m:oMath>
                      </m:oMathPara>
                    </a14:m>
                    <a:endParaRPr lang="en-US">
                      <a:solidFill>
                        <a:srgbClr val="BC6900"/>
                      </a:solidFill>
                    </a:endParaRPr>
                  </a:p>
                </p:txBody>
              </p:sp>
            </mc:Choice>
            <mc:Fallback>
              <p:sp>
                <p:nvSpPr>
                  <p:cNvPr id="402" name="TextBox 401">
                    <a:extLst>
                      <a:ext uri="{FF2B5EF4-FFF2-40B4-BE49-F238E27FC236}">
                        <a16:creationId xmlns:a16="http://schemas.microsoft.com/office/drawing/2014/main" id="{4C08B91E-37DD-4ED8-AAF3-FB0E9577B177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454792" y="4344124"/>
                    <a:ext cx="619578" cy="369332"/>
                  </a:xfrm>
                  <a:prstGeom prst="rect">
                    <a:avLst/>
                  </a:prstGeom>
                  <a:blipFill>
                    <a:blip r:embed="rId9"/>
                    <a:stretch>
                      <a:fillRect r="-11321" b="-31707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cxnSp>
          <p:nvCxnSpPr>
            <p:cNvPr id="390" name="Straight Connector 389">
              <a:extLst>
                <a:ext uri="{FF2B5EF4-FFF2-40B4-BE49-F238E27FC236}">
                  <a16:creationId xmlns:a16="http://schemas.microsoft.com/office/drawing/2014/main" id="{9CA6C603-C762-475C-A61F-FA3180A19878}"/>
                </a:ext>
              </a:extLst>
            </p:cNvPr>
            <p:cNvCxnSpPr>
              <a:cxnSpLocks/>
              <a:stCxn id="401" idx="0"/>
              <a:endCxn id="376" idx="2"/>
            </p:cNvCxnSpPr>
            <p:nvPr/>
          </p:nvCxnSpPr>
          <p:spPr>
            <a:xfrm flipV="1">
              <a:off x="6808861" y="4714722"/>
              <a:ext cx="0" cy="349910"/>
            </a:xfrm>
            <a:prstGeom prst="line">
              <a:avLst/>
            </a:prstGeom>
            <a:ln w="25400">
              <a:solidFill>
                <a:srgbClr val="005EA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91" name="Group 390">
              <a:extLst>
                <a:ext uri="{FF2B5EF4-FFF2-40B4-BE49-F238E27FC236}">
                  <a16:creationId xmlns:a16="http://schemas.microsoft.com/office/drawing/2014/main" id="{2C365948-7BA3-4413-93E1-ABF15CAF9B65}"/>
                </a:ext>
              </a:extLst>
            </p:cNvPr>
            <p:cNvGrpSpPr/>
            <p:nvPr/>
          </p:nvGrpSpPr>
          <p:grpSpPr>
            <a:xfrm>
              <a:off x="7371469" y="4955521"/>
              <a:ext cx="825554" cy="534509"/>
              <a:chOff x="9484498" y="4332613"/>
              <a:chExt cx="825554" cy="534509"/>
            </a:xfrm>
          </p:grpSpPr>
          <p:sp>
            <p:nvSpPr>
              <p:cNvPr id="399" name="Rectangle: Rounded Corners 398">
                <a:extLst>
                  <a:ext uri="{FF2B5EF4-FFF2-40B4-BE49-F238E27FC236}">
                    <a16:creationId xmlns:a16="http://schemas.microsoft.com/office/drawing/2014/main" id="{76165764-7C1D-4983-B434-0DA9F490D8F5}"/>
                  </a:ext>
                </a:extLst>
              </p:cNvPr>
              <p:cNvSpPr/>
              <p:nvPr/>
            </p:nvSpPr>
            <p:spPr>
              <a:xfrm>
                <a:off x="9494355" y="4447665"/>
                <a:ext cx="815697" cy="419457"/>
              </a:xfrm>
              <a:prstGeom prst="roundRect">
                <a:avLst>
                  <a:gd name="adj" fmla="val 9098"/>
                </a:avLst>
              </a:prstGeom>
              <a:solidFill>
                <a:srgbClr val="FAFFFA"/>
              </a:solidFill>
              <a:ln w="19050">
                <a:solidFill>
                  <a:srgbClr val="619E64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wrap="none" rtlCol="0" anchor="ctr">
                <a:noAutofit/>
              </a:bodyPr>
              <a:lstStyle/>
              <a:p>
                <a:pPr algn="ctr"/>
                <a:endParaRPr lang="en-US" sz="1600">
                  <a:solidFill>
                    <a:srgbClr val="957922"/>
                  </a:solidFill>
                  <a:latin typeface="Noto Mono" panose="020B0609030804020204" pitchFamily="49" charset="0"/>
                  <a:ea typeface="Noto Mono" panose="020B0609030804020204" pitchFamily="49" charset="0"/>
                  <a:cs typeface="Noto Mono" panose="020B0609030804020204" pitchFamily="49" charset="0"/>
                </a:endParaRPr>
              </a:p>
            </p:txBody>
          </p: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400" name="TextBox 399">
                    <a:extLst>
                      <a:ext uri="{FF2B5EF4-FFF2-40B4-BE49-F238E27FC236}">
                        <a16:creationId xmlns:a16="http://schemas.microsoft.com/office/drawing/2014/main" id="{86F9F8A0-995B-43D4-84AA-87CC5C71E71A}"/>
                      </a:ext>
                    </a:extLst>
                  </p:cNvPr>
                  <p:cNvSpPr txBox="1"/>
                  <p:nvPr/>
                </p:nvSpPr>
                <p:spPr>
                  <a:xfrm>
                    <a:off x="9484498" y="4332613"/>
                    <a:ext cx="619578" cy="369332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1" i="1" smtClean="0">
                              <a:solidFill>
                                <a:srgbClr val="BC69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Noto Mono" panose="020B0609030804020204" pitchFamily="49" charset="0"/>
                            </a:rPr>
                            <m:t> </m:t>
                          </m:r>
                          <m:r>
                            <a:rPr lang="en-US" b="1" i="1" smtClean="0">
                              <a:solidFill>
                                <a:srgbClr val="619E64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Noto Mono" panose="020B0609030804020204" pitchFamily="49" charset="0"/>
                            </a:rPr>
                            <m:t>𝜶</m:t>
                          </m:r>
                        </m:oMath>
                      </m:oMathPara>
                    </a14:m>
                    <a:endParaRPr lang="en-US">
                      <a:solidFill>
                        <a:srgbClr val="BC6900"/>
                      </a:solidFill>
                    </a:endParaRPr>
                  </a:p>
                </p:txBody>
              </p:sp>
            </mc:Choice>
            <mc:Fallback>
              <p:sp>
                <p:nvSpPr>
                  <p:cNvPr id="400" name="TextBox 399">
                    <a:extLst>
                      <a:ext uri="{FF2B5EF4-FFF2-40B4-BE49-F238E27FC236}">
                        <a16:creationId xmlns:a16="http://schemas.microsoft.com/office/drawing/2014/main" id="{86F9F8A0-995B-43D4-84AA-87CC5C71E71A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484498" y="4332613"/>
                    <a:ext cx="619578" cy="369332"/>
                  </a:xfrm>
                  <a:prstGeom prst="rect">
                    <a:avLst/>
                  </a:prstGeom>
                  <a:blipFill>
                    <a:blip r:embed="rId10"/>
                    <a:stretch>
                      <a:fillRect r="-11321" b="-29268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cxnSp>
          <p:nvCxnSpPr>
            <p:cNvPr id="392" name="Straight Connector 391">
              <a:extLst>
                <a:ext uri="{FF2B5EF4-FFF2-40B4-BE49-F238E27FC236}">
                  <a16:creationId xmlns:a16="http://schemas.microsoft.com/office/drawing/2014/main" id="{D4415D82-3A71-4F7D-BDFE-EF7209F1C49D}"/>
                </a:ext>
              </a:extLst>
            </p:cNvPr>
            <p:cNvCxnSpPr>
              <a:cxnSpLocks/>
              <a:stCxn id="399" idx="0"/>
              <a:endCxn id="374" idx="2"/>
            </p:cNvCxnSpPr>
            <p:nvPr/>
          </p:nvCxnSpPr>
          <p:spPr>
            <a:xfrm flipV="1">
              <a:off x="7789175" y="4714722"/>
              <a:ext cx="0" cy="355851"/>
            </a:xfrm>
            <a:prstGeom prst="line">
              <a:avLst/>
            </a:prstGeom>
            <a:ln w="25400">
              <a:solidFill>
                <a:srgbClr val="005EA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93" name="Group 392">
              <a:extLst>
                <a:ext uri="{FF2B5EF4-FFF2-40B4-BE49-F238E27FC236}">
                  <a16:creationId xmlns:a16="http://schemas.microsoft.com/office/drawing/2014/main" id="{02E6CA50-8E86-4F4F-9E29-50CCA111C103}"/>
                </a:ext>
              </a:extLst>
            </p:cNvPr>
            <p:cNvGrpSpPr/>
            <p:nvPr/>
          </p:nvGrpSpPr>
          <p:grpSpPr>
            <a:xfrm>
              <a:off x="8331824" y="4957474"/>
              <a:ext cx="840406" cy="522998"/>
              <a:chOff x="9469646" y="4344124"/>
              <a:chExt cx="840406" cy="522998"/>
            </a:xfrm>
          </p:grpSpPr>
          <p:sp>
            <p:nvSpPr>
              <p:cNvPr id="397" name="Rectangle: Rounded Corners 396">
                <a:extLst>
                  <a:ext uri="{FF2B5EF4-FFF2-40B4-BE49-F238E27FC236}">
                    <a16:creationId xmlns:a16="http://schemas.microsoft.com/office/drawing/2014/main" id="{68E31902-D8DE-40C8-80CC-69D0A311949F}"/>
                  </a:ext>
                </a:extLst>
              </p:cNvPr>
              <p:cNvSpPr/>
              <p:nvPr/>
            </p:nvSpPr>
            <p:spPr>
              <a:xfrm>
                <a:off x="9494355" y="4447665"/>
                <a:ext cx="815697" cy="419457"/>
              </a:xfrm>
              <a:prstGeom prst="roundRect">
                <a:avLst>
                  <a:gd name="adj" fmla="val 9098"/>
                </a:avLst>
              </a:prstGeom>
              <a:solidFill>
                <a:srgbClr val="FAFFFA"/>
              </a:solidFill>
              <a:ln w="19050">
                <a:solidFill>
                  <a:srgbClr val="619E64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wrap="none" rtlCol="0" anchor="ctr">
                <a:noAutofit/>
              </a:bodyPr>
              <a:lstStyle/>
              <a:p>
                <a:pPr algn="ctr"/>
                <a:endParaRPr lang="en-US" sz="1600">
                  <a:solidFill>
                    <a:srgbClr val="957922"/>
                  </a:solidFill>
                  <a:latin typeface="Noto Mono" panose="020B0609030804020204" pitchFamily="49" charset="0"/>
                  <a:ea typeface="Noto Mono" panose="020B0609030804020204" pitchFamily="49" charset="0"/>
                  <a:cs typeface="Noto Mono" panose="020B0609030804020204" pitchFamily="49" charset="0"/>
                </a:endParaRPr>
              </a:p>
            </p:txBody>
          </p: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398" name="TextBox 397">
                    <a:extLst>
                      <a:ext uri="{FF2B5EF4-FFF2-40B4-BE49-F238E27FC236}">
                        <a16:creationId xmlns:a16="http://schemas.microsoft.com/office/drawing/2014/main" id="{5E60BD9A-CE9B-4726-B0C9-208A47C1C201}"/>
                      </a:ext>
                    </a:extLst>
                  </p:cNvPr>
                  <p:cNvSpPr txBox="1"/>
                  <p:nvPr/>
                </p:nvSpPr>
                <p:spPr>
                  <a:xfrm>
                    <a:off x="9469646" y="4344124"/>
                    <a:ext cx="619578" cy="369333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1" i="1" smtClean="0">
                              <a:solidFill>
                                <a:srgbClr val="BC69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Noto Mono" panose="020B0609030804020204" pitchFamily="49" charset="0"/>
                            </a:rPr>
                            <m:t> </m:t>
                          </m:r>
                          <m:r>
                            <a:rPr lang="en-US" b="1" i="1" smtClean="0">
                              <a:solidFill>
                                <a:srgbClr val="619E64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Noto Mono" panose="020B0609030804020204" pitchFamily="49" charset="0"/>
                            </a:rPr>
                            <m:t>𝜶</m:t>
                          </m:r>
                        </m:oMath>
                      </m:oMathPara>
                    </a14:m>
                    <a:endParaRPr lang="en-US">
                      <a:solidFill>
                        <a:srgbClr val="BC6900"/>
                      </a:solidFill>
                    </a:endParaRPr>
                  </a:p>
                </p:txBody>
              </p:sp>
            </mc:Choice>
            <mc:Fallback>
              <p:sp>
                <p:nvSpPr>
                  <p:cNvPr id="398" name="TextBox 397">
                    <a:extLst>
                      <a:ext uri="{FF2B5EF4-FFF2-40B4-BE49-F238E27FC236}">
                        <a16:creationId xmlns:a16="http://schemas.microsoft.com/office/drawing/2014/main" id="{5E60BD9A-CE9B-4726-B0C9-208A47C1C201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469646" y="4344124"/>
                    <a:ext cx="619578" cy="369333"/>
                  </a:xfrm>
                  <a:prstGeom prst="rect">
                    <a:avLst/>
                  </a:prstGeom>
                  <a:blipFill>
                    <a:blip r:embed="rId11"/>
                    <a:stretch>
                      <a:fillRect r="-11321" b="-29268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cxnSp>
          <p:nvCxnSpPr>
            <p:cNvPr id="394" name="Straight Connector 393">
              <a:extLst>
                <a:ext uri="{FF2B5EF4-FFF2-40B4-BE49-F238E27FC236}">
                  <a16:creationId xmlns:a16="http://schemas.microsoft.com/office/drawing/2014/main" id="{A42B732F-E707-4D5B-8BA7-EC4571F78927}"/>
                </a:ext>
              </a:extLst>
            </p:cNvPr>
            <p:cNvCxnSpPr>
              <a:cxnSpLocks/>
              <a:stCxn id="397" idx="0"/>
            </p:cNvCxnSpPr>
            <p:nvPr/>
          </p:nvCxnSpPr>
          <p:spPr>
            <a:xfrm flipV="1">
              <a:off x="8764382" y="4711105"/>
              <a:ext cx="0" cy="349910"/>
            </a:xfrm>
            <a:prstGeom prst="line">
              <a:avLst/>
            </a:prstGeom>
            <a:ln w="25400">
              <a:solidFill>
                <a:srgbClr val="005EA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5" name="Straight Connector 394">
              <a:extLst>
                <a:ext uri="{FF2B5EF4-FFF2-40B4-BE49-F238E27FC236}">
                  <a16:creationId xmlns:a16="http://schemas.microsoft.com/office/drawing/2014/main" id="{6DA37DEF-0F42-473F-A00F-3F6A2A44F19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252850" y="3750207"/>
              <a:ext cx="0" cy="146153"/>
            </a:xfrm>
            <a:prstGeom prst="line">
              <a:avLst/>
            </a:prstGeom>
            <a:ln w="25400">
              <a:solidFill>
                <a:srgbClr val="005EA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6" name="Straight Connector 395">
              <a:extLst>
                <a:ext uri="{FF2B5EF4-FFF2-40B4-BE49-F238E27FC236}">
                  <a16:creationId xmlns:a16="http://schemas.microsoft.com/office/drawing/2014/main" id="{CE2B5D00-E2A7-4B98-8B8B-05BC7C4809E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259318" y="3750207"/>
              <a:ext cx="0" cy="146153"/>
            </a:xfrm>
            <a:prstGeom prst="line">
              <a:avLst/>
            </a:prstGeom>
            <a:ln w="25400">
              <a:solidFill>
                <a:srgbClr val="005EA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84" name="Straight Arrow Connector 83">
            <a:extLst>
              <a:ext uri="{FF2B5EF4-FFF2-40B4-BE49-F238E27FC236}">
                <a16:creationId xmlns:a16="http://schemas.microsoft.com/office/drawing/2014/main" id="{947EE927-FE8C-4076-A5AE-AD581A5E776F}"/>
              </a:ext>
            </a:extLst>
          </p:cNvPr>
          <p:cNvCxnSpPr>
            <a:cxnSpLocks/>
          </p:cNvCxnSpPr>
          <p:nvPr/>
        </p:nvCxnSpPr>
        <p:spPr>
          <a:xfrm>
            <a:off x="4828032" y="4132189"/>
            <a:ext cx="334420" cy="0"/>
          </a:xfrm>
          <a:prstGeom prst="straightConnector1">
            <a:avLst/>
          </a:prstGeom>
          <a:noFill/>
          <a:ln w="50800" cap="flat" cmpd="sng" algn="ctr">
            <a:solidFill>
              <a:srgbClr val="657B83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cxnSp>
      <p:cxnSp>
        <p:nvCxnSpPr>
          <p:cNvPr id="85" name="Straight Arrow Connector 84">
            <a:extLst>
              <a:ext uri="{FF2B5EF4-FFF2-40B4-BE49-F238E27FC236}">
                <a16:creationId xmlns:a16="http://schemas.microsoft.com/office/drawing/2014/main" id="{747F95F0-7A3E-485E-B2AB-39C97837005D}"/>
              </a:ext>
            </a:extLst>
          </p:cNvPr>
          <p:cNvCxnSpPr>
            <a:cxnSpLocks/>
          </p:cNvCxnSpPr>
          <p:nvPr/>
        </p:nvCxnSpPr>
        <p:spPr>
          <a:xfrm>
            <a:off x="5162452" y="2134143"/>
            <a:ext cx="360524" cy="0"/>
          </a:xfrm>
          <a:prstGeom prst="straightConnector1">
            <a:avLst/>
          </a:prstGeom>
          <a:noFill/>
          <a:ln w="50800" cap="flat" cmpd="sng" algn="ctr">
            <a:solidFill>
              <a:srgbClr val="657B83"/>
            </a:solidFill>
            <a:prstDash val="solid"/>
            <a:round/>
            <a:headEnd type="none" w="med" len="med"/>
            <a:tailEnd type="stealth" w="med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cxnSp>
      <p:cxnSp>
        <p:nvCxnSpPr>
          <p:cNvPr id="86" name="Straight Arrow Connector 85">
            <a:extLst>
              <a:ext uri="{FF2B5EF4-FFF2-40B4-BE49-F238E27FC236}">
                <a16:creationId xmlns:a16="http://schemas.microsoft.com/office/drawing/2014/main" id="{E06A5281-4B78-4F7C-A757-BB0B89925ACD}"/>
              </a:ext>
            </a:extLst>
          </p:cNvPr>
          <p:cNvCxnSpPr>
            <a:cxnSpLocks/>
          </p:cNvCxnSpPr>
          <p:nvPr/>
        </p:nvCxnSpPr>
        <p:spPr>
          <a:xfrm>
            <a:off x="5162452" y="3134149"/>
            <a:ext cx="360524" cy="0"/>
          </a:xfrm>
          <a:prstGeom prst="straightConnector1">
            <a:avLst/>
          </a:prstGeom>
          <a:noFill/>
          <a:ln w="50800" cap="flat" cmpd="sng" algn="ctr">
            <a:solidFill>
              <a:srgbClr val="657B83"/>
            </a:solidFill>
            <a:prstDash val="solid"/>
            <a:round/>
            <a:headEnd type="none" w="med" len="med"/>
            <a:tailEnd type="stealth" w="med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cxnSp>
      <p:cxnSp>
        <p:nvCxnSpPr>
          <p:cNvPr id="87" name="Straight Arrow Connector 86">
            <a:extLst>
              <a:ext uri="{FF2B5EF4-FFF2-40B4-BE49-F238E27FC236}">
                <a16:creationId xmlns:a16="http://schemas.microsoft.com/office/drawing/2014/main" id="{3A52BC0E-B96E-4B41-AE03-263020F4C692}"/>
              </a:ext>
            </a:extLst>
          </p:cNvPr>
          <p:cNvCxnSpPr>
            <a:cxnSpLocks/>
          </p:cNvCxnSpPr>
          <p:nvPr/>
        </p:nvCxnSpPr>
        <p:spPr>
          <a:xfrm flipV="1">
            <a:off x="5162452" y="4132189"/>
            <a:ext cx="360524" cy="1516"/>
          </a:xfrm>
          <a:prstGeom prst="straightConnector1">
            <a:avLst/>
          </a:prstGeom>
          <a:noFill/>
          <a:ln w="50800" cap="flat" cmpd="sng" algn="ctr">
            <a:solidFill>
              <a:srgbClr val="657B83"/>
            </a:solidFill>
            <a:prstDash val="solid"/>
            <a:round/>
            <a:headEnd type="none" w="med" len="med"/>
            <a:tailEnd type="stealth" w="med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cxnSp>
      <p:cxnSp>
        <p:nvCxnSpPr>
          <p:cNvPr id="88" name="Straight Arrow Connector 87">
            <a:extLst>
              <a:ext uri="{FF2B5EF4-FFF2-40B4-BE49-F238E27FC236}">
                <a16:creationId xmlns:a16="http://schemas.microsoft.com/office/drawing/2014/main" id="{7597209B-1874-4BCF-8FB1-3951606F7578}"/>
              </a:ext>
            </a:extLst>
          </p:cNvPr>
          <p:cNvCxnSpPr>
            <a:cxnSpLocks/>
          </p:cNvCxnSpPr>
          <p:nvPr/>
        </p:nvCxnSpPr>
        <p:spPr>
          <a:xfrm>
            <a:off x="5162452" y="5133261"/>
            <a:ext cx="360524" cy="5206"/>
          </a:xfrm>
          <a:prstGeom prst="straightConnector1">
            <a:avLst/>
          </a:prstGeom>
          <a:noFill/>
          <a:ln w="50800" cap="flat" cmpd="sng" algn="ctr">
            <a:solidFill>
              <a:srgbClr val="657B83"/>
            </a:solidFill>
            <a:prstDash val="solid"/>
            <a:round/>
            <a:headEnd type="none" w="med" len="med"/>
            <a:tailEnd type="stealth" w="med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cxnSp>
      <p:cxnSp>
        <p:nvCxnSpPr>
          <p:cNvPr id="89" name="Straight Arrow Connector 88">
            <a:extLst>
              <a:ext uri="{FF2B5EF4-FFF2-40B4-BE49-F238E27FC236}">
                <a16:creationId xmlns:a16="http://schemas.microsoft.com/office/drawing/2014/main" id="{45DA589D-7A6F-4DE8-AC56-D2BB50AFADDF}"/>
              </a:ext>
            </a:extLst>
          </p:cNvPr>
          <p:cNvCxnSpPr>
            <a:cxnSpLocks/>
          </p:cNvCxnSpPr>
          <p:nvPr/>
        </p:nvCxnSpPr>
        <p:spPr>
          <a:xfrm>
            <a:off x="5162452" y="6132818"/>
            <a:ext cx="360524" cy="0"/>
          </a:xfrm>
          <a:prstGeom prst="straightConnector1">
            <a:avLst/>
          </a:prstGeom>
          <a:noFill/>
          <a:ln w="50800" cap="flat" cmpd="sng" algn="ctr">
            <a:solidFill>
              <a:srgbClr val="657B83"/>
            </a:solidFill>
            <a:prstDash val="solid"/>
            <a:round/>
            <a:headEnd type="none" w="med" len="med"/>
            <a:tailEnd type="stealth" w="med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cxnSp>
      <p:cxnSp>
        <p:nvCxnSpPr>
          <p:cNvPr id="90" name="Straight Arrow Connector 89">
            <a:extLst>
              <a:ext uri="{FF2B5EF4-FFF2-40B4-BE49-F238E27FC236}">
                <a16:creationId xmlns:a16="http://schemas.microsoft.com/office/drawing/2014/main" id="{C0AB7339-492A-4783-B72A-84ED9B2A5D6B}"/>
              </a:ext>
            </a:extLst>
          </p:cNvPr>
          <p:cNvCxnSpPr>
            <a:cxnSpLocks/>
          </p:cNvCxnSpPr>
          <p:nvPr/>
        </p:nvCxnSpPr>
        <p:spPr>
          <a:xfrm>
            <a:off x="5143874" y="2107888"/>
            <a:ext cx="18578" cy="4052372"/>
          </a:xfrm>
          <a:prstGeom prst="straightConnector1">
            <a:avLst/>
          </a:prstGeom>
          <a:noFill/>
          <a:ln w="50800" cap="flat" cmpd="sng" algn="ctr">
            <a:solidFill>
              <a:srgbClr val="657B83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1" name="TextBox 90">
                <a:extLst>
                  <a:ext uri="{FF2B5EF4-FFF2-40B4-BE49-F238E27FC236}">
                    <a16:creationId xmlns:a16="http://schemas.microsoft.com/office/drawing/2014/main" id="{BBBAAA3F-9378-4DDB-B476-A2750FE8409F}"/>
                  </a:ext>
                </a:extLst>
              </p:cNvPr>
              <p:cNvSpPr txBox="1"/>
              <p:nvPr/>
            </p:nvSpPr>
            <p:spPr>
              <a:xfrm>
                <a:off x="5605147" y="1981693"/>
                <a:ext cx="1393267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808000"/>
                          </a:solidFill>
                          <a:latin typeface="Cambria Math" panose="02040503050406030204" pitchFamily="18" charset="0"/>
                        </a:rPr>
                        <m:t>{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rgbClr val="808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808000"/>
                              </a:solidFill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808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solidFill>
                            <a:srgbClr val="808000"/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rgbClr val="808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808000"/>
                              </a:solidFill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808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solidFill>
                            <a:srgbClr val="808000"/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rgbClr val="808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808000"/>
                              </a:solidFill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8080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b="0" i="1" smtClean="0">
                          <a:solidFill>
                            <a:srgbClr val="808000"/>
                          </a:solidFill>
                          <a:latin typeface="Cambria Math" panose="02040503050406030204" pitchFamily="18" charset="0"/>
                        </a:rPr>
                        <m:t>,…}</m:t>
                      </m:r>
                    </m:oMath>
                  </m:oMathPara>
                </a14:m>
                <a:endParaRPr lang="en-US">
                  <a:solidFill>
                    <a:srgbClr val="808000"/>
                  </a:solidFill>
                </a:endParaRPr>
              </a:p>
            </p:txBody>
          </p:sp>
        </mc:Choice>
        <mc:Fallback xmlns="">
          <p:sp>
            <p:nvSpPr>
              <p:cNvPr id="91" name="TextBox 90">
                <a:extLst>
                  <a:ext uri="{FF2B5EF4-FFF2-40B4-BE49-F238E27FC236}">
                    <a16:creationId xmlns:a16="http://schemas.microsoft.com/office/drawing/2014/main" id="{BBBAAA3F-9378-4DDB-B476-A2750FE840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05147" y="1981693"/>
                <a:ext cx="1393267" cy="276999"/>
              </a:xfrm>
              <a:prstGeom prst="rect">
                <a:avLst/>
              </a:prstGeom>
              <a:blipFill>
                <a:blip r:embed="rId12"/>
                <a:stretch>
                  <a:fillRect l="-5240" r="-5677" b="-391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2" name="TextBox 91">
                <a:extLst>
                  <a:ext uri="{FF2B5EF4-FFF2-40B4-BE49-F238E27FC236}">
                    <a16:creationId xmlns:a16="http://schemas.microsoft.com/office/drawing/2014/main" id="{623E1378-A44B-4304-88A9-CE08C33880D1}"/>
                  </a:ext>
                </a:extLst>
              </p:cNvPr>
              <p:cNvSpPr txBox="1"/>
              <p:nvPr/>
            </p:nvSpPr>
            <p:spPr>
              <a:xfrm>
                <a:off x="5605147" y="3974319"/>
                <a:ext cx="141089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808000"/>
                          </a:solidFill>
                          <a:latin typeface="Cambria Math" panose="02040503050406030204" pitchFamily="18" charset="0"/>
                        </a:rPr>
                        <m:t>{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rgbClr val="808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808000"/>
                              </a:solidFill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808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</m:sSub>
                      <m:r>
                        <a:rPr lang="en-US" b="0" i="1" smtClean="0">
                          <a:solidFill>
                            <a:srgbClr val="808000"/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rgbClr val="808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808000"/>
                              </a:solidFill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808000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sub>
                      </m:sSub>
                      <m:r>
                        <a:rPr lang="en-US" b="0" i="1" smtClean="0">
                          <a:solidFill>
                            <a:srgbClr val="808000"/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rgbClr val="808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808000"/>
                              </a:solidFill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808000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r>
                        <a:rPr lang="en-US" b="0" i="1" smtClean="0">
                          <a:solidFill>
                            <a:srgbClr val="808000"/>
                          </a:solidFill>
                          <a:latin typeface="Cambria Math" panose="02040503050406030204" pitchFamily="18" charset="0"/>
                        </a:rPr>
                        <m:t>,…}</m:t>
                      </m:r>
                    </m:oMath>
                  </m:oMathPara>
                </a14:m>
                <a:endParaRPr lang="en-US">
                  <a:solidFill>
                    <a:srgbClr val="808000"/>
                  </a:solidFill>
                </a:endParaRPr>
              </a:p>
            </p:txBody>
          </p:sp>
        </mc:Choice>
        <mc:Fallback xmlns="">
          <p:sp>
            <p:nvSpPr>
              <p:cNvPr id="92" name="TextBox 91">
                <a:extLst>
                  <a:ext uri="{FF2B5EF4-FFF2-40B4-BE49-F238E27FC236}">
                    <a16:creationId xmlns:a16="http://schemas.microsoft.com/office/drawing/2014/main" id="{623E1378-A44B-4304-88A9-CE08C33880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05147" y="3974319"/>
                <a:ext cx="1410899" cy="276999"/>
              </a:xfrm>
              <a:prstGeom prst="rect">
                <a:avLst/>
              </a:prstGeom>
              <a:blipFill>
                <a:blip r:embed="rId13"/>
                <a:stretch>
                  <a:fillRect l="-5172" t="-2222" r="-5172" b="-4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3" name="TextBox 92">
                <a:extLst>
                  <a:ext uri="{FF2B5EF4-FFF2-40B4-BE49-F238E27FC236}">
                    <a16:creationId xmlns:a16="http://schemas.microsoft.com/office/drawing/2014/main" id="{97FAEB47-71E2-4D13-A6DF-496D8D87465B}"/>
                  </a:ext>
                </a:extLst>
              </p:cNvPr>
              <p:cNvSpPr txBox="1"/>
              <p:nvPr/>
            </p:nvSpPr>
            <p:spPr>
              <a:xfrm>
                <a:off x="5605147" y="4963432"/>
                <a:ext cx="485261" cy="29892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808000"/>
                          </a:solidFill>
                          <a:latin typeface="Cambria Math" panose="02040503050406030204" pitchFamily="18" charset="0"/>
                        </a:rPr>
                        <m:t>{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rgbClr val="808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808000"/>
                              </a:solidFill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808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  <m:r>
                        <a:rPr lang="en-US" b="0" i="1" smtClean="0">
                          <a:solidFill>
                            <a:srgbClr val="808000"/>
                          </a:solidFill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en-US">
                  <a:solidFill>
                    <a:srgbClr val="808000"/>
                  </a:solidFill>
                </a:endParaRPr>
              </a:p>
            </p:txBody>
          </p:sp>
        </mc:Choice>
        <mc:Fallback xmlns="">
          <p:sp>
            <p:nvSpPr>
              <p:cNvPr id="93" name="TextBox 92">
                <a:extLst>
                  <a:ext uri="{FF2B5EF4-FFF2-40B4-BE49-F238E27FC236}">
                    <a16:creationId xmlns:a16="http://schemas.microsoft.com/office/drawing/2014/main" id="{97FAEB47-71E2-4D13-A6DF-496D8D8746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05147" y="4963432"/>
                <a:ext cx="485261" cy="298928"/>
              </a:xfrm>
              <a:prstGeom prst="rect">
                <a:avLst/>
              </a:prstGeom>
              <a:blipFill>
                <a:blip r:embed="rId14"/>
                <a:stretch>
                  <a:fillRect l="-15000" r="-17500" b="-3061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4" name="TextBox 93">
                <a:extLst>
                  <a:ext uri="{FF2B5EF4-FFF2-40B4-BE49-F238E27FC236}">
                    <a16:creationId xmlns:a16="http://schemas.microsoft.com/office/drawing/2014/main" id="{EE70DBB4-D2E1-47A6-BD98-4F104BA03476}"/>
                  </a:ext>
                </a:extLst>
              </p:cNvPr>
              <p:cNvSpPr txBox="1"/>
              <p:nvPr/>
            </p:nvSpPr>
            <p:spPr>
              <a:xfrm>
                <a:off x="5605147" y="2985206"/>
                <a:ext cx="477630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808000"/>
                          </a:solidFill>
                          <a:latin typeface="Cambria Math" panose="02040503050406030204" pitchFamily="18" charset="0"/>
                        </a:rPr>
                        <m:t>{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rgbClr val="808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808000"/>
                              </a:solidFill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808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en-US" b="0" i="1" smtClean="0">
                          <a:solidFill>
                            <a:srgbClr val="808000"/>
                          </a:solidFill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en-US">
                  <a:solidFill>
                    <a:srgbClr val="808000"/>
                  </a:solidFill>
                </a:endParaRPr>
              </a:p>
            </p:txBody>
          </p:sp>
        </mc:Choice>
        <mc:Fallback xmlns="">
          <p:sp>
            <p:nvSpPr>
              <p:cNvPr id="94" name="TextBox 93">
                <a:extLst>
                  <a:ext uri="{FF2B5EF4-FFF2-40B4-BE49-F238E27FC236}">
                    <a16:creationId xmlns:a16="http://schemas.microsoft.com/office/drawing/2014/main" id="{EE70DBB4-D2E1-47A6-BD98-4F104BA034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05147" y="2985206"/>
                <a:ext cx="477630" cy="276999"/>
              </a:xfrm>
              <a:prstGeom prst="rect">
                <a:avLst/>
              </a:prstGeom>
              <a:blipFill>
                <a:blip r:embed="rId15"/>
                <a:stretch>
                  <a:fillRect l="-16456" t="-2222" r="-17722" b="-4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5" name="TextBox 94">
                <a:extLst>
                  <a:ext uri="{FF2B5EF4-FFF2-40B4-BE49-F238E27FC236}">
                    <a16:creationId xmlns:a16="http://schemas.microsoft.com/office/drawing/2014/main" id="{BCB28841-9172-4C79-9D6F-1F4776074635}"/>
                  </a:ext>
                </a:extLst>
              </p:cNvPr>
              <p:cNvSpPr txBox="1"/>
              <p:nvPr/>
            </p:nvSpPr>
            <p:spPr>
              <a:xfrm>
                <a:off x="5605147" y="5974475"/>
                <a:ext cx="494238" cy="30174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808000"/>
                          </a:solidFill>
                          <a:latin typeface="Cambria Math" panose="02040503050406030204" pitchFamily="18" charset="0"/>
                        </a:rPr>
                        <m:t>{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rgbClr val="808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808000"/>
                              </a:solidFill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808000"/>
                              </a:solidFill>
                              <a:latin typeface="Cambria Math" panose="02040503050406030204" pitchFamily="18" charset="0"/>
                            </a:rPr>
                            <m:t>𝛽</m:t>
                          </m:r>
                        </m:sub>
                      </m:sSub>
                      <m:r>
                        <a:rPr lang="en-US" b="0" i="1" smtClean="0">
                          <a:solidFill>
                            <a:srgbClr val="808000"/>
                          </a:solidFill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en-US">
                  <a:solidFill>
                    <a:srgbClr val="808000"/>
                  </a:solidFill>
                </a:endParaRPr>
              </a:p>
            </p:txBody>
          </p:sp>
        </mc:Choice>
        <mc:Fallback xmlns="">
          <p:sp>
            <p:nvSpPr>
              <p:cNvPr id="95" name="TextBox 94">
                <a:extLst>
                  <a:ext uri="{FF2B5EF4-FFF2-40B4-BE49-F238E27FC236}">
                    <a16:creationId xmlns:a16="http://schemas.microsoft.com/office/drawing/2014/main" id="{BCB28841-9172-4C79-9D6F-1F47760746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05147" y="5974475"/>
                <a:ext cx="494238" cy="301749"/>
              </a:xfrm>
              <a:prstGeom prst="rect">
                <a:avLst/>
              </a:prstGeom>
              <a:blipFill>
                <a:blip r:embed="rId16"/>
                <a:stretch>
                  <a:fillRect l="-14634" r="-15854" b="-28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6" name="Rectangle: Rounded Corners 95">
            <a:extLst>
              <a:ext uri="{FF2B5EF4-FFF2-40B4-BE49-F238E27FC236}">
                <a16:creationId xmlns:a16="http://schemas.microsoft.com/office/drawing/2014/main" id="{10B8B0BB-B260-4BB0-B9FF-44BD20EB9667}"/>
              </a:ext>
            </a:extLst>
          </p:cNvPr>
          <p:cNvSpPr/>
          <p:nvPr/>
        </p:nvSpPr>
        <p:spPr>
          <a:xfrm>
            <a:off x="4828032" y="1374408"/>
            <a:ext cx="2743059" cy="387191"/>
          </a:xfrm>
          <a:prstGeom prst="roundRect">
            <a:avLst>
              <a:gd name="adj" fmla="val 9098"/>
            </a:avLst>
          </a:prstGeom>
          <a:solidFill>
            <a:srgbClr val="FAFAFF"/>
          </a:solidFill>
          <a:ln w="19050">
            <a:solidFill>
              <a:srgbClr val="862286"/>
            </a:solidFill>
          </a:ln>
          <a:effectLst>
            <a:outerShdw blurRad="508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none" rtlCol="0" anchor="ctr">
            <a:spAutoFit/>
          </a:bodyPr>
          <a:lstStyle/>
          <a:p>
            <a:pPr algn="ctr"/>
            <a:r>
              <a:rPr lang="en-US">
                <a:solidFill>
                  <a:srgbClr val="962696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Calibri" panose="020F0502020204030204" pitchFamily="34" charset="0"/>
              </a:rPr>
              <a:t>Query Equivalence Classes</a:t>
            </a:r>
            <a:endParaRPr lang="en-US">
              <a:solidFill>
                <a:srgbClr val="962696"/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97" name="Rectangle: Rounded Corners 96">
            <a:extLst>
              <a:ext uri="{FF2B5EF4-FFF2-40B4-BE49-F238E27FC236}">
                <a16:creationId xmlns:a16="http://schemas.microsoft.com/office/drawing/2014/main" id="{4F8F8B0A-02DF-4C77-81BC-B73B5AB04025}"/>
              </a:ext>
            </a:extLst>
          </p:cNvPr>
          <p:cNvSpPr/>
          <p:nvPr/>
        </p:nvSpPr>
        <p:spPr>
          <a:xfrm>
            <a:off x="7772777" y="2809011"/>
            <a:ext cx="2752041" cy="967978"/>
          </a:xfrm>
          <a:prstGeom prst="roundRect">
            <a:avLst>
              <a:gd name="adj" fmla="val 5162"/>
            </a:avLst>
          </a:prstGeom>
          <a:solidFill>
            <a:srgbClr val="FAFFFA"/>
          </a:solidFill>
          <a:ln w="19050">
            <a:solidFill>
              <a:srgbClr val="2E7D32"/>
            </a:solidFill>
          </a:ln>
          <a:effectLst>
            <a:outerShdw blurRad="508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just"/>
            <a:r>
              <a:rPr lang="en-US">
                <a:solidFill>
                  <a:srgbClr val="2E7D32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Calibri" panose="020F0502020204030204" pitchFamily="34" charset="0"/>
              </a:rPr>
              <a:t>Equivalence Class – A set of queries that are treated similarly at each server </a:t>
            </a:r>
            <a:endParaRPr lang="en-US">
              <a:solidFill>
                <a:srgbClr val="2E7D32"/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7669217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91" grpId="0"/>
      <p:bldP spid="92" grpId="0"/>
      <p:bldP spid="93" grpId="0"/>
      <p:bldP spid="94" grpId="0"/>
      <p:bldP spid="95" grpId="0"/>
      <p:bldP spid="96" grpId="0" animBg="1"/>
      <p:bldP spid="97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65;p14">
            <a:extLst>
              <a:ext uri="{FF2B5EF4-FFF2-40B4-BE49-F238E27FC236}">
                <a16:creationId xmlns:a16="http://schemas.microsoft.com/office/drawing/2014/main" id="{E98430C3-8C56-47EF-8D13-F1BC5B855A4C}"/>
              </a:ext>
            </a:extLst>
          </p:cNvPr>
          <p:cNvSpPr txBox="1">
            <a:spLocks/>
          </p:cNvSpPr>
          <p:nvPr/>
        </p:nvSpPr>
        <p:spPr>
          <a:xfrm>
            <a:off x="4025261" y="209319"/>
            <a:ext cx="4141478" cy="800179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121900" tIns="121900" rIns="121900" bIns="12190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 b="0" i="0" u="none" strike="noStrike" cap="non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 b="0" i="0" u="none" strike="noStrike" cap="non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 b="0" i="0" u="none" strike="noStrike" cap="non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 b="0" i="0" u="none" strike="noStrike" cap="non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 b="0" i="0" u="none" strike="noStrike" cap="non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 b="0" i="0" u="none" strike="noStrike" cap="non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 b="0" i="0" u="none" strike="noStrike" cap="non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 b="0" i="0" u="none" strike="noStrike" cap="non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 b="0" i="0" u="none" strike="noStrike" cap="non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9pPr>
          </a:lstStyle>
          <a:p>
            <a:pPr defTabSz="914400"/>
            <a:r>
              <a:rPr lang="en-US" sz="3600" b="1" kern="0" cap="small" err="1">
                <a:solidFill>
                  <a:srgbClr val="546970"/>
                </a:solidFill>
                <a:latin typeface="Bookman Old Style" panose="02050604050505020204" pitchFamily="18" charset="0"/>
              </a:rPr>
              <a:t>GRoot</a:t>
            </a:r>
            <a:r>
              <a:rPr lang="en-US" sz="3600" b="1" kern="0">
                <a:solidFill>
                  <a:srgbClr val="546970"/>
                </a:solidFill>
                <a:latin typeface="Bookman Old Style" panose="02050604050505020204" pitchFamily="18" charset="0"/>
              </a:rPr>
              <a:t> Internals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2D906CAF-ED1E-4497-9E16-1CE9DB305745}"/>
              </a:ext>
            </a:extLst>
          </p:cNvPr>
          <p:cNvSpPr/>
          <p:nvPr/>
        </p:nvSpPr>
        <p:spPr>
          <a:xfrm flipV="1">
            <a:off x="4145001" y="886094"/>
            <a:ext cx="3901998" cy="27432"/>
          </a:xfrm>
          <a:prstGeom prst="roundRect">
            <a:avLst/>
          </a:prstGeom>
          <a:solidFill>
            <a:srgbClr val="26A69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1FF0F39B-00B2-4DD6-9CF9-0A6A6B53ACC8}"/>
              </a:ext>
            </a:extLst>
          </p:cNvPr>
          <p:cNvGrpSpPr/>
          <p:nvPr/>
        </p:nvGrpSpPr>
        <p:grpSpPr>
          <a:xfrm>
            <a:off x="546426" y="2232251"/>
            <a:ext cx="582373" cy="576449"/>
            <a:chOff x="597231" y="3855347"/>
            <a:chExt cx="275548" cy="278982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7C26E53C-31E7-4BA4-8809-D1BF8ADABE17}"/>
                </a:ext>
              </a:extLst>
            </p:cNvPr>
            <p:cNvSpPr/>
            <p:nvPr/>
          </p:nvSpPr>
          <p:spPr>
            <a:xfrm>
              <a:off x="634989" y="3855347"/>
              <a:ext cx="204277" cy="27898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pic>
          <p:nvPicPr>
            <p:cNvPr id="11" name="Picture 2" descr="See the source image">
              <a:extLst>
                <a:ext uri="{FF2B5EF4-FFF2-40B4-BE49-F238E27FC236}">
                  <a16:creationId xmlns:a16="http://schemas.microsoft.com/office/drawing/2014/main" id="{612BEC31-04EC-418D-8932-1B133B0F8FD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>
              <a:clrChange>
                <a:clrFrom>
                  <a:srgbClr val="000000">
                    <a:alpha val="0"/>
                  </a:srgbClr>
                </a:clrFrom>
                <a:clrTo>
                  <a:srgbClr val="000000">
                    <a:alpha val="0"/>
                  </a:srgbClr>
                </a:clrTo>
              </a:clrChange>
              <a:duotone>
                <a:schemeClr val="accent4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97231" y="3855347"/>
              <a:ext cx="275548" cy="25369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B3CD47D2-5C29-470E-82FA-2252AD4384DC}"/>
              </a:ext>
            </a:extLst>
          </p:cNvPr>
          <p:cNvGrpSpPr/>
          <p:nvPr/>
        </p:nvGrpSpPr>
        <p:grpSpPr>
          <a:xfrm>
            <a:off x="569654" y="2987368"/>
            <a:ext cx="535916" cy="611265"/>
            <a:chOff x="597231" y="3855347"/>
            <a:chExt cx="275548" cy="278982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2EFA4E46-3989-4F94-9FCE-D44D56B60582}"/>
                </a:ext>
              </a:extLst>
            </p:cNvPr>
            <p:cNvSpPr/>
            <p:nvPr/>
          </p:nvSpPr>
          <p:spPr>
            <a:xfrm>
              <a:off x="634989" y="3855347"/>
              <a:ext cx="204277" cy="27898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pic>
          <p:nvPicPr>
            <p:cNvPr id="14" name="Picture 2" descr="See the source image">
              <a:extLst>
                <a:ext uri="{FF2B5EF4-FFF2-40B4-BE49-F238E27FC236}">
                  <a16:creationId xmlns:a16="http://schemas.microsoft.com/office/drawing/2014/main" id="{228F6F65-0431-4A0F-9975-96FA8B13721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>
              <a:duotone>
                <a:schemeClr val="accent6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97231" y="3855347"/>
              <a:ext cx="275548" cy="25369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45D29CB6-7934-4484-A59B-81E1EFAFC415}"/>
              </a:ext>
            </a:extLst>
          </p:cNvPr>
          <p:cNvGrpSpPr/>
          <p:nvPr/>
        </p:nvGrpSpPr>
        <p:grpSpPr>
          <a:xfrm>
            <a:off x="566840" y="4547307"/>
            <a:ext cx="541545" cy="591160"/>
            <a:chOff x="597231" y="3855347"/>
            <a:chExt cx="275548" cy="278982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F48D7129-2757-48F6-B4C9-DB57D2A2D272}"/>
                </a:ext>
              </a:extLst>
            </p:cNvPr>
            <p:cNvSpPr/>
            <p:nvPr/>
          </p:nvSpPr>
          <p:spPr>
            <a:xfrm>
              <a:off x="634989" y="3855347"/>
              <a:ext cx="204277" cy="27898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pic>
          <p:nvPicPr>
            <p:cNvPr id="17" name="Picture 2" descr="See the source image">
              <a:extLst>
                <a:ext uri="{FF2B5EF4-FFF2-40B4-BE49-F238E27FC236}">
                  <a16:creationId xmlns:a16="http://schemas.microsoft.com/office/drawing/2014/main" id="{791DF4F5-F3BE-4987-B7F2-001A2C015EE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>
              <a:duotone>
                <a:schemeClr val="accent3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97231" y="3855347"/>
              <a:ext cx="275548" cy="25369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1B3EB7AC-D689-46A8-8173-0E377127AE83}"/>
              </a:ext>
            </a:extLst>
          </p:cNvPr>
          <p:cNvGrpSpPr/>
          <p:nvPr/>
        </p:nvGrpSpPr>
        <p:grpSpPr>
          <a:xfrm>
            <a:off x="542022" y="5205388"/>
            <a:ext cx="591180" cy="672621"/>
            <a:chOff x="597231" y="3855347"/>
            <a:chExt cx="275548" cy="278982"/>
          </a:xfrm>
        </p:grpSpPr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363E4B6E-F3D9-4D5F-87B9-2C8C6A6DE83E}"/>
                </a:ext>
              </a:extLst>
            </p:cNvPr>
            <p:cNvSpPr/>
            <p:nvPr/>
          </p:nvSpPr>
          <p:spPr>
            <a:xfrm>
              <a:off x="634989" y="3855347"/>
              <a:ext cx="204277" cy="27898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pic>
          <p:nvPicPr>
            <p:cNvPr id="20" name="Picture 2" descr="See the source image">
              <a:extLst>
                <a:ext uri="{FF2B5EF4-FFF2-40B4-BE49-F238E27FC236}">
                  <a16:creationId xmlns:a16="http://schemas.microsoft.com/office/drawing/2014/main" id="{267A6525-2D0E-4DA5-9A25-0D3F8A87B41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>
              <a:duotone>
                <a:schemeClr val="accent5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97231" y="3855347"/>
              <a:ext cx="275548" cy="25369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4E5D3F03-FB0D-4516-8257-009A3EBFF03B}"/>
              </a:ext>
            </a:extLst>
          </p:cNvPr>
          <p:cNvGrpSpPr/>
          <p:nvPr/>
        </p:nvGrpSpPr>
        <p:grpSpPr>
          <a:xfrm>
            <a:off x="563992" y="3760530"/>
            <a:ext cx="547241" cy="595058"/>
            <a:chOff x="597231" y="3855347"/>
            <a:chExt cx="275548" cy="278982"/>
          </a:xfrm>
        </p:grpSpPr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A7FDD109-5A1B-480D-A0D8-FB2B3876FD86}"/>
                </a:ext>
              </a:extLst>
            </p:cNvPr>
            <p:cNvSpPr/>
            <p:nvPr/>
          </p:nvSpPr>
          <p:spPr>
            <a:xfrm>
              <a:off x="634989" y="3855347"/>
              <a:ext cx="204277" cy="27898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pic>
          <p:nvPicPr>
            <p:cNvPr id="23" name="Picture 2" descr="See the source image">
              <a:extLst>
                <a:ext uri="{FF2B5EF4-FFF2-40B4-BE49-F238E27FC236}">
                  <a16:creationId xmlns:a16="http://schemas.microsoft.com/office/drawing/2014/main" id="{82661E78-463B-4157-B1CA-0BFF5A667A7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>
              <a:duotone>
                <a:prstClr val="black"/>
                <a:schemeClr val="accent1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97231" y="3855347"/>
              <a:ext cx="275548" cy="25369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89E24C34-9778-4864-8AEF-7808583C41D3}"/>
              </a:ext>
            </a:extLst>
          </p:cNvPr>
          <p:cNvCxnSpPr>
            <a:cxnSpLocks/>
          </p:cNvCxnSpPr>
          <p:nvPr/>
        </p:nvCxnSpPr>
        <p:spPr>
          <a:xfrm>
            <a:off x="1128799" y="2494354"/>
            <a:ext cx="1074526" cy="195400"/>
          </a:xfrm>
          <a:prstGeom prst="straightConnector1">
            <a:avLst/>
          </a:prstGeom>
          <a:ln w="28575">
            <a:solidFill>
              <a:schemeClr val="accent4">
                <a:lumMod val="75000"/>
              </a:schemeClr>
            </a:solidFill>
            <a:tailEnd type="stealth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D144F3CD-08FC-450F-9193-3F41D3F541AE}"/>
              </a:ext>
            </a:extLst>
          </p:cNvPr>
          <p:cNvCxnSpPr>
            <a:cxnSpLocks/>
          </p:cNvCxnSpPr>
          <p:nvPr/>
        </p:nvCxnSpPr>
        <p:spPr>
          <a:xfrm flipV="1">
            <a:off x="1105570" y="3244317"/>
            <a:ext cx="1065024" cy="20985"/>
          </a:xfrm>
          <a:prstGeom prst="straightConnector1">
            <a:avLst/>
          </a:prstGeom>
          <a:ln w="28575">
            <a:solidFill>
              <a:srgbClr val="B95757"/>
            </a:solidFill>
            <a:tailEnd type="stealth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9A909963-F5BC-4F6A-B44E-34D627065580}"/>
              </a:ext>
            </a:extLst>
          </p:cNvPr>
          <p:cNvCxnSpPr>
            <a:cxnSpLocks/>
          </p:cNvCxnSpPr>
          <p:nvPr/>
        </p:nvCxnSpPr>
        <p:spPr>
          <a:xfrm flipV="1">
            <a:off x="1111233" y="3760530"/>
            <a:ext cx="1059361" cy="270565"/>
          </a:xfrm>
          <a:prstGeom prst="straightConnector1">
            <a:avLst/>
          </a:prstGeom>
          <a:ln w="28575">
            <a:solidFill>
              <a:schemeClr val="tx1"/>
            </a:solidFill>
            <a:tailEnd type="stealth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9EEE4ABE-53BD-47B2-841C-B435046F57D9}"/>
              </a:ext>
            </a:extLst>
          </p:cNvPr>
          <p:cNvCxnSpPr>
            <a:cxnSpLocks/>
          </p:cNvCxnSpPr>
          <p:nvPr/>
        </p:nvCxnSpPr>
        <p:spPr>
          <a:xfrm flipV="1">
            <a:off x="1108385" y="4183881"/>
            <a:ext cx="1062209" cy="632219"/>
          </a:xfrm>
          <a:prstGeom prst="straightConnector1">
            <a:avLst/>
          </a:prstGeom>
          <a:ln w="28575">
            <a:solidFill>
              <a:srgbClr val="CF6300"/>
            </a:solidFill>
            <a:tailEnd type="stealth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3D697800-9596-4674-8670-CCDB54A393F0}"/>
              </a:ext>
            </a:extLst>
          </p:cNvPr>
          <p:cNvCxnSpPr>
            <a:cxnSpLocks/>
          </p:cNvCxnSpPr>
          <p:nvPr/>
        </p:nvCxnSpPr>
        <p:spPr>
          <a:xfrm flipV="1">
            <a:off x="1133202" y="4630198"/>
            <a:ext cx="1108764" cy="881023"/>
          </a:xfrm>
          <a:prstGeom prst="straightConnector1">
            <a:avLst/>
          </a:prstGeom>
          <a:ln w="28575">
            <a:solidFill>
              <a:schemeClr val="accent5">
                <a:lumMod val="75000"/>
              </a:schemeClr>
            </a:solidFill>
            <a:tailEnd type="stealth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6064B5D0-3EAD-4FB6-9874-6CB2BAE8FBD3}"/>
              </a:ext>
            </a:extLst>
          </p:cNvPr>
          <p:cNvCxnSpPr>
            <a:cxnSpLocks/>
          </p:cNvCxnSpPr>
          <p:nvPr/>
        </p:nvCxnSpPr>
        <p:spPr>
          <a:xfrm flipV="1">
            <a:off x="1111233" y="5007819"/>
            <a:ext cx="1265111" cy="1284333"/>
          </a:xfrm>
          <a:prstGeom prst="straightConnector1">
            <a:avLst/>
          </a:prstGeom>
          <a:ln w="28575">
            <a:solidFill>
              <a:srgbClr val="4A8522"/>
            </a:solidFill>
            <a:tailEnd type="stealth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grpSp>
        <p:nvGrpSpPr>
          <p:cNvPr id="35" name="Group 34">
            <a:extLst>
              <a:ext uri="{FF2B5EF4-FFF2-40B4-BE49-F238E27FC236}">
                <a16:creationId xmlns:a16="http://schemas.microsoft.com/office/drawing/2014/main" id="{46B98D7D-2C93-4634-A13E-7C9B8074A5A2}"/>
              </a:ext>
            </a:extLst>
          </p:cNvPr>
          <p:cNvGrpSpPr/>
          <p:nvPr/>
        </p:nvGrpSpPr>
        <p:grpSpPr>
          <a:xfrm>
            <a:off x="540961" y="6016979"/>
            <a:ext cx="535916" cy="611265"/>
            <a:chOff x="597231" y="3855347"/>
            <a:chExt cx="275548" cy="278982"/>
          </a:xfrm>
        </p:grpSpPr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29263929-E2C5-470F-86C5-F7FF021C3797}"/>
                </a:ext>
              </a:extLst>
            </p:cNvPr>
            <p:cNvSpPr/>
            <p:nvPr/>
          </p:nvSpPr>
          <p:spPr>
            <a:xfrm>
              <a:off x="634989" y="3855347"/>
              <a:ext cx="204277" cy="278982"/>
            </a:xfrm>
            <a:prstGeom prst="rect">
              <a:avLst/>
            </a:prstGeom>
            <a:solidFill>
              <a:sysClr val="window" lastClr="FFFFFF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pic>
          <p:nvPicPr>
            <p:cNvPr id="37" name="Picture 2" descr="See the source image">
              <a:extLst>
                <a:ext uri="{FF2B5EF4-FFF2-40B4-BE49-F238E27FC236}">
                  <a16:creationId xmlns:a16="http://schemas.microsoft.com/office/drawing/2014/main" id="{300EA4DB-C6B9-471A-A2D5-1173C77D090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>
              <a:duotone>
                <a:srgbClr val="70AD47">
                  <a:shade val="45000"/>
                  <a:satMod val="135000"/>
                </a:srgb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97231" y="3855347"/>
              <a:ext cx="275548" cy="25369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D267279F-0DED-4DF2-87D5-694064621FD8}"/>
              </a:ext>
            </a:extLst>
          </p:cNvPr>
          <p:cNvSpPr/>
          <p:nvPr/>
        </p:nvSpPr>
        <p:spPr>
          <a:xfrm>
            <a:off x="2680587" y="1374408"/>
            <a:ext cx="1367961" cy="387191"/>
          </a:xfrm>
          <a:prstGeom prst="roundRect">
            <a:avLst>
              <a:gd name="adj" fmla="val 9098"/>
            </a:avLst>
          </a:prstGeom>
          <a:solidFill>
            <a:srgbClr val="FAFAFF"/>
          </a:solidFill>
          <a:ln w="19050">
            <a:solidFill>
              <a:srgbClr val="862286"/>
            </a:solidFill>
          </a:ln>
          <a:effectLst>
            <a:outerShdw blurRad="508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none" rtlCol="0" anchor="ctr">
            <a:spAutoFit/>
          </a:bodyPr>
          <a:lstStyle/>
          <a:p>
            <a:pPr algn="ctr"/>
            <a:r>
              <a:rPr lang="en-US">
                <a:solidFill>
                  <a:srgbClr val="962696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Calibri" panose="020F0502020204030204" pitchFamily="34" charset="0"/>
              </a:rPr>
              <a:t>Label Graph</a:t>
            </a:r>
            <a:endParaRPr lang="en-US">
              <a:solidFill>
                <a:srgbClr val="962696"/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cxnSp>
        <p:nvCxnSpPr>
          <p:cNvPr id="82" name="Straight Arrow Connector 81">
            <a:extLst>
              <a:ext uri="{FF2B5EF4-FFF2-40B4-BE49-F238E27FC236}">
                <a16:creationId xmlns:a16="http://schemas.microsoft.com/office/drawing/2014/main" id="{A416635B-1918-4517-9A5C-502C0322A6B5}"/>
              </a:ext>
            </a:extLst>
          </p:cNvPr>
          <p:cNvCxnSpPr>
            <a:cxnSpLocks/>
          </p:cNvCxnSpPr>
          <p:nvPr/>
        </p:nvCxnSpPr>
        <p:spPr>
          <a:xfrm>
            <a:off x="4828032" y="4132189"/>
            <a:ext cx="334420" cy="0"/>
          </a:xfrm>
          <a:prstGeom prst="straightConnector1">
            <a:avLst/>
          </a:prstGeom>
          <a:noFill/>
          <a:ln w="50800" cap="flat" cmpd="sng" algn="ctr">
            <a:solidFill>
              <a:srgbClr val="657B83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cxnSp>
      <p:cxnSp>
        <p:nvCxnSpPr>
          <p:cNvPr id="83" name="Straight Arrow Connector 82">
            <a:extLst>
              <a:ext uri="{FF2B5EF4-FFF2-40B4-BE49-F238E27FC236}">
                <a16:creationId xmlns:a16="http://schemas.microsoft.com/office/drawing/2014/main" id="{9546FCE3-0A32-4E30-92C5-9CEA2B154F5A}"/>
              </a:ext>
            </a:extLst>
          </p:cNvPr>
          <p:cNvCxnSpPr>
            <a:cxnSpLocks/>
          </p:cNvCxnSpPr>
          <p:nvPr/>
        </p:nvCxnSpPr>
        <p:spPr>
          <a:xfrm>
            <a:off x="5162452" y="2134143"/>
            <a:ext cx="360524" cy="0"/>
          </a:xfrm>
          <a:prstGeom prst="straightConnector1">
            <a:avLst/>
          </a:prstGeom>
          <a:noFill/>
          <a:ln w="50800" cap="flat" cmpd="sng" algn="ctr">
            <a:solidFill>
              <a:srgbClr val="657B83"/>
            </a:solidFill>
            <a:prstDash val="solid"/>
            <a:round/>
            <a:headEnd type="none" w="med" len="med"/>
            <a:tailEnd type="stealth" w="med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cxnSp>
      <p:cxnSp>
        <p:nvCxnSpPr>
          <p:cNvPr id="84" name="Straight Arrow Connector 83">
            <a:extLst>
              <a:ext uri="{FF2B5EF4-FFF2-40B4-BE49-F238E27FC236}">
                <a16:creationId xmlns:a16="http://schemas.microsoft.com/office/drawing/2014/main" id="{034BC7FF-41A1-4202-A4C3-5F9D14C01F5B}"/>
              </a:ext>
            </a:extLst>
          </p:cNvPr>
          <p:cNvCxnSpPr>
            <a:cxnSpLocks/>
          </p:cNvCxnSpPr>
          <p:nvPr/>
        </p:nvCxnSpPr>
        <p:spPr>
          <a:xfrm>
            <a:off x="5162452" y="3134149"/>
            <a:ext cx="360524" cy="0"/>
          </a:xfrm>
          <a:prstGeom prst="straightConnector1">
            <a:avLst/>
          </a:prstGeom>
          <a:noFill/>
          <a:ln w="50800" cap="flat" cmpd="sng" algn="ctr">
            <a:solidFill>
              <a:srgbClr val="657B83"/>
            </a:solidFill>
            <a:prstDash val="solid"/>
            <a:round/>
            <a:headEnd type="none" w="med" len="med"/>
            <a:tailEnd type="stealth" w="med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cxnSp>
      <p:cxnSp>
        <p:nvCxnSpPr>
          <p:cNvPr id="85" name="Straight Arrow Connector 84">
            <a:extLst>
              <a:ext uri="{FF2B5EF4-FFF2-40B4-BE49-F238E27FC236}">
                <a16:creationId xmlns:a16="http://schemas.microsoft.com/office/drawing/2014/main" id="{581ECCC5-1269-4548-A4AB-3C84860CCED6}"/>
              </a:ext>
            </a:extLst>
          </p:cNvPr>
          <p:cNvCxnSpPr>
            <a:cxnSpLocks/>
          </p:cNvCxnSpPr>
          <p:nvPr/>
        </p:nvCxnSpPr>
        <p:spPr>
          <a:xfrm flipV="1">
            <a:off x="5162452" y="4132189"/>
            <a:ext cx="360524" cy="1516"/>
          </a:xfrm>
          <a:prstGeom prst="straightConnector1">
            <a:avLst/>
          </a:prstGeom>
          <a:noFill/>
          <a:ln w="50800" cap="flat" cmpd="sng" algn="ctr">
            <a:solidFill>
              <a:srgbClr val="657B83"/>
            </a:solidFill>
            <a:prstDash val="solid"/>
            <a:round/>
            <a:headEnd type="none" w="med" len="med"/>
            <a:tailEnd type="stealth" w="med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cxnSp>
      <p:cxnSp>
        <p:nvCxnSpPr>
          <p:cNvPr id="86" name="Straight Arrow Connector 85">
            <a:extLst>
              <a:ext uri="{FF2B5EF4-FFF2-40B4-BE49-F238E27FC236}">
                <a16:creationId xmlns:a16="http://schemas.microsoft.com/office/drawing/2014/main" id="{7714AE3D-B2A8-4F6B-91DA-79499A7855FA}"/>
              </a:ext>
            </a:extLst>
          </p:cNvPr>
          <p:cNvCxnSpPr>
            <a:cxnSpLocks/>
          </p:cNvCxnSpPr>
          <p:nvPr/>
        </p:nvCxnSpPr>
        <p:spPr>
          <a:xfrm>
            <a:off x="5162452" y="5133261"/>
            <a:ext cx="360524" cy="5206"/>
          </a:xfrm>
          <a:prstGeom prst="straightConnector1">
            <a:avLst/>
          </a:prstGeom>
          <a:noFill/>
          <a:ln w="50800" cap="flat" cmpd="sng" algn="ctr">
            <a:solidFill>
              <a:srgbClr val="657B83"/>
            </a:solidFill>
            <a:prstDash val="solid"/>
            <a:round/>
            <a:headEnd type="none" w="med" len="med"/>
            <a:tailEnd type="stealth" w="med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cxnSp>
      <p:cxnSp>
        <p:nvCxnSpPr>
          <p:cNvPr id="87" name="Straight Arrow Connector 86">
            <a:extLst>
              <a:ext uri="{FF2B5EF4-FFF2-40B4-BE49-F238E27FC236}">
                <a16:creationId xmlns:a16="http://schemas.microsoft.com/office/drawing/2014/main" id="{C401F911-034B-438C-9AAC-962CC694D1D2}"/>
              </a:ext>
            </a:extLst>
          </p:cNvPr>
          <p:cNvCxnSpPr>
            <a:cxnSpLocks/>
          </p:cNvCxnSpPr>
          <p:nvPr/>
        </p:nvCxnSpPr>
        <p:spPr>
          <a:xfrm>
            <a:off x="5162452" y="6132818"/>
            <a:ext cx="360524" cy="0"/>
          </a:xfrm>
          <a:prstGeom prst="straightConnector1">
            <a:avLst/>
          </a:prstGeom>
          <a:noFill/>
          <a:ln w="50800" cap="flat" cmpd="sng" algn="ctr">
            <a:solidFill>
              <a:srgbClr val="657B83"/>
            </a:solidFill>
            <a:prstDash val="solid"/>
            <a:round/>
            <a:headEnd type="none" w="med" len="med"/>
            <a:tailEnd type="stealth" w="med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cxnSp>
      <p:cxnSp>
        <p:nvCxnSpPr>
          <p:cNvPr id="88" name="Straight Arrow Connector 87">
            <a:extLst>
              <a:ext uri="{FF2B5EF4-FFF2-40B4-BE49-F238E27FC236}">
                <a16:creationId xmlns:a16="http://schemas.microsoft.com/office/drawing/2014/main" id="{F8B16CE0-E491-4CE9-BCB8-5D8E11360680}"/>
              </a:ext>
            </a:extLst>
          </p:cNvPr>
          <p:cNvCxnSpPr>
            <a:cxnSpLocks/>
          </p:cNvCxnSpPr>
          <p:nvPr/>
        </p:nvCxnSpPr>
        <p:spPr>
          <a:xfrm>
            <a:off x="5143874" y="2107888"/>
            <a:ext cx="18578" cy="4052372"/>
          </a:xfrm>
          <a:prstGeom prst="straightConnector1">
            <a:avLst/>
          </a:prstGeom>
          <a:noFill/>
          <a:ln w="50800" cap="flat" cmpd="sng" algn="ctr">
            <a:solidFill>
              <a:srgbClr val="657B83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cxnSp>
      <p:sp>
        <p:nvSpPr>
          <p:cNvPr id="94" name="Rectangle: Rounded Corners 93">
            <a:extLst>
              <a:ext uri="{FF2B5EF4-FFF2-40B4-BE49-F238E27FC236}">
                <a16:creationId xmlns:a16="http://schemas.microsoft.com/office/drawing/2014/main" id="{9163BB35-FD18-483E-8096-18D5493055BA}"/>
              </a:ext>
            </a:extLst>
          </p:cNvPr>
          <p:cNvSpPr/>
          <p:nvPr/>
        </p:nvSpPr>
        <p:spPr>
          <a:xfrm>
            <a:off x="4828032" y="1374408"/>
            <a:ext cx="2743059" cy="387191"/>
          </a:xfrm>
          <a:prstGeom prst="roundRect">
            <a:avLst>
              <a:gd name="adj" fmla="val 9098"/>
            </a:avLst>
          </a:prstGeom>
          <a:solidFill>
            <a:srgbClr val="FAFAFF"/>
          </a:solidFill>
          <a:ln w="19050">
            <a:solidFill>
              <a:srgbClr val="862286"/>
            </a:solidFill>
          </a:ln>
          <a:effectLst>
            <a:outerShdw blurRad="508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none" rtlCol="0" anchor="ctr">
            <a:spAutoFit/>
          </a:bodyPr>
          <a:lstStyle/>
          <a:p>
            <a:pPr algn="ctr"/>
            <a:r>
              <a:rPr lang="en-US">
                <a:solidFill>
                  <a:srgbClr val="962696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Calibri" panose="020F0502020204030204" pitchFamily="34" charset="0"/>
              </a:rPr>
              <a:t>Query Equivalence Classes</a:t>
            </a:r>
            <a:endParaRPr lang="en-US">
              <a:solidFill>
                <a:srgbClr val="962696"/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078489DA-E89F-4953-8B62-61BFD1B93197}"/>
                  </a:ext>
                </a:extLst>
              </p:cNvPr>
              <p:cNvSpPr txBox="1"/>
              <p:nvPr/>
            </p:nvSpPr>
            <p:spPr>
              <a:xfrm>
                <a:off x="5580008" y="1984628"/>
                <a:ext cx="2046088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en-US" b="0" i="1" smtClean="0">
                              <a:solidFill>
                                <a:srgbClr val="808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rgbClr val="808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rgbClr val="808000"/>
                                  </a:solidFill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rgbClr val="808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b="0" i="1" smtClean="0">
                              <a:solidFill>
                                <a:srgbClr val="808000"/>
                              </a:solidFill>
                              <a:latin typeface="Cambria Math" panose="02040503050406030204" pitchFamily="18" charset="0"/>
                            </a:rPr>
                            <m:t>, </m:t>
                          </m:r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rgbClr val="808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rgbClr val="808000"/>
                                  </a:solidFill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rgbClr val="808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b="0" i="1" smtClean="0">
                              <a:solidFill>
                                <a:srgbClr val="808000"/>
                              </a:solidFill>
                              <a:latin typeface="Cambria Math" panose="02040503050406030204" pitchFamily="18" charset="0"/>
                            </a:rPr>
                            <m:t>, </m:t>
                          </m:r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rgbClr val="808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rgbClr val="808000"/>
                                  </a:solidFill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rgbClr val="808000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en-US" b="0" i="1" smtClean="0">
                              <a:solidFill>
                                <a:srgbClr val="808000"/>
                              </a:solidFill>
                              <a:latin typeface="Cambria Math" panose="02040503050406030204" pitchFamily="18" charset="0"/>
                            </a:rPr>
                            <m:t>,…</m:t>
                          </m:r>
                        </m:e>
                      </m:d>
                      <m:r>
                        <a:rPr lang="en-US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≡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>
                  <a:solidFill>
                    <a:srgbClr val="808000"/>
                  </a:solidFill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078489DA-E89F-4953-8B62-61BFD1B931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80008" y="1984628"/>
                <a:ext cx="2046088" cy="276999"/>
              </a:xfrm>
              <a:prstGeom prst="rect">
                <a:avLst/>
              </a:prstGeom>
              <a:blipFill>
                <a:blip r:embed="rId4"/>
                <a:stretch>
                  <a:fillRect b="-288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A3D655C-CEEE-4739-8A43-1C9DDA906DA9}"/>
                  </a:ext>
                </a:extLst>
              </p:cNvPr>
              <p:cNvSpPr txBox="1"/>
              <p:nvPr/>
            </p:nvSpPr>
            <p:spPr>
              <a:xfrm>
                <a:off x="5601020" y="3973929"/>
                <a:ext cx="207242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en-US" b="0" i="1" smtClean="0">
                              <a:solidFill>
                                <a:srgbClr val="808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rgbClr val="808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rgbClr val="808000"/>
                                  </a:solidFill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rgbClr val="808000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sub>
                          </m:sSub>
                          <m:r>
                            <a:rPr lang="en-US" b="0" i="1" smtClean="0">
                              <a:solidFill>
                                <a:srgbClr val="808000"/>
                              </a:solidFill>
                              <a:latin typeface="Cambria Math" panose="02040503050406030204" pitchFamily="18" charset="0"/>
                            </a:rPr>
                            <m:t>, </m:t>
                          </m:r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rgbClr val="808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rgbClr val="808000"/>
                                  </a:solidFill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rgbClr val="808000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sub>
                          </m:sSub>
                          <m:r>
                            <a:rPr lang="en-US" b="0" i="1" smtClean="0">
                              <a:solidFill>
                                <a:srgbClr val="808000"/>
                              </a:solidFill>
                              <a:latin typeface="Cambria Math" panose="02040503050406030204" pitchFamily="18" charset="0"/>
                            </a:rPr>
                            <m:t>, </m:t>
                          </m:r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rgbClr val="808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rgbClr val="808000"/>
                                  </a:solidFill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rgbClr val="808000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sub>
                          </m:sSub>
                          <m:r>
                            <a:rPr lang="en-US" b="0" i="1" smtClean="0">
                              <a:solidFill>
                                <a:srgbClr val="808000"/>
                              </a:solidFill>
                              <a:latin typeface="Cambria Math" panose="02040503050406030204" pitchFamily="18" charset="0"/>
                            </a:rPr>
                            <m:t>,…</m:t>
                          </m:r>
                        </m:e>
                      </m:d>
                      <m:r>
                        <a:rPr lang="en-US" b="0" i="1" smtClean="0">
                          <a:solidFill>
                            <a:srgbClr val="808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≡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>
                  <a:solidFill>
                    <a:srgbClr val="808000"/>
                  </a:solidFill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A3D655C-CEEE-4739-8A43-1C9DDA906D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01020" y="3973929"/>
                <a:ext cx="2072426" cy="276999"/>
              </a:xfrm>
              <a:prstGeom prst="rect">
                <a:avLst/>
              </a:prstGeom>
              <a:blipFill>
                <a:blip r:embed="rId5"/>
                <a:stretch>
                  <a:fillRect r="-294" b="-288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3FBCB042-5ECB-4CA0-B249-A71F6F61F765}"/>
                  </a:ext>
                </a:extLst>
              </p:cNvPr>
              <p:cNvSpPr txBox="1"/>
              <p:nvPr/>
            </p:nvSpPr>
            <p:spPr>
              <a:xfrm>
                <a:off x="5602141" y="4944945"/>
                <a:ext cx="1146788" cy="31803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en-US" b="0" i="1" smtClean="0">
                              <a:solidFill>
                                <a:srgbClr val="808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rgbClr val="808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rgbClr val="808000"/>
                                  </a:solidFill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rgbClr val="808000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solidFill>
                            <a:srgbClr val="808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≡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>
                  <a:solidFill>
                    <a:srgbClr val="808000"/>
                  </a:solidFill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3FBCB042-5ECB-4CA0-B249-A71F6F61F7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02141" y="4944945"/>
                <a:ext cx="1146788" cy="318036"/>
              </a:xfrm>
              <a:prstGeom prst="rect">
                <a:avLst/>
              </a:prstGeom>
              <a:blipFill>
                <a:blip r:embed="rId6"/>
                <a:stretch>
                  <a:fillRect r="-1064" b="-1923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42D76F13-30AB-4A04-9E33-0856158FB542}"/>
                  </a:ext>
                </a:extLst>
              </p:cNvPr>
              <p:cNvSpPr txBox="1"/>
              <p:nvPr/>
            </p:nvSpPr>
            <p:spPr>
              <a:xfrm>
                <a:off x="5599587" y="2989256"/>
                <a:ext cx="1087862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en-US" b="0" i="1" smtClean="0">
                              <a:solidFill>
                                <a:srgbClr val="808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rgbClr val="808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rgbClr val="808000"/>
                                  </a:solidFill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rgbClr val="808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≡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>
                  <a:solidFill>
                    <a:srgbClr val="808000"/>
                  </a:solidFill>
                </a:endParaRPr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42D76F13-30AB-4A04-9E33-0856158FB5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99587" y="2989256"/>
                <a:ext cx="1087862" cy="276999"/>
              </a:xfrm>
              <a:prstGeom prst="rect">
                <a:avLst/>
              </a:prstGeom>
              <a:blipFill>
                <a:blip r:embed="rId7"/>
                <a:stretch>
                  <a:fillRect r="-1124" b="-260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6E474204-FBFB-429B-B931-312D3E1983D8}"/>
                  </a:ext>
                </a:extLst>
              </p:cNvPr>
              <p:cNvSpPr txBox="1"/>
              <p:nvPr/>
            </p:nvSpPr>
            <p:spPr>
              <a:xfrm>
                <a:off x="5595068" y="5960316"/>
                <a:ext cx="1155766" cy="32085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en-US" b="0" i="1" smtClean="0">
                              <a:solidFill>
                                <a:srgbClr val="808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rgbClr val="808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rgbClr val="808000"/>
                                  </a:solidFill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rgbClr val="808000"/>
                                  </a:solidFill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solidFill>
                            <a:srgbClr val="808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≡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</m:oMath>
                  </m:oMathPara>
                </a14:m>
                <a:endParaRPr lang="en-US">
                  <a:solidFill>
                    <a:srgbClr val="808000"/>
                  </a:solidFill>
                </a:endParaRPr>
              </a:p>
            </p:txBody>
          </p:sp>
        </mc:Choice>
        <mc:Fallback xmlns="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6E474204-FBFB-429B-B931-312D3E1983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95068" y="5960316"/>
                <a:ext cx="1155766" cy="320857"/>
              </a:xfrm>
              <a:prstGeom prst="rect">
                <a:avLst/>
              </a:prstGeom>
              <a:blipFill>
                <a:blip r:embed="rId8"/>
                <a:stretch>
                  <a:fillRect r="-1587" b="-2692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1" name="Speech Bubble: Rectangle with Corners Rounded 40">
            <a:extLst>
              <a:ext uri="{FF2B5EF4-FFF2-40B4-BE49-F238E27FC236}">
                <a16:creationId xmlns:a16="http://schemas.microsoft.com/office/drawing/2014/main" id="{464F5527-97CE-41E5-B8AD-D4957DF124F1}"/>
              </a:ext>
            </a:extLst>
          </p:cNvPr>
          <p:cNvSpPr/>
          <p:nvPr/>
        </p:nvSpPr>
        <p:spPr>
          <a:xfrm>
            <a:off x="7796679" y="1780316"/>
            <a:ext cx="1740547" cy="408623"/>
          </a:xfrm>
          <a:prstGeom prst="wedgeRoundRectCallout">
            <a:avLst>
              <a:gd name="adj1" fmla="val -59982"/>
              <a:gd name="adj2" fmla="val 53176"/>
              <a:gd name="adj3" fmla="val 16667"/>
            </a:avLst>
          </a:prstGeom>
          <a:solidFill>
            <a:srgbClr val="F3FAFF"/>
          </a:solidFill>
          <a:ln>
            <a:solidFill>
              <a:srgbClr val="0070C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spAutoFit/>
          </a:bodyPr>
          <a:lstStyle/>
          <a:p>
            <a:pPr algn="ctr"/>
            <a:r>
              <a:rPr lang="en-US">
                <a:solidFill>
                  <a:srgbClr val="0070C0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Symbolic Query</a:t>
            </a:r>
          </a:p>
        </p:txBody>
      </p:sp>
      <p:sp>
        <p:nvSpPr>
          <p:cNvPr id="42" name="Rectangle: Rounded Corners 41">
            <a:extLst>
              <a:ext uri="{FF2B5EF4-FFF2-40B4-BE49-F238E27FC236}">
                <a16:creationId xmlns:a16="http://schemas.microsoft.com/office/drawing/2014/main" id="{A9A695B8-6D7B-4BFF-940B-45A71DF5B409}"/>
              </a:ext>
            </a:extLst>
          </p:cNvPr>
          <p:cNvSpPr/>
          <p:nvPr/>
        </p:nvSpPr>
        <p:spPr>
          <a:xfrm>
            <a:off x="304915" y="1369958"/>
            <a:ext cx="1174432" cy="387191"/>
          </a:xfrm>
          <a:prstGeom prst="roundRect">
            <a:avLst>
              <a:gd name="adj" fmla="val 9098"/>
            </a:avLst>
          </a:prstGeom>
          <a:solidFill>
            <a:srgbClr val="FAFAFF"/>
          </a:solidFill>
          <a:ln w="19050">
            <a:solidFill>
              <a:srgbClr val="862286"/>
            </a:solidFill>
          </a:ln>
          <a:effectLst>
            <a:outerShdw blurRad="508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none" rtlCol="0" anchor="ctr">
            <a:spAutoFit/>
          </a:bodyPr>
          <a:lstStyle/>
          <a:p>
            <a:pPr algn="ctr"/>
            <a:r>
              <a:rPr lang="en-US">
                <a:solidFill>
                  <a:srgbClr val="962696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Calibri" panose="020F0502020204030204" pitchFamily="34" charset="0"/>
              </a:rPr>
              <a:t>Zone Files</a:t>
            </a:r>
            <a:endParaRPr lang="en-US">
              <a:solidFill>
                <a:srgbClr val="962696"/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grpSp>
        <p:nvGrpSpPr>
          <p:cNvPr id="162" name="Group 161">
            <a:extLst>
              <a:ext uri="{FF2B5EF4-FFF2-40B4-BE49-F238E27FC236}">
                <a16:creationId xmlns:a16="http://schemas.microsoft.com/office/drawing/2014/main" id="{B7C12D6F-23F3-45EC-A560-88E2010D105C}"/>
              </a:ext>
            </a:extLst>
          </p:cNvPr>
          <p:cNvGrpSpPr/>
          <p:nvPr/>
        </p:nvGrpSpPr>
        <p:grpSpPr>
          <a:xfrm>
            <a:off x="2227857" y="1818921"/>
            <a:ext cx="2809602" cy="3125147"/>
            <a:chOff x="6313692" y="887325"/>
            <a:chExt cx="5339399" cy="4602705"/>
          </a:xfrm>
        </p:grpSpPr>
        <p:sp>
          <p:nvSpPr>
            <p:cNvPr id="163" name="Rectangle: Rounded Corners 162">
              <a:extLst>
                <a:ext uri="{FF2B5EF4-FFF2-40B4-BE49-F238E27FC236}">
                  <a16:creationId xmlns:a16="http://schemas.microsoft.com/office/drawing/2014/main" id="{C67D3986-D69A-43CD-B3EA-EAD646C383B4}"/>
                </a:ext>
              </a:extLst>
            </p:cNvPr>
            <p:cNvSpPr/>
            <p:nvPr/>
          </p:nvSpPr>
          <p:spPr>
            <a:xfrm>
              <a:off x="9372280" y="2357572"/>
              <a:ext cx="815697" cy="419457"/>
            </a:xfrm>
            <a:prstGeom prst="roundRect">
              <a:avLst>
                <a:gd name="adj" fmla="val 9098"/>
              </a:avLst>
            </a:prstGeom>
            <a:solidFill>
              <a:srgbClr val="FFEED9"/>
            </a:solidFill>
            <a:ln w="19050">
              <a:solidFill>
                <a:schemeClr val="accent3">
                  <a:lumMod val="75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wrap="none" rtlCol="0" anchor="ctr">
              <a:noAutofit/>
            </a:bodyPr>
            <a:lstStyle/>
            <a:p>
              <a:pPr algn="ctr"/>
              <a:r>
                <a:rPr lang="en-US" sz="1600" err="1">
                  <a:solidFill>
                    <a:schemeClr val="accent3">
                      <a:lumMod val="75000"/>
                    </a:schemeClr>
                  </a:solidFill>
                  <a:latin typeface="Lucida Sans Typewriter" panose="020B0509030504030204" pitchFamily="49" charset="0"/>
                  <a:ea typeface="Noto Mono" panose="020B0609030804020204" pitchFamily="49" charset="0"/>
                  <a:cs typeface="Noto Mono" panose="020B0609030804020204" pitchFamily="49" charset="0"/>
                </a:rPr>
                <a:t>edu</a:t>
              </a:r>
              <a:endParaRPr lang="en-US" sz="1600">
                <a:solidFill>
                  <a:schemeClr val="accent3">
                    <a:lumMod val="75000"/>
                  </a:schemeClr>
                </a:solidFill>
                <a:latin typeface="Lucida Sans Typewriter" panose="020B0509030504030204" pitchFamily="49" charset="0"/>
                <a:ea typeface="Noto Mono" panose="020B0609030804020204" pitchFamily="49" charset="0"/>
                <a:cs typeface="Noto Mono" panose="020B0609030804020204" pitchFamily="49" charset="0"/>
              </a:endParaRPr>
            </a:p>
          </p:txBody>
        </p:sp>
        <p:sp>
          <p:nvSpPr>
            <p:cNvPr id="164" name="Rectangle: Rounded Corners 163">
              <a:extLst>
                <a:ext uri="{FF2B5EF4-FFF2-40B4-BE49-F238E27FC236}">
                  <a16:creationId xmlns:a16="http://schemas.microsoft.com/office/drawing/2014/main" id="{1EFDD40D-A712-4E53-AD3B-CCDED130B144}"/>
                </a:ext>
              </a:extLst>
            </p:cNvPr>
            <p:cNvSpPr/>
            <p:nvPr/>
          </p:nvSpPr>
          <p:spPr>
            <a:xfrm>
              <a:off x="7836501" y="1544144"/>
              <a:ext cx="815697" cy="319683"/>
            </a:xfrm>
            <a:prstGeom prst="roundRect">
              <a:avLst>
                <a:gd name="adj" fmla="val 7396"/>
              </a:avLst>
            </a:prstGeom>
            <a:solidFill>
              <a:srgbClr val="EEF1F2"/>
            </a:solidFill>
            <a:ln w="19050">
              <a:solidFill>
                <a:srgbClr val="70838B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wrap="square" rtlCol="0" anchor="ctr">
              <a:spAutoFit/>
            </a:bodyPr>
            <a:lstStyle/>
            <a:p>
              <a:pPr>
                <a:lnSpc>
                  <a:spcPct val="100000"/>
                </a:lnSpc>
                <a:spcAft>
                  <a:spcPts val="500"/>
                </a:spcAft>
                <a:buClr>
                  <a:srgbClr val="619E64"/>
                </a:buClr>
                <a:buSzPct val="85000"/>
                <a:defRPr/>
              </a:pPr>
              <a:endParaRPr lang="en-US" sz="1400" kern="0">
                <a:solidFill>
                  <a:srgbClr val="619E64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65" name="TextBox 164">
              <a:extLst>
                <a:ext uri="{FF2B5EF4-FFF2-40B4-BE49-F238E27FC236}">
                  <a16:creationId xmlns:a16="http://schemas.microsoft.com/office/drawing/2014/main" id="{304DAEC2-A32A-4BB7-9B06-61DF50A8D449}"/>
                </a:ext>
              </a:extLst>
            </p:cNvPr>
            <p:cNvSpPr txBox="1"/>
            <p:nvPr/>
          </p:nvSpPr>
          <p:spPr>
            <a:xfrm>
              <a:off x="7988910" y="887325"/>
              <a:ext cx="232643" cy="76944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4400" kern="0">
                  <a:solidFill>
                    <a:srgbClr val="70838B"/>
                  </a:solidFill>
                </a:rPr>
                <a:t>.</a:t>
              </a:r>
              <a:endParaRPr lang="en-US" sz="4400">
                <a:solidFill>
                  <a:srgbClr val="70838B"/>
                </a:solidFill>
              </a:endParaRPr>
            </a:p>
          </p:txBody>
        </p:sp>
        <p:cxnSp>
          <p:nvCxnSpPr>
            <p:cNvPr id="166" name="Straight Connector 165">
              <a:extLst>
                <a:ext uri="{FF2B5EF4-FFF2-40B4-BE49-F238E27FC236}">
                  <a16:creationId xmlns:a16="http://schemas.microsoft.com/office/drawing/2014/main" id="{8EF87BBE-4417-476A-8004-BD6CFEC37AB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229600" y="2100045"/>
              <a:ext cx="1550528" cy="0"/>
            </a:xfrm>
            <a:prstGeom prst="line">
              <a:avLst/>
            </a:prstGeom>
            <a:ln w="25400">
              <a:solidFill>
                <a:srgbClr val="005EA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7" name="Straight Connector 166">
              <a:extLst>
                <a:ext uri="{FF2B5EF4-FFF2-40B4-BE49-F238E27FC236}">
                  <a16:creationId xmlns:a16="http://schemas.microsoft.com/office/drawing/2014/main" id="{5F816DA4-C247-4E09-9A6F-FAE091C0CB46}"/>
                </a:ext>
              </a:extLst>
            </p:cNvPr>
            <p:cNvCxnSpPr>
              <a:cxnSpLocks/>
              <a:stCxn id="163" idx="0"/>
            </p:cNvCxnSpPr>
            <p:nvPr/>
          </p:nvCxnSpPr>
          <p:spPr>
            <a:xfrm flipV="1">
              <a:off x="9780129" y="2088615"/>
              <a:ext cx="0" cy="268957"/>
            </a:xfrm>
            <a:prstGeom prst="line">
              <a:avLst/>
            </a:prstGeom>
            <a:ln w="25400">
              <a:solidFill>
                <a:srgbClr val="005EA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8" name="Straight Connector 167">
              <a:extLst>
                <a:ext uri="{FF2B5EF4-FFF2-40B4-BE49-F238E27FC236}">
                  <a16:creationId xmlns:a16="http://schemas.microsoft.com/office/drawing/2014/main" id="{0387DA38-E399-4A2C-AF1D-FAB44AA6B2FA}"/>
                </a:ext>
              </a:extLst>
            </p:cNvPr>
            <p:cNvCxnSpPr>
              <a:cxnSpLocks/>
              <a:endCxn id="164" idx="2"/>
            </p:cNvCxnSpPr>
            <p:nvPr/>
          </p:nvCxnSpPr>
          <p:spPr>
            <a:xfrm flipV="1">
              <a:off x="8244348" y="1863829"/>
              <a:ext cx="2" cy="229494"/>
            </a:xfrm>
            <a:prstGeom prst="line">
              <a:avLst/>
            </a:prstGeom>
            <a:ln w="25400">
              <a:solidFill>
                <a:srgbClr val="005EA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9" name="Rectangle: Rounded Corners 168">
              <a:extLst>
                <a:ext uri="{FF2B5EF4-FFF2-40B4-BE49-F238E27FC236}">
                  <a16:creationId xmlns:a16="http://schemas.microsoft.com/office/drawing/2014/main" id="{CB5FBB1B-5CF2-415B-9E2F-493DCCAAF611}"/>
                </a:ext>
              </a:extLst>
            </p:cNvPr>
            <p:cNvSpPr/>
            <p:nvPr/>
          </p:nvSpPr>
          <p:spPr>
            <a:xfrm>
              <a:off x="8861205" y="3330750"/>
              <a:ext cx="815697" cy="419457"/>
            </a:xfrm>
            <a:prstGeom prst="roundRect">
              <a:avLst>
                <a:gd name="adj" fmla="val 9098"/>
              </a:avLst>
            </a:prstGeom>
            <a:solidFill>
              <a:srgbClr val="F7F1DD"/>
            </a:solidFill>
            <a:ln w="19050">
              <a:solidFill>
                <a:srgbClr val="957922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wrap="none" rtlCol="0" anchor="ctr">
              <a:noAutofit/>
            </a:bodyPr>
            <a:lstStyle/>
            <a:p>
              <a:pPr algn="ctr"/>
              <a:r>
                <a:rPr lang="en-US" sz="1600">
                  <a:solidFill>
                    <a:srgbClr val="957922"/>
                  </a:solidFill>
                  <a:latin typeface="Lucida Sans Typewriter" panose="020B0509030504030204" pitchFamily="49" charset="0"/>
                  <a:ea typeface="Noto Mono" panose="020B0609030804020204" pitchFamily="49" charset="0"/>
                  <a:cs typeface="Noto Mono" panose="020B0609030804020204" pitchFamily="49" charset="0"/>
                </a:rPr>
                <a:t>ns1</a:t>
              </a:r>
            </a:p>
          </p:txBody>
        </p:sp>
        <p:sp>
          <p:nvSpPr>
            <p:cNvPr id="170" name="Rectangle: Rounded Corners 169">
              <a:extLst>
                <a:ext uri="{FF2B5EF4-FFF2-40B4-BE49-F238E27FC236}">
                  <a16:creationId xmlns:a16="http://schemas.microsoft.com/office/drawing/2014/main" id="{D639A6B4-4CD0-4ED0-BB66-DE040F8D6908}"/>
                </a:ext>
              </a:extLst>
            </p:cNvPr>
            <p:cNvSpPr/>
            <p:nvPr/>
          </p:nvSpPr>
          <p:spPr>
            <a:xfrm>
              <a:off x="7700717" y="3330751"/>
              <a:ext cx="988092" cy="419457"/>
            </a:xfrm>
            <a:prstGeom prst="roundRect">
              <a:avLst>
                <a:gd name="adj" fmla="val 9098"/>
              </a:avLst>
            </a:prstGeom>
            <a:solidFill>
              <a:srgbClr val="F7F1DD"/>
            </a:solidFill>
            <a:ln w="19050">
              <a:solidFill>
                <a:srgbClr val="957922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wrap="none" rtlCol="0" anchor="ctr">
              <a:noAutofit/>
            </a:bodyPr>
            <a:lstStyle/>
            <a:p>
              <a:pPr algn="ctr"/>
              <a:r>
                <a:rPr lang="en-US" sz="1600" dirty="0" err="1">
                  <a:solidFill>
                    <a:srgbClr val="957922"/>
                  </a:solidFill>
                  <a:latin typeface="Lucida Sans Typewriter" panose="020B0509030504030204" pitchFamily="49" charset="0"/>
                  <a:ea typeface="Noto Mono" panose="020B0609030804020204" pitchFamily="49" charset="0"/>
                  <a:cs typeface="Noto Mono" panose="020B0609030804020204" pitchFamily="49" charset="0"/>
                </a:rPr>
                <a:t>ucla</a:t>
              </a:r>
              <a:endParaRPr lang="en-US" sz="1600" dirty="0">
                <a:solidFill>
                  <a:srgbClr val="957922"/>
                </a:solidFill>
                <a:latin typeface="Lucida Sans Typewriter" panose="020B0509030504030204" pitchFamily="49" charset="0"/>
                <a:ea typeface="Noto Mono" panose="020B0609030804020204" pitchFamily="49" charset="0"/>
                <a:cs typeface="Noto Mono" panose="020B0609030804020204" pitchFamily="49" charset="0"/>
              </a:endParaRPr>
            </a:p>
          </p:txBody>
        </p:sp>
        <p:sp>
          <p:nvSpPr>
            <p:cNvPr id="171" name="Rectangle: Rounded Corners 170">
              <a:extLst>
                <a:ext uri="{FF2B5EF4-FFF2-40B4-BE49-F238E27FC236}">
                  <a16:creationId xmlns:a16="http://schemas.microsoft.com/office/drawing/2014/main" id="{1F62D4DC-A357-4D4F-BAF7-6D19483107EB}"/>
                </a:ext>
              </a:extLst>
            </p:cNvPr>
            <p:cNvSpPr/>
            <p:nvPr/>
          </p:nvSpPr>
          <p:spPr>
            <a:xfrm>
              <a:off x="9849300" y="3330750"/>
              <a:ext cx="815697" cy="419457"/>
            </a:xfrm>
            <a:prstGeom prst="roundRect">
              <a:avLst>
                <a:gd name="adj" fmla="val 9098"/>
              </a:avLst>
            </a:prstGeom>
            <a:solidFill>
              <a:srgbClr val="F7F1DD"/>
            </a:solidFill>
            <a:ln w="19050">
              <a:solidFill>
                <a:srgbClr val="957922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wrap="none" rtlCol="0" anchor="ctr">
              <a:noAutofit/>
            </a:bodyPr>
            <a:lstStyle/>
            <a:p>
              <a:pPr algn="ctr"/>
              <a:r>
                <a:rPr lang="en-US" sz="1600">
                  <a:solidFill>
                    <a:srgbClr val="957922"/>
                  </a:solidFill>
                  <a:latin typeface="Lucida Sans Typewriter" panose="020B0509030504030204" pitchFamily="49" charset="0"/>
                  <a:ea typeface="Noto Mono" panose="020B0609030804020204" pitchFamily="49" charset="0"/>
                  <a:cs typeface="Noto Mono" panose="020B0609030804020204" pitchFamily="49" charset="0"/>
                </a:rPr>
                <a:t>ns2</a:t>
              </a:r>
            </a:p>
          </p:txBody>
        </p:sp>
        <p:grpSp>
          <p:nvGrpSpPr>
            <p:cNvPr id="172" name="Group 171">
              <a:extLst>
                <a:ext uri="{FF2B5EF4-FFF2-40B4-BE49-F238E27FC236}">
                  <a16:creationId xmlns:a16="http://schemas.microsoft.com/office/drawing/2014/main" id="{D459C008-23B9-4E09-9851-855B6F48F8B3}"/>
                </a:ext>
              </a:extLst>
            </p:cNvPr>
            <p:cNvGrpSpPr/>
            <p:nvPr/>
          </p:nvGrpSpPr>
          <p:grpSpPr>
            <a:xfrm>
              <a:off x="10824220" y="3227209"/>
              <a:ext cx="828871" cy="522998"/>
              <a:chOff x="11221978" y="3047366"/>
              <a:chExt cx="828871" cy="522998"/>
            </a:xfrm>
          </p:grpSpPr>
          <p:sp>
            <p:nvSpPr>
              <p:cNvPr id="208" name="Rectangle: Rounded Corners 207">
                <a:extLst>
                  <a:ext uri="{FF2B5EF4-FFF2-40B4-BE49-F238E27FC236}">
                    <a16:creationId xmlns:a16="http://schemas.microsoft.com/office/drawing/2014/main" id="{E99F3B33-8A0C-4438-B340-C746EB154662}"/>
                  </a:ext>
                </a:extLst>
              </p:cNvPr>
              <p:cNvSpPr/>
              <p:nvPr/>
            </p:nvSpPr>
            <p:spPr>
              <a:xfrm>
                <a:off x="11235152" y="3150907"/>
                <a:ext cx="815697" cy="419457"/>
              </a:xfrm>
              <a:prstGeom prst="roundRect">
                <a:avLst>
                  <a:gd name="adj" fmla="val 9098"/>
                </a:avLst>
              </a:prstGeom>
              <a:solidFill>
                <a:srgbClr val="F7F1DD"/>
              </a:solidFill>
              <a:ln w="19050">
                <a:solidFill>
                  <a:srgbClr val="957922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wrap="none" rtlCol="0" anchor="ctr">
                <a:noAutofit/>
              </a:bodyPr>
              <a:lstStyle/>
              <a:p>
                <a:pPr algn="ctr"/>
                <a:endParaRPr lang="en-US" sz="1600">
                  <a:solidFill>
                    <a:srgbClr val="957922"/>
                  </a:solidFill>
                  <a:latin typeface="Noto Mono" panose="020B0609030804020204" pitchFamily="49" charset="0"/>
                  <a:ea typeface="Noto Mono" panose="020B0609030804020204" pitchFamily="49" charset="0"/>
                  <a:cs typeface="Noto Mono" panose="020B0609030804020204" pitchFamily="49" charset="0"/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09" name="TextBox 208">
                    <a:extLst>
                      <a:ext uri="{FF2B5EF4-FFF2-40B4-BE49-F238E27FC236}">
                        <a16:creationId xmlns:a16="http://schemas.microsoft.com/office/drawing/2014/main" id="{CA25146D-A28F-4573-9507-A784D36EBFFA}"/>
                      </a:ext>
                    </a:extLst>
                  </p:cNvPr>
                  <p:cNvSpPr txBox="1"/>
                  <p:nvPr/>
                </p:nvSpPr>
                <p:spPr>
                  <a:xfrm>
                    <a:off x="11221978" y="3047366"/>
                    <a:ext cx="619578" cy="369332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1" i="1" smtClean="0">
                              <a:solidFill>
                                <a:srgbClr val="BC69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Noto Mono" panose="020B0609030804020204" pitchFamily="49" charset="0"/>
                            </a:rPr>
                            <m:t> </m:t>
                          </m:r>
                          <m:r>
                            <a:rPr lang="en-US" b="1" i="1" smtClean="0">
                              <a:solidFill>
                                <a:srgbClr val="957922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Noto Mono" panose="020B0609030804020204" pitchFamily="49" charset="0"/>
                            </a:rPr>
                            <m:t>𝜶</m:t>
                          </m:r>
                        </m:oMath>
                      </m:oMathPara>
                    </a14:m>
                    <a:endParaRPr lang="en-US">
                      <a:solidFill>
                        <a:srgbClr val="BC690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209" name="TextBox 208">
                    <a:extLst>
                      <a:ext uri="{FF2B5EF4-FFF2-40B4-BE49-F238E27FC236}">
                        <a16:creationId xmlns:a16="http://schemas.microsoft.com/office/drawing/2014/main" id="{CA25146D-A28F-4573-9507-A784D36EBFFA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1221978" y="3047366"/>
                    <a:ext cx="619578" cy="369332"/>
                  </a:xfrm>
                  <a:prstGeom prst="rect">
                    <a:avLst/>
                  </a:prstGeom>
                  <a:blipFill>
                    <a:blip r:embed="rId9"/>
                    <a:stretch>
                      <a:fillRect r="-11321" b="-29268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cxnSp>
          <p:nvCxnSpPr>
            <p:cNvPr id="173" name="Straight Connector 172">
              <a:extLst>
                <a:ext uri="{FF2B5EF4-FFF2-40B4-BE49-F238E27FC236}">
                  <a16:creationId xmlns:a16="http://schemas.microsoft.com/office/drawing/2014/main" id="{998711A1-093F-4BAC-9D64-C44A4319445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260081" y="3036232"/>
              <a:ext cx="2979446" cy="3813"/>
            </a:xfrm>
            <a:prstGeom prst="line">
              <a:avLst/>
            </a:prstGeom>
            <a:ln w="25400">
              <a:solidFill>
                <a:srgbClr val="005EA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Straight Connector 173">
              <a:extLst>
                <a:ext uri="{FF2B5EF4-FFF2-40B4-BE49-F238E27FC236}">
                  <a16:creationId xmlns:a16="http://schemas.microsoft.com/office/drawing/2014/main" id="{C76791DA-8F5A-4A6A-8F3B-219B71F6AC3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272069" y="3032420"/>
              <a:ext cx="0" cy="296425"/>
            </a:xfrm>
            <a:prstGeom prst="line">
              <a:avLst/>
            </a:prstGeom>
            <a:ln w="25400">
              <a:solidFill>
                <a:srgbClr val="005EA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" name="Straight Connector 174">
              <a:extLst>
                <a:ext uri="{FF2B5EF4-FFF2-40B4-BE49-F238E27FC236}">
                  <a16:creationId xmlns:a16="http://schemas.microsoft.com/office/drawing/2014/main" id="{13BAB8BD-79F7-4758-ADC7-9E8A8B6D56C6}"/>
                </a:ext>
              </a:extLst>
            </p:cNvPr>
            <p:cNvCxnSpPr>
              <a:cxnSpLocks/>
              <a:stCxn id="169" idx="0"/>
            </p:cNvCxnSpPr>
            <p:nvPr/>
          </p:nvCxnSpPr>
          <p:spPr>
            <a:xfrm flipH="1" flipV="1">
              <a:off x="9269053" y="3040045"/>
              <a:ext cx="1" cy="290705"/>
            </a:xfrm>
            <a:prstGeom prst="line">
              <a:avLst/>
            </a:prstGeom>
            <a:ln w="25400">
              <a:solidFill>
                <a:srgbClr val="005EA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" name="Straight Connector 175">
              <a:extLst>
                <a:ext uri="{FF2B5EF4-FFF2-40B4-BE49-F238E27FC236}">
                  <a16:creationId xmlns:a16="http://schemas.microsoft.com/office/drawing/2014/main" id="{1AC1DD45-B54B-4681-BD35-A29CDA516F1A}"/>
                </a:ext>
              </a:extLst>
            </p:cNvPr>
            <p:cNvCxnSpPr>
              <a:cxnSpLocks/>
              <a:stCxn id="171" idx="0"/>
            </p:cNvCxnSpPr>
            <p:nvPr/>
          </p:nvCxnSpPr>
          <p:spPr>
            <a:xfrm flipH="1" flipV="1">
              <a:off x="10257148" y="3032420"/>
              <a:ext cx="1" cy="298330"/>
            </a:xfrm>
            <a:prstGeom prst="line">
              <a:avLst/>
            </a:prstGeom>
            <a:ln w="25400">
              <a:solidFill>
                <a:srgbClr val="005EA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7" name="Straight Connector 176">
              <a:extLst>
                <a:ext uri="{FF2B5EF4-FFF2-40B4-BE49-F238E27FC236}">
                  <a16:creationId xmlns:a16="http://schemas.microsoft.com/office/drawing/2014/main" id="{65B24A74-CB36-4E6B-B300-35214C83181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239528" y="3028610"/>
              <a:ext cx="0" cy="298687"/>
            </a:xfrm>
            <a:prstGeom prst="line">
              <a:avLst/>
            </a:prstGeom>
            <a:ln w="25400">
              <a:solidFill>
                <a:srgbClr val="005EA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8" name="Straight Connector 177">
              <a:extLst>
                <a:ext uri="{FF2B5EF4-FFF2-40B4-BE49-F238E27FC236}">
                  <a16:creationId xmlns:a16="http://schemas.microsoft.com/office/drawing/2014/main" id="{B1703D73-3E6D-4C02-AC12-2D2B57AA2821}"/>
                </a:ext>
              </a:extLst>
            </p:cNvPr>
            <p:cNvCxnSpPr>
              <a:cxnSpLocks/>
              <a:endCxn id="163" idx="2"/>
            </p:cNvCxnSpPr>
            <p:nvPr/>
          </p:nvCxnSpPr>
          <p:spPr>
            <a:xfrm flipV="1">
              <a:off x="9780129" y="2777029"/>
              <a:ext cx="0" cy="268957"/>
            </a:xfrm>
            <a:prstGeom prst="line">
              <a:avLst/>
            </a:prstGeom>
            <a:ln w="25400">
              <a:solidFill>
                <a:srgbClr val="005EA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9" name="Rectangle: Rounded Corners 178">
              <a:extLst>
                <a:ext uri="{FF2B5EF4-FFF2-40B4-BE49-F238E27FC236}">
                  <a16:creationId xmlns:a16="http://schemas.microsoft.com/office/drawing/2014/main" id="{63E10012-225E-4E69-8050-8B1F29FBF8DD}"/>
                </a:ext>
              </a:extLst>
            </p:cNvPr>
            <p:cNvSpPr/>
            <p:nvPr/>
          </p:nvSpPr>
          <p:spPr>
            <a:xfrm>
              <a:off x="7381326" y="4295265"/>
              <a:ext cx="815697" cy="419457"/>
            </a:xfrm>
            <a:prstGeom prst="roundRect">
              <a:avLst>
                <a:gd name="adj" fmla="val 9098"/>
              </a:avLst>
            </a:prstGeom>
            <a:solidFill>
              <a:srgbClr val="FAFFFA"/>
            </a:solidFill>
            <a:ln w="19050">
              <a:solidFill>
                <a:srgbClr val="619E64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wrap="none" rtlCol="0" anchor="ctr">
              <a:noAutofit/>
            </a:bodyPr>
            <a:lstStyle/>
            <a:p>
              <a:pPr algn="ctr"/>
              <a:r>
                <a:rPr lang="en-US" sz="1600">
                  <a:solidFill>
                    <a:srgbClr val="619E64"/>
                  </a:solidFill>
                  <a:latin typeface="Lucida Sans Typewriter" panose="020B0509030504030204" pitchFamily="49" charset="0"/>
                  <a:ea typeface="Noto Mono" panose="020B0609030804020204" pitchFamily="49" charset="0"/>
                  <a:cs typeface="Noto Mono" panose="020B0609030804020204" pitchFamily="49" charset="0"/>
                </a:rPr>
                <a:t>www</a:t>
              </a:r>
            </a:p>
          </p:txBody>
        </p:sp>
        <p:sp>
          <p:nvSpPr>
            <p:cNvPr id="180" name="Rectangle: Rounded Corners 179">
              <a:extLst>
                <a:ext uri="{FF2B5EF4-FFF2-40B4-BE49-F238E27FC236}">
                  <a16:creationId xmlns:a16="http://schemas.microsoft.com/office/drawing/2014/main" id="{D91D555A-79BB-42B5-8106-98DE30629AE3}"/>
                </a:ext>
              </a:extLst>
            </p:cNvPr>
            <p:cNvSpPr/>
            <p:nvPr/>
          </p:nvSpPr>
          <p:spPr>
            <a:xfrm>
              <a:off x="8361640" y="4295264"/>
              <a:ext cx="815697" cy="419457"/>
            </a:xfrm>
            <a:prstGeom prst="roundRect">
              <a:avLst>
                <a:gd name="adj" fmla="val 9098"/>
              </a:avLst>
            </a:prstGeom>
            <a:solidFill>
              <a:srgbClr val="FAFFFA"/>
            </a:solidFill>
            <a:ln w="19050">
              <a:solidFill>
                <a:srgbClr val="619E64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wrap="none" rtlCol="0" anchor="ctr">
              <a:noAutofit/>
            </a:bodyPr>
            <a:lstStyle/>
            <a:p>
              <a:pPr algn="ctr"/>
              <a:r>
                <a:rPr lang="en-US" sz="1600">
                  <a:solidFill>
                    <a:srgbClr val="619E64"/>
                  </a:solidFill>
                  <a:latin typeface="Lucida Sans Typewriter" panose="020B0509030504030204" pitchFamily="49" charset="0"/>
                  <a:ea typeface="Noto Mono" panose="020B0609030804020204" pitchFamily="49" charset="0"/>
                  <a:cs typeface="Noto Mono" panose="020B0609030804020204" pitchFamily="49" charset="0"/>
                </a:rPr>
                <a:t>*</a:t>
              </a:r>
            </a:p>
          </p:txBody>
        </p:sp>
        <p:sp>
          <p:nvSpPr>
            <p:cNvPr id="181" name="Rectangle: Rounded Corners 180">
              <a:extLst>
                <a:ext uri="{FF2B5EF4-FFF2-40B4-BE49-F238E27FC236}">
                  <a16:creationId xmlns:a16="http://schemas.microsoft.com/office/drawing/2014/main" id="{96984493-A2E0-4F6B-B25F-A094B6C12A9C}"/>
                </a:ext>
              </a:extLst>
            </p:cNvPr>
            <p:cNvSpPr/>
            <p:nvPr/>
          </p:nvSpPr>
          <p:spPr>
            <a:xfrm>
              <a:off x="6401012" y="4295265"/>
              <a:ext cx="815697" cy="419457"/>
            </a:xfrm>
            <a:prstGeom prst="roundRect">
              <a:avLst>
                <a:gd name="adj" fmla="val 9098"/>
              </a:avLst>
            </a:prstGeom>
            <a:solidFill>
              <a:srgbClr val="FAFFFA"/>
            </a:solidFill>
            <a:ln w="19050">
              <a:solidFill>
                <a:srgbClr val="619E64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wrap="none" rtlCol="0" anchor="ctr">
              <a:noAutofit/>
            </a:bodyPr>
            <a:lstStyle/>
            <a:p>
              <a:pPr algn="ctr"/>
              <a:r>
                <a:rPr lang="en-US" sz="1600">
                  <a:solidFill>
                    <a:srgbClr val="619E64"/>
                  </a:solidFill>
                  <a:latin typeface="Lucida Sans Typewriter" panose="020B0509030504030204" pitchFamily="49" charset="0"/>
                  <a:ea typeface="Noto Mono" panose="020B0609030804020204" pitchFamily="49" charset="0"/>
                  <a:cs typeface="Noto Mono" panose="020B0609030804020204" pitchFamily="49" charset="0"/>
                </a:rPr>
                <a:t>bio</a:t>
              </a:r>
            </a:p>
          </p:txBody>
        </p:sp>
        <p:cxnSp>
          <p:nvCxnSpPr>
            <p:cNvPr id="182" name="Straight Connector 181">
              <a:extLst>
                <a:ext uri="{FF2B5EF4-FFF2-40B4-BE49-F238E27FC236}">
                  <a16:creationId xmlns:a16="http://schemas.microsoft.com/office/drawing/2014/main" id="{DDD4A223-41EF-4745-9D28-280185742ECC}"/>
                </a:ext>
              </a:extLst>
            </p:cNvPr>
            <p:cNvCxnSpPr>
              <a:cxnSpLocks/>
              <a:endCxn id="170" idx="2"/>
            </p:cNvCxnSpPr>
            <p:nvPr/>
          </p:nvCxnSpPr>
          <p:spPr>
            <a:xfrm flipH="1" flipV="1">
              <a:off x="8194763" y="3750207"/>
              <a:ext cx="4432" cy="262108"/>
            </a:xfrm>
            <a:prstGeom prst="line">
              <a:avLst/>
            </a:prstGeom>
            <a:ln w="25400">
              <a:solidFill>
                <a:srgbClr val="005EA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3" name="Straight Connector 182">
              <a:extLst>
                <a:ext uri="{FF2B5EF4-FFF2-40B4-BE49-F238E27FC236}">
                  <a16:creationId xmlns:a16="http://schemas.microsoft.com/office/drawing/2014/main" id="{9D582507-8B2B-41E9-B34C-614CC194155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800682" y="4024652"/>
              <a:ext cx="2979446" cy="3813"/>
            </a:xfrm>
            <a:prstGeom prst="line">
              <a:avLst/>
            </a:prstGeom>
            <a:ln w="25400">
              <a:solidFill>
                <a:srgbClr val="005EA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4" name="Straight Connector 183">
              <a:extLst>
                <a:ext uri="{FF2B5EF4-FFF2-40B4-BE49-F238E27FC236}">
                  <a16:creationId xmlns:a16="http://schemas.microsoft.com/office/drawing/2014/main" id="{3075F455-56CC-410E-9F2B-4014B48FF71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808861" y="4013200"/>
              <a:ext cx="0" cy="270613"/>
            </a:xfrm>
            <a:prstGeom prst="line">
              <a:avLst/>
            </a:prstGeom>
            <a:ln w="25400">
              <a:solidFill>
                <a:srgbClr val="005EA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5" name="Straight Connector 184">
              <a:extLst>
                <a:ext uri="{FF2B5EF4-FFF2-40B4-BE49-F238E27FC236}">
                  <a16:creationId xmlns:a16="http://schemas.microsoft.com/office/drawing/2014/main" id="{A47D6C14-D8FB-4F03-95B1-16B868F83AF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769738" y="4022747"/>
              <a:ext cx="0" cy="270613"/>
            </a:xfrm>
            <a:prstGeom prst="line">
              <a:avLst/>
            </a:prstGeom>
            <a:ln w="25400">
              <a:solidFill>
                <a:srgbClr val="005EA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6" name="Rectangle: Rounded Corners 185">
              <a:extLst>
                <a:ext uri="{FF2B5EF4-FFF2-40B4-BE49-F238E27FC236}">
                  <a16:creationId xmlns:a16="http://schemas.microsoft.com/office/drawing/2014/main" id="{5362AB35-0223-40D6-A0B9-92AFEA6B5D00}"/>
                </a:ext>
              </a:extLst>
            </p:cNvPr>
            <p:cNvSpPr/>
            <p:nvPr/>
          </p:nvSpPr>
          <p:spPr>
            <a:xfrm>
              <a:off x="9341955" y="4295265"/>
              <a:ext cx="815697" cy="419457"/>
            </a:xfrm>
            <a:prstGeom prst="roundRect">
              <a:avLst>
                <a:gd name="adj" fmla="val 9098"/>
              </a:avLst>
            </a:prstGeom>
            <a:solidFill>
              <a:srgbClr val="FAFFFA"/>
            </a:solidFill>
            <a:ln w="19050">
              <a:solidFill>
                <a:srgbClr val="619E64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wrap="none" rtlCol="0" anchor="ctr">
              <a:noAutofit/>
            </a:bodyPr>
            <a:lstStyle/>
            <a:p>
              <a:pPr algn="ctr"/>
              <a:endParaRPr lang="en-US" sz="1600">
                <a:solidFill>
                  <a:srgbClr val="957922"/>
                </a:solidFill>
                <a:latin typeface="Noto Mono" panose="020B0609030804020204" pitchFamily="49" charset="0"/>
                <a:ea typeface="Noto Mono" panose="020B0609030804020204" pitchFamily="49" charset="0"/>
                <a:cs typeface="Noto Mono" panose="020B0609030804020204" pitchFamily="49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7" name="TextBox 186">
                  <a:extLst>
                    <a:ext uri="{FF2B5EF4-FFF2-40B4-BE49-F238E27FC236}">
                      <a16:creationId xmlns:a16="http://schemas.microsoft.com/office/drawing/2014/main" id="{B7E52C35-B653-48A8-8312-6748F37B1650}"/>
                    </a:ext>
                  </a:extLst>
                </p:cNvPr>
                <p:cNvSpPr txBox="1"/>
                <p:nvPr/>
              </p:nvSpPr>
              <p:spPr>
                <a:xfrm>
                  <a:off x="9328782" y="4191725"/>
                  <a:ext cx="619578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smtClean="0">
                            <a:solidFill>
                              <a:srgbClr val="BC69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Noto Mono" panose="020B0609030804020204" pitchFamily="49" charset="0"/>
                          </a:rPr>
                          <m:t> </m:t>
                        </m:r>
                        <m:r>
                          <a:rPr lang="en-US" b="1" i="1" smtClean="0">
                            <a:solidFill>
                              <a:srgbClr val="619E64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Noto Mono" panose="020B0609030804020204" pitchFamily="49" charset="0"/>
                          </a:rPr>
                          <m:t>𝜶</m:t>
                        </m:r>
                      </m:oMath>
                    </m:oMathPara>
                  </a14:m>
                  <a:endParaRPr lang="en-US">
                    <a:solidFill>
                      <a:srgbClr val="BC6900"/>
                    </a:solidFill>
                  </a:endParaRPr>
                </a:p>
              </p:txBody>
            </p:sp>
          </mc:Choice>
          <mc:Fallback xmlns="">
            <p:sp>
              <p:nvSpPr>
                <p:cNvPr id="187" name="TextBox 186">
                  <a:extLst>
                    <a:ext uri="{FF2B5EF4-FFF2-40B4-BE49-F238E27FC236}">
                      <a16:creationId xmlns:a16="http://schemas.microsoft.com/office/drawing/2014/main" id="{B7E52C35-B653-48A8-8312-6748F37B165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328782" y="4191725"/>
                  <a:ext cx="619578" cy="369332"/>
                </a:xfrm>
                <a:prstGeom prst="rect">
                  <a:avLst/>
                </a:prstGeom>
                <a:blipFill>
                  <a:blip r:embed="rId10"/>
                  <a:stretch>
                    <a:fillRect r="-11321" b="-2857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88" name="Straight Connector 187">
              <a:extLst>
                <a:ext uri="{FF2B5EF4-FFF2-40B4-BE49-F238E27FC236}">
                  <a16:creationId xmlns:a16="http://schemas.microsoft.com/office/drawing/2014/main" id="{26590CA1-3F04-4D9D-AA1B-CC1A3D3167A3}"/>
                </a:ext>
              </a:extLst>
            </p:cNvPr>
            <p:cNvCxnSpPr>
              <a:cxnSpLocks/>
              <a:stCxn id="179" idx="0"/>
            </p:cNvCxnSpPr>
            <p:nvPr/>
          </p:nvCxnSpPr>
          <p:spPr>
            <a:xfrm flipV="1">
              <a:off x="7789175" y="4028465"/>
              <a:ext cx="0" cy="266800"/>
            </a:xfrm>
            <a:prstGeom prst="line">
              <a:avLst/>
            </a:prstGeom>
            <a:ln w="25400">
              <a:solidFill>
                <a:srgbClr val="005EA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9" name="Straight Connector 188">
              <a:extLst>
                <a:ext uri="{FF2B5EF4-FFF2-40B4-BE49-F238E27FC236}">
                  <a16:creationId xmlns:a16="http://schemas.microsoft.com/office/drawing/2014/main" id="{B349A34F-327E-4A71-8662-9AD1629D9F98}"/>
                </a:ext>
              </a:extLst>
            </p:cNvPr>
            <p:cNvCxnSpPr>
              <a:cxnSpLocks/>
              <a:stCxn id="180" idx="0"/>
            </p:cNvCxnSpPr>
            <p:nvPr/>
          </p:nvCxnSpPr>
          <p:spPr>
            <a:xfrm flipH="1" flipV="1">
              <a:off x="8768575" y="4028465"/>
              <a:ext cx="914" cy="266799"/>
            </a:xfrm>
            <a:prstGeom prst="line">
              <a:avLst/>
            </a:prstGeom>
            <a:ln w="25400">
              <a:solidFill>
                <a:srgbClr val="005EA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0" name="Straight Connector 189">
              <a:extLst>
                <a:ext uri="{FF2B5EF4-FFF2-40B4-BE49-F238E27FC236}">
                  <a16:creationId xmlns:a16="http://schemas.microsoft.com/office/drawing/2014/main" id="{57A403EB-1D59-464B-AEE2-4256C6CD3BB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721541" y="2100045"/>
              <a:ext cx="1550528" cy="0"/>
            </a:xfrm>
            <a:prstGeom prst="line">
              <a:avLst/>
            </a:prstGeom>
            <a:ln w="25400">
              <a:solidFill>
                <a:srgbClr val="005EA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1" name="Straight Connector 190">
              <a:extLst>
                <a:ext uri="{FF2B5EF4-FFF2-40B4-BE49-F238E27FC236}">
                  <a16:creationId xmlns:a16="http://schemas.microsoft.com/office/drawing/2014/main" id="{DC204617-F2B2-443D-BEAC-E0A59A41590A}"/>
                </a:ext>
              </a:extLst>
            </p:cNvPr>
            <p:cNvCxnSpPr>
              <a:cxnSpLocks/>
              <a:stCxn id="192" idx="0"/>
            </p:cNvCxnSpPr>
            <p:nvPr/>
          </p:nvCxnSpPr>
          <p:spPr>
            <a:xfrm flipV="1">
              <a:off x="6721541" y="2088616"/>
              <a:ext cx="1129" cy="263272"/>
            </a:xfrm>
            <a:prstGeom prst="line">
              <a:avLst/>
            </a:prstGeom>
            <a:ln w="25400">
              <a:solidFill>
                <a:srgbClr val="005EA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2" name="Rectangle: Rounded Corners 191">
                  <a:extLst>
                    <a:ext uri="{FF2B5EF4-FFF2-40B4-BE49-F238E27FC236}">
                      <a16:creationId xmlns:a16="http://schemas.microsoft.com/office/drawing/2014/main" id="{B3A7280E-2776-4D7A-B22A-EB1485EAA18E}"/>
                    </a:ext>
                  </a:extLst>
                </p:cNvPr>
                <p:cNvSpPr/>
                <p:nvPr/>
              </p:nvSpPr>
              <p:spPr>
                <a:xfrm>
                  <a:off x="6313692" y="2351888"/>
                  <a:ext cx="815697" cy="419457"/>
                </a:xfrm>
                <a:prstGeom prst="roundRect">
                  <a:avLst>
                    <a:gd name="adj" fmla="val 9098"/>
                  </a:avLst>
                </a:prstGeom>
                <a:solidFill>
                  <a:srgbClr val="FFEED9"/>
                </a:solidFill>
                <a:ln w="19050">
                  <a:solidFill>
                    <a:schemeClr val="accent3">
                      <a:lumMod val="75000"/>
                    </a:schemeClr>
                  </a:solidFill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6">
                    <a:shade val="50000"/>
                  </a:schemeClr>
                </a:lnRef>
                <a:fillRef idx="1">
                  <a:schemeClr val="accent6"/>
                </a:fillRef>
                <a:effectRef idx="0">
                  <a:schemeClr val="accent6"/>
                </a:effectRef>
                <a:fontRef idx="minor">
                  <a:schemeClr val="lt1"/>
                </a:fontRef>
              </p:style>
              <p:txBody>
                <a:bodyPr wrap="none" rtlCol="0" anchor="ctr">
                  <a:no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1" i="1" smtClean="0">
                            <a:solidFill>
                              <a:srgbClr val="BC69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Noto Mono" panose="020B0609030804020204" pitchFamily="49" charset="0"/>
                          </a:rPr>
                          <m:t>   </m:t>
                        </m:r>
                      </m:oMath>
                    </m:oMathPara>
                  </a14:m>
                  <a:endParaRPr lang="en-US" sz="2000">
                    <a:solidFill>
                      <a:srgbClr val="BC6900"/>
                    </a:solidFill>
                    <a:latin typeface="Noto Mono" panose="020B0609030804020204" pitchFamily="49" charset="0"/>
                    <a:ea typeface="Noto Mono" panose="020B0609030804020204" pitchFamily="49" charset="0"/>
                    <a:cs typeface="Noto Mono" panose="020B0609030804020204" pitchFamily="49" charset="0"/>
                  </a:endParaRPr>
                </a:p>
              </p:txBody>
            </p:sp>
          </mc:Choice>
          <mc:Fallback xmlns="">
            <p:sp>
              <p:nvSpPr>
                <p:cNvPr id="192" name="Rectangle: Rounded Corners 191">
                  <a:extLst>
                    <a:ext uri="{FF2B5EF4-FFF2-40B4-BE49-F238E27FC236}">
                      <a16:creationId xmlns:a16="http://schemas.microsoft.com/office/drawing/2014/main" id="{B3A7280E-2776-4D7A-B22A-EB1485EAA18E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13692" y="2351888"/>
                  <a:ext cx="815697" cy="419457"/>
                </a:xfrm>
                <a:prstGeom prst="roundRect">
                  <a:avLst>
                    <a:gd name="adj" fmla="val 9098"/>
                  </a:avLst>
                </a:prstGeom>
                <a:blipFill>
                  <a:blip r:embed="rId11"/>
                  <a:stretch>
                    <a:fillRect/>
                  </a:stretch>
                </a:blipFill>
                <a:ln w="19050">
                  <a:solidFill>
                    <a:schemeClr val="accent3">
                      <a:lumMod val="75000"/>
                    </a:schemeClr>
                  </a:solidFill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3" name="TextBox 192">
                  <a:extLst>
                    <a:ext uri="{FF2B5EF4-FFF2-40B4-BE49-F238E27FC236}">
                      <a16:creationId xmlns:a16="http://schemas.microsoft.com/office/drawing/2014/main" id="{3CD6F628-8CD9-4954-B189-0768E59D5E7C}"/>
                    </a:ext>
                  </a:extLst>
                </p:cNvPr>
                <p:cNvSpPr txBox="1"/>
                <p:nvPr/>
              </p:nvSpPr>
              <p:spPr>
                <a:xfrm>
                  <a:off x="6324285" y="2263232"/>
                  <a:ext cx="417638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smtClean="0">
                            <a:solidFill>
                              <a:srgbClr val="BC69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Noto Mono" panose="020B0609030804020204" pitchFamily="49" charset="0"/>
                          </a:rPr>
                          <m:t> </m:t>
                        </m:r>
                        <m:r>
                          <a:rPr lang="en-US" b="1" i="1" smtClean="0">
                            <a:solidFill>
                              <a:srgbClr val="BC69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Noto Mono" panose="020B0609030804020204" pitchFamily="49" charset="0"/>
                          </a:rPr>
                          <m:t>𝜶</m:t>
                        </m:r>
                      </m:oMath>
                    </m:oMathPara>
                  </a14:m>
                  <a:endParaRPr lang="en-US">
                    <a:solidFill>
                      <a:srgbClr val="BC6900"/>
                    </a:solidFill>
                  </a:endParaRPr>
                </a:p>
              </p:txBody>
            </p:sp>
          </mc:Choice>
          <mc:Fallback xmlns="">
            <p:sp>
              <p:nvSpPr>
                <p:cNvPr id="193" name="TextBox 192">
                  <a:extLst>
                    <a:ext uri="{FF2B5EF4-FFF2-40B4-BE49-F238E27FC236}">
                      <a16:creationId xmlns:a16="http://schemas.microsoft.com/office/drawing/2014/main" id="{3CD6F628-8CD9-4954-B189-0768E59D5E7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24285" y="2263232"/>
                  <a:ext cx="417638" cy="369332"/>
                </a:xfrm>
                <a:prstGeom prst="rect">
                  <a:avLst/>
                </a:prstGeom>
                <a:blipFill>
                  <a:blip r:embed="rId12"/>
                  <a:stretch>
                    <a:fillRect r="-63889" b="-2926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194" name="Group 193">
              <a:extLst>
                <a:ext uri="{FF2B5EF4-FFF2-40B4-BE49-F238E27FC236}">
                  <a16:creationId xmlns:a16="http://schemas.microsoft.com/office/drawing/2014/main" id="{B74A4F22-A15E-48CF-8BB9-1200153A109A}"/>
                </a:ext>
              </a:extLst>
            </p:cNvPr>
            <p:cNvGrpSpPr/>
            <p:nvPr/>
          </p:nvGrpSpPr>
          <p:grpSpPr>
            <a:xfrm>
              <a:off x="6361449" y="4961091"/>
              <a:ext cx="855260" cy="522998"/>
              <a:chOff x="9454792" y="4344124"/>
              <a:chExt cx="855260" cy="522998"/>
            </a:xfrm>
          </p:grpSpPr>
          <p:sp>
            <p:nvSpPr>
              <p:cNvPr id="206" name="Rectangle: Rounded Corners 205">
                <a:extLst>
                  <a:ext uri="{FF2B5EF4-FFF2-40B4-BE49-F238E27FC236}">
                    <a16:creationId xmlns:a16="http://schemas.microsoft.com/office/drawing/2014/main" id="{71F443C5-E4D9-41A8-BADD-33A00279028D}"/>
                  </a:ext>
                </a:extLst>
              </p:cNvPr>
              <p:cNvSpPr/>
              <p:nvPr/>
            </p:nvSpPr>
            <p:spPr>
              <a:xfrm>
                <a:off x="9494355" y="4447665"/>
                <a:ext cx="815697" cy="419457"/>
              </a:xfrm>
              <a:prstGeom prst="roundRect">
                <a:avLst>
                  <a:gd name="adj" fmla="val 9098"/>
                </a:avLst>
              </a:prstGeom>
              <a:solidFill>
                <a:srgbClr val="FAFFFA"/>
              </a:solidFill>
              <a:ln w="19050">
                <a:solidFill>
                  <a:srgbClr val="619E64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wrap="none" rtlCol="0" anchor="ctr">
                <a:noAutofit/>
              </a:bodyPr>
              <a:lstStyle/>
              <a:p>
                <a:pPr algn="ctr"/>
                <a:endParaRPr lang="en-US" sz="1600">
                  <a:solidFill>
                    <a:srgbClr val="957922"/>
                  </a:solidFill>
                  <a:latin typeface="Noto Mono" panose="020B0609030804020204" pitchFamily="49" charset="0"/>
                  <a:ea typeface="Noto Mono" panose="020B0609030804020204" pitchFamily="49" charset="0"/>
                  <a:cs typeface="Noto Mono" panose="020B0609030804020204" pitchFamily="49" charset="0"/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07" name="TextBox 206">
                    <a:extLst>
                      <a:ext uri="{FF2B5EF4-FFF2-40B4-BE49-F238E27FC236}">
                        <a16:creationId xmlns:a16="http://schemas.microsoft.com/office/drawing/2014/main" id="{12540C45-1884-45BF-8B3F-F8CA9BB466DE}"/>
                      </a:ext>
                    </a:extLst>
                  </p:cNvPr>
                  <p:cNvSpPr txBox="1"/>
                  <p:nvPr/>
                </p:nvSpPr>
                <p:spPr>
                  <a:xfrm>
                    <a:off x="9454792" y="4344124"/>
                    <a:ext cx="619578" cy="369332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1" i="1" smtClean="0">
                              <a:solidFill>
                                <a:srgbClr val="BC69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Noto Mono" panose="020B0609030804020204" pitchFamily="49" charset="0"/>
                            </a:rPr>
                            <m:t> </m:t>
                          </m:r>
                          <m:r>
                            <a:rPr lang="en-US" b="1" i="1" smtClean="0">
                              <a:solidFill>
                                <a:srgbClr val="619E64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Noto Mono" panose="020B0609030804020204" pitchFamily="49" charset="0"/>
                            </a:rPr>
                            <m:t>𝜶</m:t>
                          </m:r>
                        </m:oMath>
                      </m:oMathPara>
                    </a14:m>
                    <a:endParaRPr lang="en-US">
                      <a:solidFill>
                        <a:srgbClr val="BC690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207" name="TextBox 206">
                    <a:extLst>
                      <a:ext uri="{FF2B5EF4-FFF2-40B4-BE49-F238E27FC236}">
                        <a16:creationId xmlns:a16="http://schemas.microsoft.com/office/drawing/2014/main" id="{12540C45-1884-45BF-8B3F-F8CA9BB466DE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454792" y="4344124"/>
                    <a:ext cx="619578" cy="369332"/>
                  </a:xfrm>
                  <a:prstGeom prst="rect">
                    <a:avLst/>
                  </a:prstGeom>
                  <a:blipFill>
                    <a:blip r:embed="rId10"/>
                    <a:stretch>
                      <a:fillRect r="-11321" b="-31707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cxnSp>
          <p:nvCxnSpPr>
            <p:cNvPr id="195" name="Straight Connector 194">
              <a:extLst>
                <a:ext uri="{FF2B5EF4-FFF2-40B4-BE49-F238E27FC236}">
                  <a16:creationId xmlns:a16="http://schemas.microsoft.com/office/drawing/2014/main" id="{1D918468-437A-4A9F-AFEA-CD1CA4FA9048}"/>
                </a:ext>
              </a:extLst>
            </p:cNvPr>
            <p:cNvCxnSpPr>
              <a:cxnSpLocks/>
              <a:stCxn id="206" idx="0"/>
              <a:endCxn id="181" idx="2"/>
            </p:cNvCxnSpPr>
            <p:nvPr/>
          </p:nvCxnSpPr>
          <p:spPr>
            <a:xfrm flipV="1">
              <a:off x="6808861" y="4714722"/>
              <a:ext cx="0" cy="349910"/>
            </a:xfrm>
            <a:prstGeom prst="line">
              <a:avLst/>
            </a:prstGeom>
            <a:ln w="25400">
              <a:solidFill>
                <a:srgbClr val="005EA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96" name="Group 195">
              <a:extLst>
                <a:ext uri="{FF2B5EF4-FFF2-40B4-BE49-F238E27FC236}">
                  <a16:creationId xmlns:a16="http://schemas.microsoft.com/office/drawing/2014/main" id="{699A894E-844E-4312-9B6C-C4BCABAE6315}"/>
                </a:ext>
              </a:extLst>
            </p:cNvPr>
            <p:cNvGrpSpPr/>
            <p:nvPr/>
          </p:nvGrpSpPr>
          <p:grpSpPr>
            <a:xfrm>
              <a:off x="7371469" y="4955521"/>
              <a:ext cx="825554" cy="534509"/>
              <a:chOff x="9484498" y="4332613"/>
              <a:chExt cx="825554" cy="534509"/>
            </a:xfrm>
          </p:grpSpPr>
          <p:sp>
            <p:nvSpPr>
              <p:cNvPr id="204" name="Rectangle: Rounded Corners 203">
                <a:extLst>
                  <a:ext uri="{FF2B5EF4-FFF2-40B4-BE49-F238E27FC236}">
                    <a16:creationId xmlns:a16="http://schemas.microsoft.com/office/drawing/2014/main" id="{AEB1149D-71E0-4EC1-A43A-0BC538079A2A}"/>
                  </a:ext>
                </a:extLst>
              </p:cNvPr>
              <p:cNvSpPr/>
              <p:nvPr/>
            </p:nvSpPr>
            <p:spPr>
              <a:xfrm>
                <a:off x="9494355" y="4447665"/>
                <a:ext cx="815697" cy="419457"/>
              </a:xfrm>
              <a:prstGeom prst="roundRect">
                <a:avLst>
                  <a:gd name="adj" fmla="val 9098"/>
                </a:avLst>
              </a:prstGeom>
              <a:solidFill>
                <a:srgbClr val="FAFFFA"/>
              </a:solidFill>
              <a:ln w="19050">
                <a:solidFill>
                  <a:srgbClr val="619E64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wrap="none" rtlCol="0" anchor="ctr">
                <a:noAutofit/>
              </a:bodyPr>
              <a:lstStyle/>
              <a:p>
                <a:pPr algn="ctr"/>
                <a:endParaRPr lang="en-US" sz="1600">
                  <a:solidFill>
                    <a:srgbClr val="957922"/>
                  </a:solidFill>
                  <a:latin typeface="Noto Mono" panose="020B0609030804020204" pitchFamily="49" charset="0"/>
                  <a:ea typeface="Noto Mono" panose="020B0609030804020204" pitchFamily="49" charset="0"/>
                  <a:cs typeface="Noto Mono" panose="020B0609030804020204" pitchFamily="49" charset="0"/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05" name="TextBox 204">
                    <a:extLst>
                      <a:ext uri="{FF2B5EF4-FFF2-40B4-BE49-F238E27FC236}">
                        <a16:creationId xmlns:a16="http://schemas.microsoft.com/office/drawing/2014/main" id="{3D24E5C9-C526-4A7D-8F3C-F173004E5069}"/>
                      </a:ext>
                    </a:extLst>
                  </p:cNvPr>
                  <p:cNvSpPr txBox="1"/>
                  <p:nvPr/>
                </p:nvSpPr>
                <p:spPr>
                  <a:xfrm>
                    <a:off x="9484498" y="4332613"/>
                    <a:ext cx="619578" cy="369332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1" i="1" smtClean="0">
                              <a:solidFill>
                                <a:srgbClr val="BC69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Noto Mono" panose="020B0609030804020204" pitchFamily="49" charset="0"/>
                            </a:rPr>
                            <m:t> </m:t>
                          </m:r>
                          <m:r>
                            <a:rPr lang="en-US" b="1" i="1" smtClean="0">
                              <a:solidFill>
                                <a:srgbClr val="619E64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Noto Mono" panose="020B0609030804020204" pitchFamily="49" charset="0"/>
                            </a:rPr>
                            <m:t>𝜶</m:t>
                          </m:r>
                        </m:oMath>
                      </m:oMathPara>
                    </a14:m>
                    <a:endParaRPr lang="en-US">
                      <a:solidFill>
                        <a:srgbClr val="BC690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205" name="TextBox 204">
                    <a:extLst>
                      <a:ext uri="{FF2B5EF4-FFF2-40B4-BE49-F238E27FC236}">
                        <a16:creationId xmlns:a16="http://schemas.microsoft.com/office/drawing/2014/main" id="{3D24E5C9-C526-4A7D-8F3C-F173004E5069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484498" y="4332613"/>
                    <a:ext cx="619578" cy="369332"/>
                  </a:xfrm>
                  <a:prstGeom prst="rect">
                    <a:avLst/>
                  </a:prstGeom>
                  <a:blipFill>
                    <a:blip r:embed="rId13"/>
                    <a:stretch>
                      <a:fillRect r="-11321" b="-29268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cxnSp>
          <p:nvCxnSpPr>
            <p:cNvPr id="197" name="Straight Connector 196">
              <a:extLst>
                <a:ext uri="{FF2B5EF4-FFF2-40B4-BE49-F238E27FC236}">
                  <a16:creationId xmlns:a16="http://schemas.microsoft.com/office/drawing/2014/main" id="{B848F793-84F4-4D92-BF27-C63D0C922AED}"/>
                </a:ext>
              </a:extLst>
            </p:cNvPr>
            <p:cNvCxnSpPr>
              <a:cxnSpLocks/>
              <a:stCxn id="204" idx="0"/>
              <a:endCxn id="179" idx="2"/>
            </p:cNvCxnSpPr>
            <p:nvPr/>
          </p:nvCxnSpPr>
          <p:spPr>
            <a:xfrm flipV="1">
              <a:off x="7789175" y="4714722"/>
              <a:ext cx="0" cy="355851"/>
            </a:xfrm>
            <a:prstGeom prst="line">
              <a:avLst/>
            </a:prstGeom>
            <a:ln w="25400">
              <a:solidFill>
                <a:srgbClr val="005EA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98" name="Group 197">
              <a:extLst>
                <a:ext uri="{FF2B5EF4-FFF2-40B4-BE49-F238E27FC236}">
                  <a16:creationId xmlns:a16="http://schemas.microsoft.com/office/drawing/2014/main" id="{ABA4A33B-8110-4645-9782-9517D5184E8C}"/>
                </a:ext>
              </a:extLst>
            </p:cNvPr>
            <p:cNvGrpSpPr/>
            <p:nvPr/>
          </p:nvGrpSpPr>
          <p:grpSpPr>
            <a:xfrm>
              <a:off x="8331824" y="4957474"/>
              <a:ext cx="840406" cy="522998"/>
              <a:chOff x="9469646" y="4344124"/>
              <a:chExt cx="840406" cy="522998"/>
            </a:xfrm>
          </p:grpSpPr>
          <p:sp>
            <p:nvSpPr>
              <p:cNvPr id="202" name="Rectangle: Rounded Corners 201">
                <a:extLst>
                  <a:ext uri="{FF2B5EF4-FFF2-40B4-BE49-F238E27FC236}">
                    <a16:creationId xmlns:a16="http://schemas.microsoft.com/office/drawing/2014/main" id="{68D41BCA-AB02-44E7-8F1F-543BFE941F60}"/>
                  </a:ext>
                </a:extLst>
              </p:cNvPr>
              <p:cNvSpPr/>
              <p:nvPr/>
            </p:nvSpPr>
            <p:spPr>
              <a:xfrm>
                <a:off x="9494355" y="4447665"/>
                <a:ext cx="815697" cy="419457"/>
              </a:xfrm>
              <a:prstGeom prst="roundRect">
                <a:avLst>
                  <a:gd name="adj" fmla="val 9098"/>
                </a:avLst>
              </a:prstGeom>
              <a:solidFill>
                <a:srgbClr val="FAFFFA"/>
              </a:solidFill>
              <a:ln w="19050">
                <a:solidFill>
                  <a:srgbClr val="619E64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wrap="none" rtlCol="0" anchor="ctr">
                <a:noAutofit/>
              </a:bodyPr>
              <a:lstStyle/>
              <a:p>
                <a:pPr algn="ctr"/>
                <a:endParaRPr lang="en-US" sz="1600">
                  <a:solidFill>
                    <a:srgbClr val="957922"/>
                  </a:solidFill>
                  <a:latin typeface="Noto Mono" panose="020B0609030804020204" pitchFamily="49" charset="0"/>
                  <a:ea typeface="Noto Mono" panose="020B0609030804020204" pitchFamily="49" charset="0"/>
                  <a:cs typeface="Noto Mono" panose="020B0609030804020204" pitchFamily="49" charset="0"/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03" name="TextBox 202">
                    <a:extLst>
                      <a:ext uri="{FF2B5EF4-FFF2-40B4-BE49-F238E27FC236}">
                        <a16:creationId xmlns:a16="http://schemas.microsoft.com/office/drawing/2014/main" id="{872EBC18-0932-4613-B3B3-0378B0C2911A}"/>
                      </a:ext>
                    </a:extLst>
                  </p:cNvPr>
                  <p:cNvSpPr txBox="1"/>
                  <p:nvPr/>
                </p:nvSpPr>
                <p:spPr>
                  <a:xfrm>
                    <a:off x="9469646" y="4344124"/>
                    <a:ext cx="619578" cy="369334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1" i="1" smtClean="0">
                              <a:solidFill>
                                <a:srgbClr val="BC69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Noto Mono" panose="020B0609030804020204" pitchFamily="49" charset="0"/>
                            </a:rPr>
                            <m:t> </m:t>
                          </m:r>
                          <m:r>
                            <a:rPr lang="en-US" b="1" i="1" smtClean="0">
                              <a:solidFill>
                                <a:srgbClr val="619E64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Noto Mono" panose="020B0609030804020204" pitchFamily="49" charset="0"/>
                            </a:rPr>
                            <m:t>𝜶</m:t>
                          </m:r>
                        </m:oMath>
                      </m:oMathPara>
                    </a14:m>
                    <a:endParaRPr lang="en-US">
                      <a:solidFill>
                        <a:srgbClr val="BC690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203" name="TextBox 202">
                    <a:extLst>
                      <a:ext uri="{FF2B5EF4-FFF2-40B4-BE49-F238E27FC236}">
                        <a16:creationId xmlns:a16="http://schemas.microsoft.com/office/drawing/2014/main" id="{872EBC18-0932-4613-B3B3-0378B0C2911A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469646" y="4344124"/>
                    <a:ext cx="619578" cy="369334"/>
                  </a:xfrm>
                  <a:prstGeom prst="rect">
                    <a:avLst/>
                  </a:prstGeom>
                  <a:blipFill>
                    <a:blip r:embed="rId13"/>
                    <a:stretch>
                      <a:fillRect r="-11321" b="-29268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cxnSp>
          <p:nvCxnSpPr>
            <p:cNvPr id="199" name="Straight Connector 198">
              <a:extLst>
                <a:ext uri="{FF2B5EF4-FFF2-40B4-BE49-F238E27FC236}">
                  <a16:creationId xmlns:a16="http://schemas.microsoft.com/office/drawing/2014/main" id="{C847D978-36D4-4E9A-952A-0D9457C5A699}"/>
                </a:ext>
              </a:extLst>
            </p:cNvPr>
            <p:cNvCxnSpPr>
              <a:cxnSpLocks/>
              <a:stCxn id="202" idx="0"/>
            </p:cNvCxnSpPr>
            <p:nvPr/>
          </p:nvCxnSpPr>
          <p:spPr>
            <a:xfrm flipV="1">
              <a:off x="8764382" y="4711105"/>
              <a:ext cx="0" cy="349910"/>
            </a:xfrm>
            <a:prstGeom prst="line">
              <a:avLst/>
            </a:prstGeom>
            <a:ln w="25400">
              <a:solidFill>
                <a:srgbClr val="005EA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0" name="Straight Connector 199">
              <a:extLst>
                <a:ext uri="{FF2B5EF4-FFF2-40B4-BE49-F238E27FC236}">
                  <a16:creationId xmlns:a16="http://schemas.microsoft.com/office/drawing/2014/main" id="{1475F2C4-A997-4301-8FEA-7B9DBC76BC4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252850" y="3750207"/>
              <a:ext cx="0" cy="146153"/>
            </a:xfrm>
            <a:prstGeom prst="line">
              <a:avLst/>
            </a:prstGeom>
            <a:ln w="25400">
              <a:solidFill>
                <a:srgbClr val="005EA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1" name="Straight Connector 200">
              <a:extLst>
                <a:ext uri="{FF2B5EF4-FFF2-40B4-BE49-F238E27FC236}">
                  <a16:creationId xmlns:a16="http://schemas.microsoft.com/office/drawing/2014/main" id="{D33D2370-9015-400E-97FF-CF8D094977A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259318" y="3750207"/>
              <a:ext cx="0" cy="146153"/>
            </a:xfrm>
            <a:prstGeom prst="line">
              <a:avLst/>
            </a:prstGeom>
            <a:ln w="25400">
              <a:solidFill>
                <a:srgbClr val="005EA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82821871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65;p14">
            <a:extLst>
              <a:ext uri="{FF2B5EF4-FFF2-40B4-BE49-F238E27FC236}">
                <a16:creationId xmlns:a16="http://schemas.microsoft.com/office/drawing/2014/main" id="{E98430C3-8C56-47EF-8D13-F1BC5B855A4C}"/>
              </a:ext>
            </a:extLst>
          </p:cNvPr>
          <p:cNvSpPr txBox="1">
            <a:spLocks/>
          </p:cNvSpPr>
          <p:nvPr/>
        </p:nvSpPr>
        <p:spPr>
          <a:xfrm>
            <a:off x="4025261" y="209319"/>
            <a:ext cx="4141478" cy="800179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121900" tIns="121900" rIns="121900" bIns="12190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 b="0" i="0" u="none" strike="noStrike" cap="non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 b="0" i="0" u="none" strike="noStrike" cap="non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 b="0" i="0" u="none" strike="noStrike" cap="non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 b="0" i="0" u="none" strike="noStrike" cap="non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 b="0" i="0" u="none" strike="noStrike" cap="non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 b="0" i="0" u="none" strike="noStrike" cap="non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 b="0" i="0" u="none" strike="noStrike" cap="non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 b="0" i="0" u="none" strike="noStrike" cap="non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 b="0" i="0" u="none" strike="noStrike" cap="non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9pPr>
          </a:lstStyle>
          <a:p>
            <a:pPr defTabSz="914400"/>
            <a:r>
              <a:rPr lang="en-US" sz="3600" b="1" kern="0" cap="small" err="1">
                <a:solidFill>
                  <a:srgbClr val="546970"/>
                </a:solidFill>
                <a:latin typeface="Bookman Old Style" panose="02050604050505020204" pitchFamily="18" charset="0"/>
              </a:rPr>
              <a:t>GRoot</a:t>
            </a:r>
            <a:r>
              <a:rPr lang="en-US" sz="3600" b="1" kern="0">
                <a:solidFill>
                  <a:srgbClr val="546970"/>
                </a:solidFill>
                <a:latin typeface="Bookman Old Style" panose="02050604050505020204" pitchFamily="18" charset="0"/>
              </a:rPr>
              <a:t> Internals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2D906CAF-ED1E-4497-9E16-1CE9DB305745}"/>
              </a:ext>
            </a:extLst>
          </p:cNvPr>
          <p:cNvSpPr/>
          <p:nvPr/>
        </p:nvSpPr>
        <p:spPr>
          <a:xfrm flipV="1">
            <a:off x="4145001" y="886094"/>
            <a:ext cx="3901998" cy="27432"/>
          </a:xfrm>
          <a:prstGeom prst="roundRect">
            <a:avLst/>
          </a:prstGeom>
          <a:solidFill>
            <a:srgbClr val="26A69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1FF0F39B-00B2-4DD6-9CF9-0A6A6B53ACC8}"/>
              </a:ext>
            </a:extLst>
          </p:cNvPr>
          <p:cNvGrpSpPr/>
          <p:nvPr/>
        </p:nvGrpSpPr>
        <p:grpSpPr>
          <a:xfrm>
            <a:off x="546426" y="2232251"/>
            <a:ext cx="582373" cy="576449"/>
            <a:chOff x="597231" y="3855347"/>
            <a:chExt cx="275548" cy="278982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7C26E53C-31E7-4BA4-8809-D1BF8ADABE17}"/>
                </a:ext>
              </a:extLst>
            </p:cNvPr>
            <p:cNvSpPr/>
            <p:nvPr/>
          </p:nvSpPr>
          <p:spPr>
            <a:xfrm>
              <a:off x="634989" y="3855347"/>
              <a:ext cx="204277" cy="27898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pic>
          <p:nvPicPr>
            <p:cNvPr id="11" name="Picture 2" descr="See the source image">
              <a:extLst>
                <a:ext uri="{FF2B5EF4-FFF2-40B4-BE49-F238E27FC236}">
                  <a16:creationId xmlns:a16="http://schemas.microsoft.com/office/drawing/2014/main" id="{612BEC31-04EC-418D-8932-1B133B0F8FD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 cstate="print">
              <a:clrChange>
                <a:clrFrom>
                  <a:srgbClr val="000000">
                    <a:alpha val="0"/>
                  </a:srgbClr>
                </a:clrFrom>
                <a:clrTo>
                  <a:srgbClr val="000000">
                    <a:alpha val="0"/>
                  </a:srgbClr>
                </a:clrTo>
              </a:clrChange>
              <a:duotone>
                <a:schemeClr val="accent4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97231" y="3855347"/>
              <a:ext cx="275548" cy="25369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B3CD47D2-5C29-470E-82FA-2252AD4384DC}"/>
              </a:ext>
            </a:extLst>
          </p:cNvPr>
          <p:cNvGrpSpPr/>
          <p:nvPr/>
        </p:nvGrpSpPr>
        <p:grpSpPr>
          <a:xfrm>
            <a:off x="569654" y="2987368"/>
            <a:ext cx="535916" cy="611265"/>
            <a:chOff x="597231" y="3855347"/>
            <a:chExt cx="275548" cy="278982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2EFA4E46-3989-4F94-9FCE-D44D56B60582}"/>
                </a:ext>
              </a:extLst>
            </p:cNvPr>
            <p:cNvSpPr/>
            <p:nvPr/>
          </p:nvSpPr>
          <p:spPr>
            <a:xfrm>
              <a:off x="634989" y="3855347"/>
              <a:ext cx="204277" cy="27898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pic>
          <p:nvPicPr>
            <p:cNvPr id="14" name="Picture 2" descr="See the source image">
              <a:extLst>
                <a:ext uri="{FF2B5EF4-FFF2-40B4-BE49-F238E27FC236}">
                  <a16:creationId xmlns:a16="http://schemas.microsoft.com/office/drawing/2014/main" id="{228F6F65-0431-4A0F-9975-96FA8B13721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 cstate="print">
              <a:duotone>
                <a:schemeClr val="accent6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97231" y="3855347"/>
              <a:ext cx="275548" cy="25369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45D29CB6-7934-4484-A59B-81E1EFAFC415}"/>
              </a:ext>
            </a:extLst>
          </p:cNvPr>
          <p:cNvGrpSpPr/>
          <p:nvPr/>
        </p:nvGrpSpPr>
        <p:grpSpPr>
          <a:xfrm>
            <a:off x="566840" y="4547307"/>
            <a:ext cx="541545" cy="591160"/>
            <a:chOff x="597231" y="3855347"/>
            <a:chExt cx="275548" cy="278982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F48D7129-2757-48F6-B4C9-DB57D2A2D272}"/>
                </a:ext>
              </a:extLst>
            </p:cNvPr>
            <p:cNvSpPr/>
            <p:nvPr/>
          </p:nvSpPr>
          <p:spPr>
            <a:xfrm>
              <a:off x="634989" y="3855347"/>
              <a:ext cx="204277" cy="27898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pic>
          <p:nvPicPr>
            <p:cNvPr id="17" name="Picture 2" descr="See the source image">
              <a:extLst>
                <a:ext uri="{FF2B5EF4-FFF2-40B4-BE49-F238E27FC236}">
                  <a16:creationId xmlns:a16="http://schemas.microsoft.com/office/drawing/2014/main" id="{791DF4F5-F3BE-4987-B7F2-001A2C015EE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 cstate="print">
              <a:duotone>
                <a:schemeClr val="accent3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97231" y="3855347"/>
              <a:ext cx="275548" cy="25369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1B3EB7AC-D689-46A8-8173-0E377127AE83}"/>
              </a:ext>
            </a:extLst>
          </p:cNvPr>
          <p:cNvGrpSpPr/>
          <p:nvPr/>
        </p:nvGrpSpPr>
        <p:grpSpPr>
          <a:xfrm>
            <a:off x="542022" y="5205388"/>
            <a:ext cx="591180" cy="672621"/>
            <a:chOff x="597231" y="3855347"/>
            <a:chExt cx="275548" cy="278982"/>
          </a:xfrm>
        </p:grpSpPr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363E4B6E-F3D9-4D5F-87B9-2C8C6A6DE83E}"/>
                </a:ext>
              </a:extLst>
            </p:cNvPr>
            <p:cNvSpPr/>
            <p:nvPr/>
          </p:nvSpPr>
          <p:spPr>
            <a:xfrm>
              <a:off x="634989" y="3855347"/>
              <a:ext cx="204277" cy="27898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pic>
          <p:nvPicPr>
            <p:cNvPr id="20" name="Picture 2" descr="See the source image">
              <a:extLst>
                <a:ext uri="{FF2B5EF4-FFF2-40B4-BE49-F238E27FC236}">
                  <a16:creationId xmlns:a16="http://schemas.microsoft.com/office/drawing/2014/main" id="{267A6525-2D0E-4DA5-9A25-0D3F8A87B41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 cstate="print">
              <a:duotone>
                <a:schemeClr val="accent5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97231" y="3855347"/>
              <a:ext cx="275548" cy="25369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4E5D3F03-FB0D-4516-8257-009A3EBFF03B}"/>
              </a:ext>
            </a:extLst>
          </p:cNvPr>
          <p:cNvGrpSpPr/>
          <p:nvPr/>
        </p:nvGrpSpPr>
        <p:grpSpPr>
          <a:xfrm>
            <a:off x="563992" y="3760530"/>
            <a:ext cx="547241" cy="595058"/>
            <a:chOff x="597231" y="3855347"/>
            <a:chExt cx="275548" cy="278982"/>
          </a:xfrm>
        </p:grpSpPr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A7FDD109-5A1B-480D-A0D8-FB2B3876FD86}"/>
                </a:ext>
              </a:extLst>
            </p:cNvPr>
            <p:cNvSpPr/>
            <p:nvPr/>
          </p:nvSpPr>
          <p:spPr>
            <a:xfrm>
              <a:off x="634989" y="3855347"/>
              <a:ext cx="204277" cy="27898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pic>
          <p:nvPicPr>
            <p:cNvPr id="23" name="Picture 2" descr="See the source image">
              <a:extLst>
                <a:ext uri="{FF2B5EF4-FFF2-40B4-BE49-F238E27FC236}">
                  <a16:creationId xmlns:a16="http://schemas.microsoft.com/office/drawing/2014/main" id="{82661E78-463B-4157-B1CA-0BFF5A667A7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 cstate="print">
              <a:duotone>
                <a:prstClr val="black"/>
                <a:schemeClr val="accent1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97231" y="3855347"/>
              <a:ext cx="275548" cy="25369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89E24C34-9778-4864-8AEF-7808583C41D3}"/>
              </a:ext>
            </a:extLst>
          </p:cNvPr>
          <p:cNvCxnSpPr>
            <a:cxnSpLocks/>
          </p:cNvCxnSpPr>
          <p:nvPr/>
        </p:nvCxnSpPr>
        <p:spPr>
          <a:xfrm>
            <a:off x="1128799" y="2494354"/>
            <a:ext cx="1074526" cy="195400"/>
          </a:xfrm>
          <a:prstGeom prst="straightConnector1">
            <a:avLst/>
          </a:prstGeom>
          <a:ln w="28575">
            <a:solidFill>
              <a:schemeClr val="accent4">
                <a:lumMod val="75000"/>
              </a:schemeClr>
            </a:solidFill>
            <a:tailEnd type="stealth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D144F3CD-08FC-450F-9193-3F41D3F541AE}"/>
              </a:ext>
            </a:extLst>
          </p:cNvPr>
          <p:cNvCxnSpPr>
            <a:cxnSpLocks/>
          </p:cNvCxnSpPr>
          <p:nvPr/>
        </p:nvCxnSpPr>
        <p:spPr>
          <a:xfrm flipV="1">
            <a:off x="1105570" y="3244317"/>
            <a:ext cx="1065024" cy="20985"/>
          </a:xfrm>
          <a:prstGeom prst="straightConnector1">
            <a:avLst/>
          </a:prstGeom>
          <a:ln w="28575">
            <a:solidFill>
              <a:srgbClr val="B95757"/>
            </a:solidFill>
            <a:tailEnd type="stealth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9A909963-F5BC-4F6A-B44E-34D627065580}"/>
              </a:ext>
            </a:extLst>
          </p:cNvPr>
          <p:cNvCxnSpPr>
            <a:cxnSpLocks/>
          </p:cNvCxnSpPr>
          <p:nvPr/>
        </p:nvCxnSpPr>
        <p:spPr>
          <a:xfrm flipV="1">
            <a:off x="1111233" y="3760530"/>
            <a:ext cx="1059361" cy="270565"/>
          </a:xfrm>
          <a:prstGeom prst="straightConnector1">
            <a:avLst/>
          </a:prstGeom>
          <a:ln w="28575">
            <a:solidFill>
              <a:schemeClr val="tx1"/>
            </a:solidFill>
            <a:tailEnd type="stealth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9EEE4ABE-53BD-47B2-841C-B435046F57D9}"/>
              </a:ext>
            </a:extLst>
          </p:cNvPr>
          <p:cNvCxnSpPr>
            <a:cxnSpLocks/>
          </p:cNvCxnSpPr>
          <p:nvPr/>
        </p:nvCxnSpPr>
        <p:spPr>
          <a:xfrm flipV="1">
            <a:off x="1108385" y="4183881"/>
            <a:ext cx="1062209" cy="632219"/>
          </a:xfrm>
          <a:prstGeom prst="straightConnector1">
            <a:avLst/>
          </a:prstGeom>
          <a:ln w="28575">
            <a:solidFill>
              <a:srgbClr val="CF6300"/>
            </a:solidFill>
            <a:tailEnd type="stealth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3D697800-9596-4674-8670-CCDB54A393F0}"/>
              </a:ext>
            </a:extLst>
          </p:cNvPr>
          <p:cNvCxnSpPr>
            <a:cxnSpLocks/>
          </p:cNvCxnSpPr>
          <p:nvPr/>
        </p:nvCxnSpPr>
        <p:spPr>
          <a:xfrm flipV="1">
            <a:off x="1133202" y="4630198"/>
            <a:ext cx="1108764" cy="881023"/>
          </a:xfrm>
          <a:prstGeom prst="straightConnector1">
            <a:avLst/>
          </a:prstGeom>
          <a:ln w="28575">
            <a:solidFill>
              <a:schemeClr val="accent5">
                <a:lumMod val="75000"/>
              </a:schemeClr>
            </a:solidFill>
            <a:tailEnd type="stealth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6064B5D0-3EAD-4FB6-9874-6CB2BAE8FBD3}"/>
              </a:ext>
            </a:extLst>
          </p:cNvPr>
          <p:cNvCxnSpPr>
            <a:cxnSpLocks/>
          </p:cNvCxnSpPr>
          <p:nvPr/>
        </p:nvCxnSpPr>
        <p:spPr>
          <a:xfrm flipV="1">
            <a:off x="1111233" y="5007819"/>
            <a:ext cx="1265111" cy="1284333"/>
          </a:xfrm>
          <a:prstGeom prst="straightConnector1">
            <a:avLst/>
          </a:prstGeom>
          <a:ln w="28575">
            <a:solidFill>
              <a:srgbClr val="4A8522"/>
            </a:solidFill>
            <a:tailEnd type="stealth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grpSp>
        <p:nvGrpSpPr>
          <p:cNvPr id="35" name="Group 34">
            <a:extLst>
              <a:ext uri="{FF2B5EF4-FFF2-40B4-BE49-F238E27FC236}">
                <a16:creationId xmlns:a16="http://schemas.microsoft.com/office/drawing/2014/main" id="{46B98D7D-2C93-4634-A13E-7C9B8074A5A2}"/>
              </a:ext>
            </a:extLst>
          </p:cNvPr>
          <p:cNvGrpSpPr/>
          <p:nvPr/>
        </p:nvGrpSpPr>
        <p:grpSpPr>
          <a:xfrm>
            <a:off x="540961" y="6016979"/>
            <a:ext cx="535916" cy="611265"/>
            <a:chOff x="597231" y="3855347"/>
            <a:chExt cx="275548" cy="278982"/>
          </a:xfrm>
        </p:grpSpPr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29263929-E2C5-470F-86C5-F7FF021C3797}"/>
                </a:ext>
              </a:extLst>
            </p:cNvPr>
            <p:cNvSpPr/>
            <p:nvPr/>
          </p:nvSpPr>
          <p:spPr>
            <a:xfrm>
              <a:off x="634989" y="3855347"/>
              <a:ext cx="204277" cy="278982"/>
            </a:xfrm>
            <a:prstGeom prst="rect">
              <a:avLst/>
            </a:prstGeom>
            <a:solidFill>
              <a:sysClr val="window" lastClr="FFFFFF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pic>
          <p:nvPicPr>
            <p:cNvPr id="37" name="Picture 2" descr="See the source image">
              <a:extLst>
                <a:ext uri="{FF2B5EF4-FFF2-40B4-BE49-F238E27FC236}">
                  <a16:creationId xmlns:a16="http://schemas.microsoft.com/office/drawing/2014/main" id="{300EA4DB-C6B9-471A-A2D5-1173C77D090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 cstate="print">
              <a:duotone>
                <a:srgbClr val="70AD47">
                  <a:shade val="45000"/>
                  <a:satMod val="135000"/>
                </a:srgb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97231" y="3855347"/>
              <a:ext cx="275548" cy="25369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D267279F-0DED-4DF2-87D5-694064621FD8}"/>
              </a:ext>
            </a:extLst>
          </p:cNvPr>
          <p:cNvSpPr/>
          <p:nvPr/>
        </p:nvSpPr>
        <p:spPr>
          <a:xfrm>
            <a:off x="2680587" y="1374408"/>
            <a:ext cx="1367961" cy="387191"/>
          </a:xfrm>
          <a:prstGeom prst="roundRect">
            <a:avLst>
              <a:gd name="adj" fmla="val 9098"/>
            </a:avLst>
          </a:prstGeom>
          <a:solidFill>
            <a:srgbClr val="FAFAFF"/>
          </a:solidFill>
          <a:ln w="19050">
            <a:solidFill>
              <a:srgbClr val="862286"/>
            </a:solidFill>
          </a:ln>
          <a:effectLst>
            <a:outerShdw blurRad="508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none" rtlCol="0" anchor="ctr">
            <a:spAutoFit/>
          </a:bodyPr>
          <a:lstStyle/>
          <a:p>
            <a:pPr algn="ctr"/>
            <a:r>
              <a:rPr lang="en-US">
                <a:solidFill>
                  <a:srgbClr val="962696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Calibri" panose="020F0502020204030204" pitchFamily="34" charset="0"/>
              </a:rPr>
              <a:t>Label Graph</a:t>
            </a:r>
            <a:endParaRPr lang="en-US">
              <a:solidFill>
                <a:srgbClr val="962696"/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cxnSp>
        <p:nvCxnSpPr>
          <p:cNvPr id="82" name="Straight Arrow Connector 81">
            <a:extLst>
              <a:ext uri="{FF2B5EF4-FFF2-40B4-BE49-F238E27FC236}">
                <a16:creationId xmlns:a16="http://schemas.microsoft.com/office/drawing/2014/main" id="{A416635B-1918-4517-9A5C-502C0322A6B5}"/>
              </a:ext>
            </a:extLst>
          </p:cNvPr>
          <p:cNvCxnSpPr>
            <a:cxnSpLocks/>
          </p:cNvCxnSpPr>
          <p:nvPr/>
        </p:nvCxnSpPr>
        <p:spPr>
          <a:xfrm>
            <a:off x="4828032" y="4132189"/>
            <a:ext cx="334420" cy="0"/>
          </a:xfrm>
          <a:prstGeom prst="straightConnector1">
            <a:avLst/>
          </a:prstGeom>
          <a:noFill/>
          <a:ln w="50800" cap="flat" cmpd="sng" algn="ctr">
            <a:solidFill>
              <a:srgbClr val="657B83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cxnSp>
      <p:cxnSp>
        <p:nvCxnSpPr>
          <p:cNvPr id="83" name="Straight Arrow Connector 82">
            <a:extLst>
              <a:ext uri="{FF2B5EF4-FFF2-40B4-BE49-F238E27FC236}">
                <a16:creationId xmlns:a16="http://schemas.microsoft.com/office/drawing/2014/main" id="{9546FCE3-0A32-4E30-92C5-9CEA2B154F5A}"/>
              </a:ext>
            </a:extLst>
          </p:cNvPr>
          <p:cNvCxnSpPr>
            <a:cxnSpLocks/>
          </p:cNvCxnSpPr>
          <p:nvPr/>
        </p:nvCxnSpPr>
        <p:spPr>
          <a:xfrm>
            <a:off x="5162452" y="2134143"/>
            <a:ext cx="360524" cy="0"/>
          </a:xfrm>
          <a:prstGeom prst="straightConnector1">
            <a:avLst/>
          </a:prstGeom>
          <a:noFill/>
          <a:ln w="50800" cap="flat" cmpd="sng" algn="ctr">
            <a:solidFill>
              <a:srgbClr val="657B83"/>
            </a:solidFill>
            <a:prstDash val="solid"/>
            <a:round/>
            <a:headEnd type="none" w="med" len="med"/>
            <a:tailEnd type="stealth" w="med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cxnSp>
      <p:cxnSp>
        <p:nvCxnSpPr>
          <p:cNvPr id="84" name="Straight Arrow Connector 83">
            <a:extLst>
              <a:ext uri="{FF2B5EF4-FFF2-40B4-BE49-F238E27FC236}">
                <a16:creationId xmlns:a16="http://schemas.microsoft.com/office/drawing/2014/main" id="{034BC7FF-41A1-4202-A4C3-5F9D14C01F5B}"/>
              </a:ext>
            </a:extLst>
          </p:cNvPr>
          <p:cNvCxnSpPr>
            <a:cxnSpLocks/>
          </p:cNvCxnSpPr>
          <p:nvPr/>
        </p:nvCxnSpPr>
        <p:spPr>
          <a:xfrm>
            <a:off x="5162452" y="3134149"/>
            <a:ext cx="360524" cy="0"/>
          </a:xfrm>
          <a:prstGeom prst="straightConnector1">
            <a:avLst/>
          </a:prstGeom>
          <a:noFill/>
          <a:ln w="50800" cap="flat" cmpd="sng" algn="ctr">
            <a:solidFill>
              <a:srgbClr val="657B83"/>
            </a:solidFill>
            <a:prstDash val="solid"/>
            <a:round/>
            <a:headEnd type="none" w="med" len="med"/>
            <a:tailEnd type="stealth" w="med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cxnSp>
      <p:cxnSp>
        <p:nvCxnSpPr>
          <p:cNvPr id="85" name="Straight Arrow Connector 84">
            <a:extLst>
              <a:ext uri="{FF2B5EF4-FFF2-40B4-BE49-F238E27FC236}">
                <a16:creationId xmlns:a16="http://schemas.microsoft.com/office/drawing/2014/main" id="{581ECCC5-1269-4548-A4AB-3C84860CCED6}"/>
              </a:ext>
            </a:extLst>
          </p:cNvPr>
          <p:cNvCxnSpPr>
            <a:cxnSpLocks/>
          </p:cNvCxnSpPr>
          <p:nvPr/>
        </p:nvCxnSpPr>
        <p:spPr>
          <a:xfrm flipV="1">
            <a:off x="5162452" y="4132189"/>
            <a:ext cx="360524" cy="1516"/>
          </a:xfrm>
          <a:prstGeom prst="straightConnector1">
            <a:avLst/>
          </a:prstGeom>
          <a:noFill/>
          <a:ln w="50800" cap="flat" cmpd="sng" algn="ctr">
            <a:solidFill>
              <a:srgbClr val="657B83"/>
            </a:solidFill>
            <a:prstDash val="solid"/>
            <a:round/>
            <a:headEnd type="none" w="med" len="med"/>
            <a:tailEnd type="stealth" w="med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cxnSp>
      <p:cxnSp>
        <p:nvCxnSpPr>
          <p:cNvPr id="86" name="Straight Arrow Connector 85">
            <a:extLst>
              <a:ext uri="{FF2B5EF4-FFF2-40B4-BE49-F238E27FC236}">
                <a16:creationId xmlns:a16="http://schemas.microsoft.com/office/drawing/2014/main" id="{7714AE3D-B2A8-4F6B-91DA-79499A7855FA}"/>
              </a:ext>
            </a:extLst>
          </p:cNvPr>
          <p:cNvCxnSpPr>
            <a:cxnSpLocks/>
          </p:cNvCxnSpPr>
          <p:nvPr/>
        </p:nvCxnSpPr>
        <p:spPr>
          <a:xfrm>
            <a:off x="5162452" y="5133261"/>
            <a:ext cx="360524" cy="5206"/>
          </a:xfrm>
          <a:prstGeom prst="straightConnector1">
            <a:avLst/>
          </a:prstGeom>
          <a:noFill/>
          <a:ln w="50800" cap="flat" cmpd="sng" algn="ctr">
            <a:solidFill>
              <a:srgbClr val="657B83"/>
            </a:solidFill>
            <a:prstDash val="solid"/>
            <a:round/>
            <a:headEnd type="none" w="med" len="med"/>
            <a:tailEnd type="stealth" w="med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cxnSp>
      <p:cxnSp>
        <p:nvCxnSpPr>
          <p:cNvPr id="87" name="Straight Arrow Connector 86">
            <a:extLst>
              <a:ext uri="{FF2B5EF4-FFF2-40B4-BE49-F238E27FC236}">
                <a16:creationId xmlns:a16="http://schemas.microsoft.com/office/drawing/2014/main" id="{C401F911-034B-438C-9AAC-962CC694D1D2}"/>
              </a:ext>
            </a:extLst>
          </p:cNvPr>
          <p:cNvCxnSpPr>
            <a:cxnSpLocks/>
          </p:cNvCxnSpPr>
          <p:nvPr/>
        </p:nvCxnSpPr>
        <p:spPr>
          <a:xfrm>
            <a:off x="5162452" y="6132818"/>
            <a:ext cx="360524" cy="0"/>
          </a:xfrm>
          <a:prstGeom prst="straightConnector1">
            <a:avLst/>
          </a:prstGeom>
          <a:noFill/>
          <a:ln w="50800" cap="flat" cmpd="sng" algn="ctr">
            <a:solidFill>
              <a:srgbClr val="657B83"/>
            </a:solidFill>
            <a:prstDash val="solid"/>
            <a:round/>
            <a:headEnd type="none" w="med" len="med"/>
            <a:tailEnd type="stealth" w="med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cxnSp>
      <p:cxnSp>
        <p:nvCxnSpPr>
          <p:cNvPr id="88" name="Straight Arrow Connector 87">
            <a:extLst>
              <a:ext uri="{FF2B5EF4-FFF2-40B4-BE49-F238E27FC236}">
                <a16:creationId xmlns:a16="http://schemas.microsoft.com/office/drawing/2014/main" id="{F8B16CE0-E491-4CE9-BCB8-5D8E11360680}"/>
              </a:ext>
            </a:extLst>
          </p:cNvPr>
          <p:cNvCxnSpPr>
            <a:cxnSpLocks/>
          </p:cNvCxnSpPr>
          <p:nvPr/>
        </p:nvCxnSpPr>
        <p:spPr>
          <a:xfrm>
            <a:off x="5143874" y="2107888"/>
            <a:ext cx="18578" cy="4052372"/>
          </a:xfrm>
          <a:prstGeom prst="straightConnector1">
            <a:avLst/>
          </a:prstGeom>
          <a:noFill/>
          <a:ln w="50800" cap="flat" cmpd="sng" algn="ctr">
            <a:solidFill>
              <a:srgbClr val="657B83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cxnSp>
      <p:sp>
        <p:nvSpPr>
          <p:cNvPr id="94" name="Rectangle: Rounded Corners 93">
            <a:extLst>
              <a:ext uri="{FF2B5EF4-FFF2-40B4-BE49-F238E27FC236}">
                <a16:creationId xmlns:a16="http://schemas.microsoft.com/office/drawing/2014/main" id="{9163BB35-FD18-483E-8096-18D5493055BA}"/>
              </a:ext>
            </a:extLst>
          </p:cNvPr>
          <p:cNvSpPr/>
          <p:nvPr/>
        </p:nvSpPr>
        <p:spPr>
          <a:xfrm>
            <a:off x="4828032" y="1374408"/>
            <a:ext cx="2743059" cy="387191"/>
          </a:xfrm>
          <a:prstGeom prst="roundRect">
            <a:avLst>
              <a:gd name="adj" fmla="val 9098"/>
            </a:avLst>
          </a:prstGeom>
          <a:solidFill>
            <a:srgbClr val="FAFAFF"/>
          </a:solidFill>
          <a:ln w="19050">
            <a:solidFill>
              <a:srgbClr val="862286"/>
            </a:solidFill>
          </a:ln>
          <a:effectLst>
            <a:outerShdw blurRad="508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none" rtlCol="0" anchor="ctr">
            <a:spAutoFit/>
          </a:bodyPr>
          <a:lstStyle/>
          <a:p>
            <a:pPr algn="ctr"/>
            <a:r>
              <a:rPr lang="en-US">
                <a:solidFill>
                  <a:srgbClr val="962696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Calibri" panose="020F0502020204030204" pitchFamily="34" charset="0"/>
              </a:rPr>
              <a:t>Query Equivalence Classes</a:t>
            </a:r>
            <a:endParaRPr lang="en-US">
              <a:solidFill>
                <a:srgbClr val="962696"/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078489DA-E89F-4953-8B62-61BFD1B93197}"/>
                  </a:ext>
                </a:extLst>
              </p:cNvPr>
              <p:cNvSpPr txBox="1"/>
              <p:nvPr/>
            </p:nvSpPr>
            <p:spPr>
              <a:xfrm>
                <a:off x="5580008" y="1984628"/>
                <a:ext cx="2046088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en-US" b="0" i="1" smtClean="0">
                              <a:solidFill>
                                <a:srgbClr val="808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rgbClr val="808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rgbClr val="808000"/>
                                  </a:solidFill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rgbClr val="808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b="0" i="1" smtClean="0">
                              <a:solidFill>
                                <a:srgbClr val="808000"/>
                              </a:solidFill>
                              <a:latin typeface="Cambria Math" panose="02040503050406030204" pitchFamily="18" charset="0"/>
                            </a:rPr>
                            <m:t>, </m:t>
                          </m:r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rgbClr val="808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rgbClr val="808000"/>
                                  </a:solidFill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rgbClr val="808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b="0" i="1" smtClean="0">
                              <a:solidFill>
                                <a:srgbClr val="808000"/>
                              </a:solidFill>
                              <a:latin typeface="Cambria Math" panose="02040503050406030204" pitchFamily="18" charset="0"/>
                            </a:rPr>
                            <m:t>, </m:t>
                          </m:r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rgbClr val="808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rgbClr val="808000"/>
                                  </a:solidFill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rgbClr val="808000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en-US" b="0" i="1" smtClean="0">
                              <a:solidFill>
                                <a:srgbClr val="808000"/>
                              </a:solidFill>
                              <a:latin typeface="Cambria Math" panose="02040503050406030204" pitchFamily="18" charset="0"/>
                            </a:rPr>
                            <m:t>,…</m:t>
                          </m:r>
                        </m:e>
                      </m:d>
                      <m:r>
                        <a:rPr lang="en-US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≡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>
                  <a:solidFill>
                    <a:srgbClr val="808000"/>
                  </a:solidFill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078489DA-E89F-4953-8B62-61BFD1B931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80008" y="1984628"/>
                <a:ext cx="2046088" cy="276999"/>
              </a:xfrm>
              <a:prstGeom prst="rect">
                <a:avLst/>
              </a:prstGeom>
              <a:blipFill>
                <a:blip r:embed="rId5"/>
                <a:stretch>
                  <a:fillRect b="-288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A3D655C-CEEE-4739-8A43-1C9DDA906DA9}"/>
                  </a:ext>
                </a:extLst>
              </p:cNvPr>
              <p:cNvSpPr txBox="1"/>
              <p:nvPr/>
            </p:nvSpPr>
            <p:spPr>
              <a:xfrm>
                <a:off x="5601020" y="3973929"/>
                <a:ext cx="207242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en-US" b="0" i="1" smtClean="0">
                              <a:solidFill>
                                <a:srgbClr val="808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rgbClr val="808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rgbClr val="808000"/>
                                  </a:solidFill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rgbClr val="808000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sub>
                          </m:sSub>
                          <m:r>
                            <a:rPr lang="en-US" b="0" i="1" smtClean="0">
                              <a:solidFill>
                                <a:srgbClr val="808000"/>
                              </a:solidFill>
                              <a:latin typeface="Cambria Math" panose="02040503050406030204" pitchFamily="18" charset="0"/>
                            </a:rPr>
                            <m:t>, </m:t>
                          </m:r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rgbClr val="808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rgbClr val="808000"/>
                                  </a:solidFill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rgbClr val="808000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sub>
                          </m:sSub>
                          <m:r>
                            <a:rPr lang="en-US" b="0" i="1" smtClean="0">
                              <a:solidFill>
                                <a:srgbClr val="808000"/>
                              </a:solidFill>
                              <a:latin typeface="Cambria Math" panose="02040503050406030204" pitchFamily="18" charset="0"/>
                            </a:rPr>
                            <m:t>, </m:t>
                          </m:r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rgbClr val="808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rgbClr val="808000"/>
                                  </a:solidFill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rgbClr val="808000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sub>
                          </m:sSub>
                          <m:r>
                            <a:rPr lang="en-US" b="0" i="1" smtClean="0">
                              <a:solidFill>
                                <a:srgbClr val="808000"/>
                              </a:solidFill>
                              <a:latin typeface="Cambria Math" panose="02040503050406030204" pitchFamily="18" charset="0"/>
                            </a:rPr>
                            <m:t>,…</m:t>
                          </m:r>
                        </m:e>
                      </m:d>
                      <m:r>
                        <a:rPr lang="en-US" b="0" i="1" smtClean="0">
                          <a:solidFill>
                            <a:srgbClr val="808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≡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>
                  <a:solidFill>
                    <a:srgbClr val="808000"/>
                  </a:solidFill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A3D655C-CEEE-4739-8A43-1C9DDA906D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01020" y="3973929"/>
                <a:ext cx="2072426" cy="276999"/>
              </a:xfrm>
              <a:prstGeom prst="rect">
                <a:avLst/>
              </a:prstGeom>
              <a:blipFill>
                <a:blip r:embed="rId6"/>
                <a:stretch>
                  <a:fillRect r="-294" b="-288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3FBCB042-5ECB-4CA0-B249-A71F6F61F765}"/>
                  </a:ext>
                </a:extLst>
              </p:cNvPr>
              <p:cNvSpPr txBox="1"/>
              <p:nvPr/>
            </p:nvSpPr>
            <p:spPr>
              <a:xfrm>
                <a:off x="5602141" y="4944945"/>
                <a:ext cx="1146788" cy="31803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en-US" b="0" i="1" smtClean="0">
                              <a:solidFill>
                                <a:srgbClr val="808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rgbClr val="808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rgbClr val="808000"/>
                                  </a:solidFill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rgbClr val="808000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solidFill>
                            <a:srgbClr val="808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≡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>
                  <a:solidFill>
                    <a:srgbClr val="808000"/>
                  </a:solidFill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3FBCB042-5ECB-4CA0-B249-A71F6F61F7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02141" y="4944945"/>
                <a:ext cx="1146788" cy="318036"/>
              </a:xfrm>
              <a:prstGeom prst="rect">
                <a:avLst/>
              </a:prstGeom>
              <a:blipFill>
                <a:blip r:embed="rId7"/>
                <a:stretch>
                  <a:fillRect r="-1064" b="-1923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42D76F13-30AB-4A04-9E33-0856158FB542}"/>
                  </a:ext>
                </a:extLst>
              </p:cNvPr>
              <p:cNvSpPr txBox="1"/>
              <p:nvPr/>
            </p:nvSpPr>
            <p:spPr>
              <a:xfrm>
                <a:off x="5599587" y="2989256"/>
                <a:ext cx="1087862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en-US" b="0" i="1" smtClean="0">
                              <a:solidFill>
                                <a:srgbClr val="808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rgbClr val="808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rgbClr val="808000"/>
                                  </a:solidFill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rgbClr val="808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≡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>
                  <a:solidFill>
                    <a:srgbClr val="808000"/>
                  </a:solidFill>
                </a:endParaRPr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42D76F13-30AB-4A04-9E33-0856158FB5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99587" y="2989256"/>
                <a:ext cx="1087862" cy="276999"/>
              </a:xfrm>
              <a:prstGeom prst="rect">
                <a:avLst/>
              </a:prstGeom>
              <a:blipFill>
                <a:blip r:embed="rId8"/>
                <a:stretch>
                  <a:fillRect r="-1124" b="-260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6E474204-FBFB-429B-B931-312D3E1983D8}"/>
                  </a:ext>
                </a:extLst>
              </p:cNvPr>
              <p:cNvSpPr txBox="1"/>
              <p:nvPr/>
            </p:nvSpPr>
            <p:spPr>
              <a:xfrm>
                <a:off x="5595068" y="5960316"/>
                <a:ext cx="1155766" cy="32085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en-US" b="0" i="1" smtClean="0">
                              <a:solidFill>
                                <a:srgbClr val="808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rgbClr val="808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rgbClr val="808000"/>
                                  </a:solidFill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rgbClr val="808000"/>
                                  </a:solidFill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solidFill>
                            <a:srgbClr val="808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≡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</m:oMath>
                  </m:oMathPara>
                </a14:m>
                <a:endParaRPr lang="en-US">
                  <a:solidFill>
                    <a:srgbClr val="808000"/>
                  </a:solidFill>
                </a:endParaRPr>
              </a:p>
            </p:txBody>
          </p:sp>
        </mc:Choice>
        <mc:Fallback xmlns="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6E474204-FBFB-429B-B931-312D3E1983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95068" y="5960316"/>
                <a:ext cx="1155766" cy="320857"/>
              </a:xfrm>
              <a:prstGeom prst="rect">
                <a:avLst/>
              </a:prstGeom>
              <a:blipFill>
                <a:blip r:embed="rId9"/>
                <a:stretch>
                  <a:fillRect r="-1587" b="-2692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0" name="Group 49">
            <a:extLst>
              <a:ext uri="{FF2B5EF4-FFF2-40B4-BE49-F238E27FC236}">
                <a16:creationId xmlns:a16="http://schemas.microsoft.com/office/drawing/2014/main" id="{8149B8F6-82B2-4690-B5EA-D564ECA48345}"/>
              </a:ext>
            </a:extLst>
          </p:cNvPr>
          <p:cNvGrpSpPr/>
          <p:nvPr/>
        </p:nvGrpSpPr>
        <p:grpSpPr>
          <a:xfrm>
            <a:off x="8213759" y="4669100"/>
            <a:ext cx="1771999" cy="895102"/>
            <a:chOff x="8746131" y="1589479"/>
            <a:chExt cx="1771999" cy="895102"/>
          </a:xfrm>
          <a:solidFill>
            <a:srgbClr val="29758C"/>
          </a:solidFill>
        </p:grpSpPr>
        <p:sp>
          <p:nvSpPr>
            <p:cNvPr id="3" name="Rectangle: Rounded Corners 2">
              <a:extLst>
                <a:ext uri="{FF2B5EF4-FFF2-40B4-BE49-F238E27FC236}">
                  <a16:creationId xmlns:a16="http://schemas.microsoft.com/office/drawing/2014/main" id="{7890DF49-C8EF-4B7A-AE9B-B9CC7A568B76}"/>
                </a:ext>
              </a:extLst>
            </p:cNvPr>
            <p:cNvSpPr/>
            <p:nvPr/>
          </p:nvSpPr>
          <p:spPr>
            <a:xfrm>
              <a:off x="8746131" y="2011047"/>
              <a:ext cx="426591" cy="274320"/>
            </a:xfrm>
            <a:prstGeom prst="roundRect">
              <a:avLst>
                <a:gd name="adj" fmla="val 5554"/>
              </a:avLst>
            </a:prstGeom>
            <a:grpFill/>
            <a:ln>
              <a:noFill/>
            </a:ln>
            <a:effectLst>
              <a:outerShdw blurRad="50800" dist="254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spAutoFit/>
            </a:bodyPr>
            <a:lstStyle/>
            <a:p>
              <a:pPr algn="ctr"/>
              <a:r>
                <a:rPr lang="en-US" b="1">
                  <a:solidFill>
                    <a:schemeClr val="bg1"/>
                  </a:solidFill>
                  <a:latin typeface="Noto Mono" panose="020B0609030804020204" pitchFamily="49" charset="0"/>
                  <a:ea typeface="Noto Mono" panose="020B0609030804020204" pitchFamily="49" charset="0"/>
                  <a:cs typeface="Noto Mono" panose="020B0609030804020204" pitchFamily="49" charset="0"/>
                </a:rPr>
                <a:t> </a:t>
              </a:r>
            </a:p>
          </p:txBody>
        </p:sp>
        <p:sp>
          <p:nvSpPr>
            <p:cNvPr id="40" name="Rectangle: Rounded Corners 39">
              <a:extLst>
                <a:ext uri="{FF2B5EF4-FFF2-40B4-BE49-F238E27FC236}">
                  <a16:creationId xmlns:a16="http://schemas.microsoft.com/office/drawing/2014/main" id="{5BAA853B-4B55-4770-9053-4337185763AB}"/>
                </a:ext>
              </a:extLst>
            </p:cNvPr>
            <p:cNvSpPr/>
            <p:nvPr/>
          </p:nvSpPr>
          <p:spPr>
            <a:xfrm>
              <a:off x="9411021" y="1823445"/>
              <a:ext cx="426591" cy="274320"/>
            </a:xfrm>
            <a:prstGeom prst="roundRect">
              <a:avLst>
                <a:gd name="adj" fmla="val 5554"/>
              </a:avLst>
            </a:prstGeom>
            <a:grpFill/>
            <a:ln>
              <a:noFill/>
            </a:ln>
            <a:effectLst>
              <a:outerShdw blurRad="50800" dist="254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spAutoFit/>
            </a:bodyPr>
            <a:lstStyle/>
            <a:p>
              <a:pPr algn="ctr"/>
              <a:r>
                <a:rPr lang="en-US" b="1">
                  <a:solidFill>
                    <a:schemeClr val="bg1"/>
                  </a:solidFill>
                  <a:latin typeface="Noto Mono" panose="020B0609030804020204" pitchFamily="49" charset="0"/>
                  <a:ea typeface="Noto Mono" panose="020B0609030804020204" pitchFamily="49" charset="0"/>
                  <a:cs typeface="Noto Mono" panose="020B0609030804020204" pitchFamily="49" charset="0"/>
                </a:rPr>
                <a:t> </a:t>
              </a:r>
            </a:p>
          </p:txBody>
        </p:sp>
        <p:sp>
          <p:nvSpPr>
            <p:cNvPr id="42" name="Rectangle: Rounded Corners 41">
              <a:extLst>
                <a:ext uri="{FF2B5EF4-FFF2-40B4-BE49-F238E27FC236}">
                  <a16:creationId xmlns:a16="http://schemas.microsoft.com/office/drawing/2014/main" id="{D0587A69-47B7-438F-BFC9-7067566EC626}"/>
                </a:ext>
              </a:extLst>
            </p:cNvPr>
            <p:cNvSpPr/>
            <p:nvPr/>
          </p:nvSpPr>
          <p:spPr>
            <a:xfrm>
              <a:off x="9411021" y="2210261"/>
              <a:ext cx="426591" cy="274320"/>
            </a:xfrm>
            <a:prstGeom prst="roundRect">
              <a:avLst>
                <a:gd name="adj" fmla="val 5554"/>
              </a:avLst>
            </a:prstGeom>
            <a:grpFill/>
            <a:ln>
              <a:noFill/>
            </a:ln>
            <a:effectLst>
              <a:outerShdw blurRad="50800" dist="254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spAutoFit/>
            </a:bodyPr>
            <a:lstStyle/>
            <a:p>
              <a:pPr algn="ctr"/>
              <a:r>
                <a:rPr lang="en-US" b="1">
                  <a:solidFill>
                    <a:schemeClr val="bg1"/>
                  </a:solidFill>
                  <a:latin typeface="Noto Mono" panose="020B0609030804020204" pitchFamily="49" charset="0"/>
                  <a:ea typeface="Noto Mono" panose="020B0609030804020204" pitchFamily="49" charset="0"/>
                  <a:cs typeface="Noto Mono" panose="020B0609030804020204" pitchFamily="49" charset="0"/>
                </a:rPr>
                <a:t> </a:t>
              </a:r>
            </a:p>
          </p:txBody>
        </p:sp>
        <p:cxnSp>
          <p:nvCxnSpPr>
            <p:cNvPr id="250" name="Straight Arrow Connector 249">
              <a:extLst>
                <a:ext uri="{FF2B5EF4-FFF2-40B4-BE49-F238E27FC236}">
                  <a16:creationId xmlns:a16="http://schemas.microsoft.com/office/drawing/2014/main" id="{DD7233ED-6273-4CA9-AE26-CD7219619222}"/>
                </a:ext>
              </a:extLst>
            </p:cNvPr>
            <p:cNvCxnSpPr>
              <a:cxnSpLocks/>
              <a:stCxn id="3" idx="3"/>
              <a:endCxn id="40" idx="1"/>
            </p:cNvCxnSpPr>
            <p:nvPr/>
          </p:nvCxnSpPr>
          <p:spPr>
            <a:xfrm flipV="1">
              <a:off x="9172722" y="1960605"/>
              <a:ext cx="238299" cy="187602"/>
            </a:xfrm>
            <a:prstGeom prst="straightConnector1">
              <a:avLst/>
            </a:prstGeom>
            <a:grpFill/>
            <a:ln w="19050">
              <a:solidFill>
                <a:srgbClr val="546970"/>
              </a:solidFill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253" name="Straight Arrow Connector 252">
              <a:extLst>
                <a:ext uri="{FF2B5EF4-FFF2-40B4-BE49-F238E27FC236}">
                  <a16:creationId xmlns:a16="http://schemas.microsoft.com/office/drawing/2014/main" id="{B2420860-7B45-4A5D-A9B8-556568D6B0ED}"/>
                </a:ext>
              </a:extLst>
            </p:cNvPr>
            <p:cNvCxnSpPr>
              <a:cxnSpLocks/>
              <a:stCxn id="3" idx="3"/>
              <a:endCxn id="42" idx="1"/>
            </p:cNvCxnSpPr>
            <p:nvPr/>
          </p:nvCxnSpPr>
          <p:spPr>
            <a:xfrm>
              <a:off x="9172722" y="2148207"/>
              <a:ext cx="238299" cy="199214"/>
            </a:xfrm>
            <a:prstGeom prst="straightConnector1">
              <a:avLst/>
            </a:prstGeom>
            <a:grpFill/>
            <a:ln w="19050">
              <a:solidFill>
                <a:srgbClr val="546970"/>
              </a:solidFill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256" name="Straight Arrow Connector 255">
              <a:extLst>
                <a:ext uri="{FF2B5EF4-FFF2-40B4-BE49-F238E27FC236}">
                  <a16:creationId xmlns:a16="http://schemas.microsoft.com/office/drawing/2014/main" id="{1C6D8DC3-5C4B-4982-A16D-090ADD87C7AA}"/>
                </a:ext>
              </a:extLst>
            </p:cNvPr>
            <p:cNvCxnSpPr>
              <a:cxnSpLocks/>
              <a:stCxn id="40" idx="3"/>
              <a:endCxn id="305" idx="1"/>
            </p:cNvCxnSpPr>
            <p:nvPr/>
          </p:nvCxnSpPr>
          <p:spPr>
            <a:xfrm flipV="1">
              <a:off x="9837612" y="1726639"/>
              <a:ext cx="253927" cy="233966"/>
            </a:xfrm>
            <a:prstGeom prst="straightConnector1">
              <a:avLst/>
            </a:prstGeom>
            <a:grpFill/>
            <a:ln w="19050">
              <a:solidFill>
                <a:srgbClr val="546970"/>
              </a:solidFill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305" name="Rectangle: Rounded Corners 304">
              <a:extLst>
                <a:ext uri="{FF2B5EF4-FFF2-40B4-BE49-F238E27FC236}">
                  <a16:creationId xmlns:a16="http://schemas.microsoft.com/office/drawing/2014/main" id="{071A063C-575E-4099-BF40-B77CC1EB5D6E}"/>
                </a:ext>
              </a:extLst>
            </p:cNvPr>
            <p:cNvSpPr/>
            <p:nvPr/>
          </p:nvSpPr>
          <p:spPr>
            <a:xfrm>
              <a:off x="10091539" y="1589479"/>
              <a:ext cx="426591" cy="274320"/>
            </a:xfrm>
            <a:prstGeom prst="roundRect">
              <a:avLst>
                <a:gd name="adj" fmla="val 5554"/>
              </a:avLst>
            </a:prstGeom>
            <a:grpFill/>
            <a:ln>
              <a:noFill/>
            </a:ln>
            <a:effectLst>
              <a:outerShdw blurRad="50800" dist="254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spAutoFit/>
            </a:bodyPr>
            <a:lstStyle/>
            <a:p>
              <a:pPr algn="ctr"/>
              <a:r>
                <a:rPr lang="en-US" b="1">
                  <a:solidFill>
                    <a:schemeClr val="bg1"/>
                  </a:solidFill>
                  <a:latin typeface="Noto Mono" panose="020B0609030804020204" pitchFamily="49" charset="0"/>
                  <a:ea typeface="Noto Mono" panose="020B0609030804020204" pitchFamily="49" charset="0"/>
                  <a:cs typeface="Noto Mono" panose="020B0609030804020204" pitchFamily="49" charset="0"/>
                </a:rPr>
                <a:t> </a:t>
              </a:r>
            </a:p>
          </p:txBody>
        </p:sp>
        <p:sp>
          <p:nvSpPr>
            <p:cNvPr id="306" name="Rectangle: Rounded Corners 305">
              <a:extLst>
                <a:ext uri="{FF2B5EF4-FFF2-40B4-BE49-F238E27FC236}">
                  <a16:creationId xmlns:a16="http://schemas.microsoft.com/office/drawing/2014/main" id="{960BCCDA-80FB-4DA9-9D9E-6310CCF00D15}"/>
                </a:ext>
              </a:extLst>
            </p:cNvPr>
            <p:cNvSpPr/>
            <p:nvPr/>
          </p:nvSpPr>
          <p:spPr>
            <a:xfrm>
              <a:off x="10091539" y="2037255"/>
              <a:ext cx="426591" cy="274320"/>
            </a:xfrm>
            <a:prstGeom prst="roundRect">
              <a:avLst>
                <a:gd name="adj" fmla="val 5554"/>
              </a:avLst>
            </a:prstGeom>
            <a:grpFill/>
            <a:ln>
              <a:noFill/>
            </a:ln>
            <a:effectLst>
              <a:outerShdw blurRad="50800" dist="254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spAutoFit/>
            </a:bodyPr>
            <a:lstStyle/>
            <a:p>
              <a:pPr algn="ctr"/>
              <a:r>
                <a:rPr lang="en-US" b="1">
                  <a:solidFill>
                    <a:schemeClr val="bg1"/>
                  </a:solidFill>
                  <a:latin typeface="Noto Mono" panose="020B0609030804020204" pitchFamily="49" charset="0"/>
                  <a:ea typeface="Noto Mono" panose="020B0609030804020204" pitchFamily="49" charset="0"/>
                  <a:cs typeface="Noto Mono" panose="020B0609030804020204" pitchFamily="49" charset="0"/>
                </a:rPr>
                <a:t> </a:t>
              </a:r>
            </a:p>
          </p:txBody>
        </p:sp>
        <p:cxnSp>
          <p:nvCxnSpPr>
            <p:cNvPr id="308" name="Straight Arrow Connector 307">
              <a:extLst>
                <a:ext uri="{FF2B5EF4-FFF2-40B4-BE49-F238E27FC236}">
                  <a16:creationId xmlns:a16="http://schemas.microsoft.com/office/drawing/2014/main" id="{BB323E00-5980-470D-88E2-3A97CD1ACCA6}"/>
                </a:ext>
              </a:extLst>
            </p:cNvPr>
            <p:cNvCxnSpPr>
              <a:cxnSpLocks/>
              <a:stCxn id="40" idx="3"/>
              <a:endCxn id="306" idx="1"/>
            </p:cNvCxnSpPr>
            <p:nvPr/>
          </p:nvCxnSpPr>
          <p:spPr>
            <a:xfrm>
              <a:off x="9837612" y="1960605"/>
              <a:ext cx="253927" cy="213810"/>
            </a:xfrm>
            <a:prstGeom prst="straightConnector1">
              <a:avLst/>
            </a:prstGeom>
            <a:grpFill/>
            <a:ln w="19050">
              <a:solidFill>
                <a:srgbClr val="546970"/>
              </a:solidFill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341" name="Group 340">
            <a:extLst>
              <a:ext uri="{FF2B5EF4-FFF2-40B4-BE49-F238E27FC236}">
                <a16:creationId xmlns:a16="http://schemas.microsoft.com/office/drawing/2014/main" id="{BB63FB87-D8CB-4480-AE02-4ADB6857831F}"/>
              </a:ext>
            </a:extLst>
          </p:cNvPr>
          <p:cNvGrpSpPr/>
          <p:nvPr/>
        </p:nvGrpSpPr>
        <p:grpSpPr>
          <a:xfrm>
            <a:off x="8221379" y="1897179"/>
            <a:ext cx="1771999" cy="661136"/>
            <a:chOff x="8746131" y="1823445"/>
            <a:chExt cx="1771999" cy="661136"/>
          </a:xfrm>
          <a:solidFill>
            <a:srgbClr val="29758C"/>
          </a:solidFill>
        </p:grpSpPr>
        <p:sp>
          <p:nvSpPr>
            <p:cNvPr id="342" name="Rectangle: Rounded Corners 341">
              <a:extLst>
                <a:ext uri="{FF2B5EF4-FFF2-40B4-BE49-F238E27FC236}">
                  <a16:creationId xmlns:a16="http://schemas.microsoft.com/office/drawing/2014/main" id="{F042CBCA-65C4-4E57-B512-A940059014D5}"/>
                </a:ext>
              </a:extLst>
            </p:cNvPr>
            <p:cNvSpPr/>
            <p:nvPr/>
          </p:nvSpPr>
          <p:spPr>
            <a:xfrm>
              <a:off x="8746131" y="2011047"/>
              <a:ext cx="426591" cy="274320"/>
            </a:xfrm>
            <a:prstGeom prst="roundRect">
              <a:avLst>
                <a:gd name="adj" fmla="val 5554"/>
              </a:avLst>
            </a:prstGeom>
            <a:grpFill/>
            <a:ln>
              <a:noFill/>
            </a:ln>
            <a:effectLst>
              <a:outerShdw blurRad="50800" dist="254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spAutoFit/>
            </a:bodyPr>
            <a:lstStyle/>
            <a:p>
              <a:pPr algn="ctr"/>
              <a:r>
                <a:rPr lang="en-US" b="1">
                  <a:solidFill>
                    <a:schemeClr val="bg1"/>
                  </a:solidFill>
                  <a:latin typeface="Noto Mono" panose="020B0609030804020204" pitchFamily="49" charset="0"/>
                  <a:ea typeface="Noto Mono" panose="020B0609030804020204" pitchFamily="49" charset="0"/>
                  <a:cs typeface="Noto Mono" panose="020B0609030804020204" pitchFamily="49" charset="0"/>
                </a:rPr>
                <a:t> </a:t>
              </a:r>
            </a:p>
          </p:txBody>
        </p:sp>
        <p:sp>
          <p:nvSpPr>
            <p:cNvPr id="343" name="Rectangle: Rounded Corners 342">
              <a:extLst>
                <a:ext uri="{FF2B5EF4-FFF2-40B4-BE49-F238E27FC236}">
                  <a16:creationId xmlns:a16="http://schemas.microsoft.com/office/drawing/2014/main" id="{FD10F81D-35DA-4DC2-ABB3-EE96CEEA525F}"/>
                </a:ext>
              </a:extLst>
            </p:cNvPr>
            <p:cNvSpPr/>
            <p:nvPr/>
          </p:nvSpPr>
          <p:spPr>
            <a:xfrm>
              <a:off x="9411021" y="1823445"/>
              <a:ext cx="426591" cy="274320"/>
            </a:xfrm>
            <a:prstGeom prst="roundRect">
              <a:avLst>
                <a:gd name="adj" fmla="val 5554"/>
              </a:avLst>
            </a:prstGeom>
            <a:grpFill/>
            <a:ln>
              <a:noFill/>
            </a:ln>
            <a:effectLst>
              <a:outerShdw blurRad="50800" dist="254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spAutoFit/>
            </a:bodyPr>
            <a:lstStyle/>
            <a:p>
              <a:pPr algn="ctr"/>
              <a:r>
                <a:rPr lang="en-US" b="1">
                  <a:solidFill>
                    <a:schemeClr val="bg1"/>
                  </a:solidFill>
                  <a:latin typeface="Noto Mono" panose="020B0609030804020204" pitchFamily="49" charset="0"/>
                  <a:ea typeface="Noto Mono" panose="020B0609030804020204" pitchFamily="49" charset="0"/>
                  <a:cs typeface="Noto Mono" panose="020B0609030804020204" pitchFamily="49" charset="0"/>
                </a:rPr>
                <a:t> </a:t>
              </a:r>
            </a:p>
          </p:txBody>
        </p:sp>
        <p:sp>
          <p:nvSpPr>
            <p:cNvPr id="344" name="Rectangle: Rounded Corners 343">
              <a:extLst>
                <a:ext uri="{FF2B5EF4-FFF2-40B4-BE49-F238E27FC236}">
                  <a16:creationId xmlns:a16="http://schemas.microsoft.com/office/drawing/2014/main" id="{18D8CAD5-255C-49A5-8D25-C38DBA12124F}"/>
                </a:ext>
              </a:extLst>
            </p:cNvPr>
            <p:cNvSpPr/>
            <p:nvPr/>
          </p:nvSpPr>
          <p:spPr>
            <a:xfrm>
              <a:off x="9411021" y="2210261"/>
              <a:ext cx="426591" cy="274320"/>
            </a:xfrm>
            <a:prstGeom prst="roundRect">
              <a:avLst>
                <a:gd name="adj" fmla="val 5554"/>
              </a:avLst>
            </a:prstGeom>
            <a:grpFill/>
            <a:ln>
              <a:noFill/>
            </a:ln>
            <a:effectLst>
              <a:outerShdw blurRad="50800" dist="254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spAutoFit/>
            </a:bodyPr>
            <a:lstStyle/>
            <a:p>
              <a:pPr algn="ctr"/>
              <a:r>
                <a:rPr lang="en-US" b="1">
                  <a:solidFill>
                    <a:schemeClr val="bg1"/>
                  </a:solidFill>
                  <a:latin typeface="Noto Mono" panose="020B0609030804020204" pitchFamily="49" charset="0"/>
                  <a:ea typeface="Noto Mono" panose="020B0609030804020204" pitchFamily="49" charset="0"/>
                  <a:cs typeface="Noto Mono" panose="020B0609030804020204" pitchFamily="49" charset="0"/>
                </a:rPr>
                <a:t> </a:t>
              </a:r>
            </a:p>
          </p:txBody>
        </p:sp>
        <p:cxnSp>
          <p:nvCxnSpPr>
            <p:cNvPr id="345" name="Straight Arrow Connector 344">
              <a:extLst>
                <a:ext uri="{FF2B5EF4-FFF2-40B4-BE49-F238E27FC236}">
                  <a16:creationId xmlns:a16="http://schemas.microsoft.com/office/drawing/2014/main" id="{C097EAF7-F400-4EF0-AD5D-C2231DD49D18}"/>
                </a:ext>
              </a:extLst>
            </p:cNvPr>
            <p:cNvCxnSpPr>
              <a:cxnSpLocks/>
              <a:stCxn id="342" idx="3"/>
              <a:endCxn id="343" idx="1"/>
            </p:cNvCxnSpPr>
            <p:nvPr/>
          </p:nvCxnSpPr>
          <p:spPr>
            <a:xfrm flipV="1">
              <a:off x="9172722" y="1960605"/>
              <a:ext cx="238299" cy="187602"/>
            </a:xfrm>
            <a:prstGeom prst="straightConnector1">
              <a:avLst/>
            </a:prstGeom>
            <a:grpFill/>
            <a:ln w="19050">
              <a:solidFill>
                <a:srgbClr val="546970"/>
              </a:solidFill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346" name="Straight Arrow Connector 345">
              <a:extLst>
                <a:ext uri="{FF2B5EF4-FFF2-40B4-BE49-F238E27FC236}">
                  <a16:creationId xmlns:a16="http://schemas.microsoft.com/office/drawing/2014/main" id="{BFFE9F16-E2C4-4DE3-B23E-8582D5E19BD4}"/>
                </a:ext>
              </a:extLst>
            </p:cNvPr>
            <p:cNvCxnSpPr>
              <a:cxnSpLocks/>
              <a:stCxn id="342" idx="3"/>
              <a:endCxn id="344" idx="1"/>
            </p:cNvCxnSpPr>
            <p:nvPr/>
          </p:nvCxnSpPr>
          <p:spPr>
            <a:xfrm>
              <a:off x="9172722" y="2148207"/>
              <a:ext cx="238299" cy="199214"/>
            </a:xfrm>
            <a:prstGeom prst="straightConnector1">
              <a:avLst/>
            </a:prstGeom>
            <a:grpFill/>
            <a:ln w="19050">
              <a:solidFill>
                <a:srgbClr val="546970"/>
              </a:solidFill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349" name="Rectangle: Rounded Corners 348">
              <a:extLst>
                <a:ext uri="{FF2B5EF4-FFF2-40B4-BE49-F238E27FC236}">
                  <a16:creationId xmlns:a16="http://schemas.microsoft.com/office/drawing/2014/main" id="{F93F6D7E-2844-47C4-B225-0A70329DB2DE}"/>
                </a:ext>
              </a:extLst>
            </p:cNvPr>
            <p:cNvSpPr/>
            <p:nvPr/>
          </p:nvSpPr>
          <p:spPr>
            <a:xfrm>
              <a:off x="10091539" y="2037255"/>
              <a:ext cx="426591" cy="274320"/>
            </a:xfrm>
            <a:prstGeom prst="roundRect">
              <a:avLst>
                <a:gd name="adj" fmla="val 5554"/>
              </a:avLst>
            </a:prstGeom>
            <a:grpFill/>
            <a:ln>
              <a:noFill/>
            </a:ln>
            <a:effectLst>
              <a:outerShdw blurRad="50800" dist="254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spAutoFit/>
            </a:bodyPr>
            <a:lstStyle/>
            <a:p>
              <a:pPr algn="ctr"/>
              <a:r>
                <a:rPr lang="en-US" b="1">
                  <a:solidFill>
                    <a:schemeClr val="bg1"/>
                  </a:solidFill>
                  <a:latin typeface="Noto Mono" panose="020B0609030804020204" pitchFamily="49" charset="0"/>
                  <a:ea typeface="Noto Mono" panose="020B0609030804020204" pitchFamily="49" charset="0"/>
                  <a:cs typeface="Noto Mono" panose="020B0609030804020204" pitchFamily="49" charset="0"/>
                </a:rPr>
                <a:t> </a:t>
              </a:r>
            </a:p>
          </p:txBody>
        </p:sp>
        <p:cxnSp>
          <p:nvCxnSpPr>
            <p:cNvPr id="350" name="Straight Arrow Connector 349">
              <a:extLst>
                <a:ext uri="{FF2B5EF4-FFF2-40B4-BE49-F238E27FC236}">
                  <a16:creationId xmlns:a16="http://schemas.microsoft.com/office/drawing/2014/main" id="{0CD6CF11-AE11-46CA-89CC-F6F838923A51}"/>
                </a:ext>
              </a:extLst>
            </p:cNvPr>
            <p:cNvCxnSpPr>
              <a:cxnSpLocks/>
              <a:stCxn id="344" idx="3"/>
              <a:endCxn id="349" idx="1"/>
            </p:cNvCxnSpPr>
            <p:nvPr/>
          </p:nvCxnSpPr>
          <p:spPr>
            <a:xfrm flipV="1">
              <a:off x="9837612" y="2174415"/>
              <a:ext cx="253927" cy="173006"/>
            </a:xfrm>
            <a:prstGeom prst="straightConnector1">
              <a:avLst/>
            </a:prstGeom>
            <a:grpFill/>
            <a:ln w="19050">
              <a:solidFill>
                <a:srgbClr val="546970"/>
              </a:solidFill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351" name="Straight Arrow Connector 350">
            <a:extLst>
              <a:ext uri="{FF2B5EF4-FFF2-40B4-BE49-F238E27FC236}">
                <a16:creationId xmlns:a16="http://schemas.microsoft.com/office/drawing/2014/main" id="{DEA6EA48-9DFA-40B7-9837-7F12A0E9D4B4}"/>
              </a:ext>
            </a:extLst>
          </p:cNvPr>
          <p:cNvCxnSpPr>
            <a:cxnSpLocks/>
            <a:stCxn id="343" idx="3"/>
            <a:endCxn id="349" idx="1"/>
          </p:cNvCxnSpPr>
          <p:nvPr/>
        </p:nvCxnSpPr>
        <p:spPr>
          <a:xfrm>
            <a:off x="9312860" y="2034339"/>
            <a:ext cx="253927" cy="213810"/>
          </a:xfrm>
          <a:prstGeom prst="straightConnector1">
            <a:avLst/>
          </a:prstGeom>
          <a:ln w="19050">
            <a:solidFill>
              <a:srgbClr val="546970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grpSp>
        <p:nvGrpSpPr>
          <p:cNvPr id="352" name="Group 351">
            <a:extLst>
              <a:ext uri="{FF2B5EF4-FFF2-40B4-BE49-F238E27FC236}">
                <a16:creationId xmlns:a16="http://schemas.microsoft.com/office/drawing/2014/main" id="{DB00C9B1-27CE-40F9-B740-8B463597C6A1}"/>
              </a:ext>
            </a:extLst>
          </p:cNvPr>
          <p:cNvGrpSpPr/>
          <p:nvPr/>
        </p:nvGrpSpPr>
        <p:grpSpPr>
          <a:xfrm>
            <a:off x="8221379" y="5781918"/>
            <a:ext cx="1781391" cy="795968"/>
            <a:chOff x="8746131" y="1823445"/>
            <a:chExt cx="1781391" cy="795968"/>
          </a:xfrm>
          <a:solidFill>
            <a:srgbClr val="29758C"/>
          </a:solidFill>
        </p:grpSpPr>
        <p:sp>
          <p:nvSpPr>
            <p:cNvPr id="353" name="Rectangle: Rounded Corners 352">
              <a:extLst>
                <a:ext uri="{FF2B5EF4-FFF2-40B4-BE49-F238E27FC236}">
                  <a16:creationId xmlns:a16="http://schemas.microsoft.com/office/drawing/2014/main" id="{FCCDCF9B-C5E1-4E8D-A1CB-3374C3739063}"/>
                </a:ext>
              </a:extLst>
            </p:cNvPr>
            <p:cNvSpPr/>
            <p:nvPr/>
          </p:nvSpPr>
          <p:spPr>
            <a:xfrm>
              <a:off x="8746131" y="2011047"/>
              <a:ext cx="426591" cy="274320"/>
            </a:xfrm>
            <a:prstGeom prst="roundRect">
              <a:avLst>
                <a:gd name="adj" fmla="val 5554"/>
              </a:avLst>
            </a:prstGeom>
            <a:grpFill/>
            <a:ln>
              <a:noFill/>
            </a:ln>
            <a:effectLst>
              <a:outerShdw blurRad="50800" dist="254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spAutoFit/>
            </a:bodyPr>
            <a:lstStyle/>
            <a:p>
              <a:pPr algn="ctr"/>
              <a:r>
                <a:rPr lang="en-US" b="1">
                  <a:solidFill>
                    <a:schemeClr val="bg1"/>
                  </a:solidFill>
                  <a:latin typeface="Noto Mono" panose="020B0609030804020204" pitchFamily="49" charset="0"/>
                  <a:ea typeface="Noto Mono" panose="020B0609030804020204" pitchFamily="49" charset="0"/>
                  <a:cs typeface="Noto Mono" panose="020B0609030804020204" pitchFamily="49" charset="0"/>
                </a:rPr>
                <a:t> </a:t>
              </a:r>
            </a:p>
          </p:txBody>
        </p:sp>
        <p:sp>
          <p:nvSpPr>
            <p:cNvPr id="354" name="Rectangle: Rounded Corners 353">
              <a:extLst>
                <a:ext uri="{FF2B5EF4-FFF2-40B4-BE49-F238E27FC236}">
                  <a16:creationId xmlns:a16="http://schemas.microsoft.com/office/drawing/2014/main" id="{B5393C66-AB17-4452-A278-8CCA910F0A30}"/>
                </a:ext>
              </a:extLst>
            </p:cNvPr>
            <p:cNvSpPr/>
            <p:nvPr/>
          </p:nvSpPr>
          <p:spPr>
            <a:xfrm>
              <a:off x="9411021" y="1823445"/>
              <a:ext cx="426591" cy="274320"/>
            </a:xfrm>
            <a:prstGeom prst="roundRect">
              <a:avLst>
                <a:gd name="adj" fmla="val 5554"/>
              </a:avLst>
            </a:prstGeom>
            <a:grpFill/>
            <a:ln>
              <a:noFill/>
            </a:ln>
            <a:effectLst>
              <a:outerShdw blurRad="50800" dist="254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spAutoFit/>
            </a:bodyPr>
            <a:lstStyle/>
            <a:p>
              <a:pPr algn="ctr"/>
              <a:r>
                <a:rPr lang="en-US" b="1">
                  <a:solidFill>
                    <a:schemeClr val="bg1"/>
                  </a:solidFill>
                  <a:latin typeface="Noto Mono" panose="020B0609030804020204" pitchFamily="49" charset="0"/>
                  <a:ea typeface="Noto Mono" panose="020B0609030804020204" pitchFamily="49" charset="0"/>
                  <a:cs typeface="Noto Mono" panose="020B0609030804020204" pitchFamily="49" charset="0"/>
                </a:rPr>
                <a:t> </a:t>
              </a:r>
            </a:p>
          </p:txBody>
        </p:sp>
        <p:sp>
          <p:nvSpPr>
            <p:cNvPr id="355" name="Rectangle: Rounded Corners 354">
              <a:extLst>
                <a:ext uri="{FF2B5EF4-FFF2-40B4-BE49-F238E27FC236}">
                  <a16:creationId xmlns:a16="http://schemas.microsoft.com/office/drawing/2014/main" id="{5C27C2A0-5D5C-4CCD-B3D7-ED6307FD855F}"/>
                </a:ext>
              </a:extLst>
            </p:cNvPr>
            <p:cNvSpPr/>
            <p:nvPr/>
          </p:nvSpPr>
          <p:spPr>
            <a:xfrm>
              <a:off x="9411021" y="2210261"/>
              <a:ext cx="426591" cy="274320"/>
            </a:xfrm>
            <a:prstGeom prst="roundRect">
              <a:avLst>
                <a:gd name="adj" fmla="val 5554"/>
              </a:avLst>
            </a:prstGeom>
            <a:grpFill/>
            <a:ln>
              <a:noFill/>
            </a:ln>
            <a:effectLst>
              <a:outerShdw blurRad="50800" dist="254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spAutoFit/>
            </a:bodyPr>
            <a:lstStyle/>
            <a:p>
              <a:pPr algn="ctr"/>
              <a:r>
                <a:rPr lang="en-US" b="1">
                  <a:solidFill>
                    <a:schemeClr val="bg1"/>
                  </a:solidFill>
                  <a:latin typeface="Noto Mono" panose="020B0609030804020204" pitchFamily="49" charset="0"/>
                  <a:ea typeface="Noto Mono" panose="020B0609030804020204" pitchFamily="49" charset="0"/>
                  <a:cs typeface="Noto Mono" panose="020B0609030804020204" pitchFamily="49" charset="0"/>
                </a:rPr>
                <a:t> </a:t>
              </a:r>
            </a:p>
          </p:txBody>
        </p:sp>
        <p:cxnSp>
          <p:nvCxnSpPr>
            <p:cNvPr id="356" name="Straight Arrow Connector 355">
              <a:extLst>
                <a:ext uri="{FF2B5EF4-FFF2-40B4-BE49-F238E27FC236}">
                  <a16:creationId xmlns:a16="http://schemas.microsoft.com/office/drawing/2014/main" id="{18139A38-267D-44B1-A62A-71D2B364ADB0}"/>
                </a:ext>
              </a:extLst>
            </p:cNvPr>
            <p:cNvCxnSpPr>
              <a:cxnSpLocks/>
              <a:stCxn id="353" idx="3"/>
              <a:endCxn id="354" idx="1"/>
            </p:cNvCxnSpPr>
            <p:nvPr/>
          </p:nvCxnSpPr>
          <p:spPr>
            <a:xfrm flipV="1">
              <a:off x="9172722" y="1960605"/>
              <a:ext cx="238299" cy="187602"/>
            </a:xfrm>
            <a:prstGeom prst="straightConnector1">
              <a:avLst/>
            </a:prstGeom>
            <a:grpFill/>
            <a:ln w="19050">
              <a:solidFill>
                <a:srgbClr val="546970"/>
              </a:solidFill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357" name="Straight Arrow Connector 356">
              <a:extLst>
                <a:ext uri="{FF2B5EF4-FFF2-40B4-BE49-F238E27FC236}">
                  <a16:creationId xmlns:a16="http://schemas.microsoft.com/office/drawing/2014/main" id="{38EC580B-E5F5-4FC4-8870-BE794EADDA66}"/>
                </a:ext>
              </a:extLst>
            </p:cNvPr>
            <p:cNvCxnSpPr>
              <a:cxnSpLocks/>
              <a:stCxn id="353" idx="3"/>
              <a:endCxn id="355" idx="1"/>
            </p:cNvCxnSpPr>
            <p:nvPr/>
          </p:nvCxnSpPr>
          <p:spPr>
            <a:xfrm>
              <a:off x="9172722" y="2148207"/>
              <a:ext cx="238299" cy="199214"/>
            </a:xfrm>
            <a:prstGeom prst="straightConnector1">
              <a:avLst/>
            </a:prstGeom>
            <a:grpFill/>
            <a:ln w="19050">
              <a:solidFill>
                <a:srgbClr val="546970"/>
              </a:solidFill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358" name="Straight Arrow Connector 357">
              <a:extLst>
                <a:ext uri="{FF2B5EF4-FFF2-40B4-BE49-F238E27FC236}">
                  <a16:creationId xmlns:a16="http://schemas.microsoft.com/office/drawing/2014/main" id="{9D6D6ACF-7252-4754-BA51-209AEE2677D8}"/>
                </a:ext>
              </a:extLst>
            </p:cNvPr>
            <p:cNvCxnSpPr>
              <a:cxnSpLocks/>
              <a:stCxn id="355" idx="3"/>
              <a:endCxn id="359" idx="1"/>
            </p:cNvCxnSpPr>
            <p:nvPr/>
          </p:nvCxnSpPr>
          <p:spPr>
            <a:xfrm>
              <a:off x="9837612" y="2347421"/>
              <a:ext cx="263319" cy="134832"/>
            </a:xfrm>
            <a:prstGeom prst="straightConnector1">
              <a:avLst/>
            </a:prstGeom>
            <a:grpFill/>
            <a:ln w="19050">
              <a:solidFill>
                <a:srgbClr val="546970"/>
              </a:solidFill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359" name="Rectangle: Rounded Corners 358">
              <a:extLst>
                <a:ext uri="{FF2B5EF4-FFF2-40B4-BE49-F238E27FC236}">
                  <a16:creationId xmlns:a16="http://schemas.microsoft.com/office/drawing/2014/main" id="{2FE178DD-C5F2-412F-AAE7-6D0C4DAFACCC}"/>
                </a:ext>
              </a:extLst>
            </p:cNvPr>
            <p:cNvSpPr/>
            <p:nvPr/>
          </p:nvSpPr>
          <p:spPr>
            <a:xfrm>
              <a:off x="10100931" y="2345093"/>
              <a:ext cx="426591" cy="274320"/>
            </a:xfrm>
            <a:prstGeom prst="roundRect">
              <a:avLst>
                <a:gd name="adj" fmla="val 5554"/>
              </a:avLst>
            </a:prstGeom>
            <a:grpFill/>
            <a:ln>
              <a:noFill/>
            </a:ln>
            <a:effectLst>
              <a:outerShdw blurRad="50800" dist="254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spAutoFit/>
            </a:bodyPr>
            <a:lstStyle/>
            <a:p>
              <a:pPr algn="ctr"/>
              <a:r>
                <a:rPr lang="en-US" b="1">
                  <a:solidFill>
                    <a:schemeClr val="bg1"/>
                  </a:solidFill>
                  <a:latin typeface="Noto Mono" panose="020B0609030804020204" pitchFamily="49" charset="0"/>
                  <a:ea typeface="Noto Mono" panose="020B0609030804020204" pitchFamily="49" charset="0"/>
                  <a:cs typeface="Noto Mono" panose="020B0609030804020204" pitchFamily="49" charset="0"/>
                </a:rPr>
                <a:t> </a:t>
              </a:r>
            </a:p>
          </p:txBody>
        </p:sp>
        <p:sp>
          <p:nvSpPr>
            <p:cNvPr id="360" name="Rectangle: Rounded Corners 359">
              <a:extLst>
                <a:ext uri="{FF2B5EF4-FFF2-40B4-BE49-F238E27FC236}">
                  <a16:creationId xmlns:a16="http://schemas.microsoft.com/office/drawing/2014/main" id="{3CC6F5B6-2925-453D-BB34-865D5D6CBF73}"/>
                </a:ext>
              </a:extLst>
            </p:cNvPr>
            <p:cNvSpPr/>
            <p:nvPr/>
          </p:nvSpPr>
          <p:spPr>
            <a:xfrm>
              <a:off x="10100931" y="1961046"/>
              <a:ext cx="426591" cy="274320"/>
            </a:xfrm>
            <a:prstGeom prst="roundRect">
              <a:avLst>
                <a:gd name="adj" fmla="val 5554"/>
              </a:avLst>
            </a:prstGeom>
            <a:grpFill/>
            <a:ln>
              <a:noFill/>
            </a:ln>
            <a:effectLst>
              <a:outerShdw blurRad="50800" dist="254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spAutoFit/>
            </a:bodyPr>
            <a:lstStyle/>
            <a:p>
              <a:pPr algn="ctr"/>
              <a:r>
                <a:rPr lang="en-US" b="1">
                  <a:solidFill>
                    <a:schemeClr val="bg1"/>
                  </a:solidFill>
                  <a:latin typeface="Noto Mono" panose="020B0609030804020204" pitchFamily="49" charset="0"/>
                  <a:ea typeface="Noto Mono" panose="020B0609030804020204" pitchFamily="49" charset="0"/>
                  <a:cs typeface="Noto Mono" panose="020B0609030804020204" pitchFamily="49" charset="0"/>
                </a:rPr>
                <a:t> </a:t>
              </a:r>
            </a:p>
          </p:txBody>
        </p:sp>
        <p:cxnSp>
          <p:nvCxnSpPr>
            <p:cNvPr id="361" name="Straight Arrow Connector 360">
              <a:extLst>
                <a:ext uri="{FF2B5EF4-FFF2-40B4-BE49-F238E27FC236}">
                  <a16:creationId xmlns:a16="http://schemas.microsoft.com/office/drawing/2014/main" id="{A046706E-CBFA-448F-B7F1-B5593096C297}"/>
                </a:ext>
              </a:extLst>
            </p:cNvPr>
            <p:cNvCxnSpPr>
              <a:cxnSpLocks/>
              <a:stCxn id="355" idx="3"/>
              <a:endCxn id="360" idx="1"/>
            </p:cNvCxnSpPr>
            <p:nvPr/>
          </p:nvCxnSpPr>
          <p:spPr>
            <a:xfrm flipV="1">
              <a:off x="9837612" y="2098206"/>
              <a:ext cx="263319" cy="249215"/>
            </a:xfrm>
            <a:prstGeom prst="straightConnector1">
              <a:avLst/>
            </a:prstGeom>
            <a:grpFill/>
            <a:ln w="19050">
              <a:solidFill>
                <a:srgbClr val="546970"/>
              </a:solidFill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362" name="Straight Arrow Connector 361">
            <a:extLst>
              <a:ext uri="{FF2B5EF4-FFF2-40B4-BE49-F238E27FC236}">
                <a16:creationId xmlns:a16="http://schemas.microsoft.com/office/drawing/2014/main" id="{603A0A76-B9BE-4E84-92AE-B6C0C4A86864}"/>
              </a:ext>
            </a:extLst>
          </p:cNvPr>
          <p:cNvCxnSpPr>
            <a:cxnSpLocks/>
            <a:stCxn id="306" idx="1"/>
            <a:endCxn id="42" idx="3"/>
          </p:cNvCxnSpPr>
          <p:nvPr/>
        </p:nvCxnSpPr>
        <p:spPr>
          <a:xfrm flipH="1">
            <a:off x="9305240" y="5254036"/>
            <a:ext cx="253927" cy="173006"/>
          </a:xfrm>
          <a:prstGeom prst="straightConnector1">
            <a:avLst/>
          </a:prstGeom>
          <a:ln w="19050">
            <a:solidFill>
              <a:srgbClr val="546970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grpSp>
        <p:nvGrpSpPr>
          <p:cNvPr id="95" name="Group 94">
            <a:extLst>
              <a:ext uri="{FF2B5EF4-FFF2-40B4-BE49-F238E27FC236}">
                <a16:creationId xmlns:a16="http://schemas.microsoft.com/office/drawing/2014/main" id="{73FB7298-B0BC-4F94-8BFA-89C08561F187}"/>
              </a:ext>
            </a:extLst>
          </p:cNvPr>
          <p:cNvGrpSpPr/>
          <p:nvPr/>
        </p:nvGrpSpPr>
        <p:grpSpPr>
          <a:xfrm>
            <a:off x="8221379" y="3438018"/>
            <a:ext cx="1750344" cy="1163763"/>
            <a:chOff x="8262798" y="4606250"/>
            <a:chExt cx="1750344" cy="1163763"/>
          </a:xfrm>
          <a:solidFill>
            <a:srgbClr val="29758C"/>
          </a:solidFill>
        </p:grpSpPr>
        <p:grpSp>
          <p:nvGrpSpPr>
            <p:cNvPr id="363" name="Group 362">
              <a:extLst>
                <a:ext uri="{FF2B5EF4-FFF2-40B4-BE49-F238E27FC236}">
                  <a16:creationId xmlns:a16="http://schemas.microsoft.com/office/drawing/2014/main" id="{0CAD8C35-3011-4BA3-B277-BCEA60F8DDE9}"/>
                </a:ext>
              </a:extLst>
            </p:cNvPr>
            <p:cNvGrpSpPr/>
            <p:nvPr/>
          </p:nvGrpSpPr>
          <p:grpSpPr>
            <a:xfrm>
              <a:off x="8262798" y="4606250"/>
              <a:ext cx="1750344" cy="895102"/>
              <a:chOff x="8767786" y="1589479"/>
              <a:chExt cx="1750344" cy="895102"/>
            </a:xfrm>
            <a:grpFill/>
          </p:grpSpPr>
          <p:sp>
            <p:nvSpPr>
              <p:cNvPr id="364" name="Rectangle: Rounded Corners 363">
                <a:extLst>
                  <a:ext uri="{FF2B5EF4-FFF2-40B4-BE49-F238E27FC236}">
                    <a16:creationId xmlns:a16="http://schemas.microsoft.com/office/drawing/2014/main" id="{36E1752D-8E91-4666-8E26-515063AE35C0}"/>
                  </a:ext>
                </a:extLst>
              </p:cNvPr>
              <p:cNvSpPr/>
              <p:nvPr/>
            </p:nvSpPr>
            <p:spPr>
              <a:xfrm>
                <a:off x="8767786" y="1831507"/>
                <a:ext cx="426591" cy="274320"/>
              </a:xfrm>
              <a:prstGeom prst="roundRect">
                <a:avLst>
                  <a:gd name="adj" fmla="val 5554"/>
                </a:avLst>
              </a:prstGeom>
              <a:grpFill/>
              <a:ln>
                <a:noFill/>
              </a:ln>
              <a:effectLst>
                <a:outerShdw blurRad="50800" dist="254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b="1">
                    <a:solidFill>
                      <a:schemeClr val="bg1"/>
                    </a:solidFill>
                    <a:latin typeface="Noto Mono" panose="020B0609030804020204" pitchFamily="49" charset="0"/>
                    <a:ea typeface="Noto Mono" panose="020B0609030804020204" pitchFamily="49" charset="0"/>
                    <a:cs typeface="Noto Mono" panose="020B0609030804020204" pitchFamily="49" charset="0"/>
                  </a:rPr>
                  <a:t> </a:t>
                </a:r>
              </a:p>
            </p:txBody>
          </p:sp>
          <p:sp>
            <p:nvSpPr>
              <p:cNvPr id="365" name="Rectangle: Rounded Corners 364">
                <a:extLst>
                  <a:ext uri="{FF2B5EF4-FFF2-40B4-BE49-F238E27FC236}">
                    <a16:creationId xmlns:a16="http://schemas.microsoft.com/office/drawing/2014/main" id="{6EF39EDD-E077-425B-B857-7FAC2CAA2026}"/>
                  </a:ext>
                </a:extLst>
              </p:cNvPr>
              <p:cNvSpPr/>
              <p:nvPr/>
            </p:nvSpPr>
            <p:spPr>
              <a:xfrm>
                <a:off x="9411021" y="1823445"/>
                <a:ext cx="426591" cy="274320"/>
              </a:xfrm>
              <a:prstGeom prst="roundRect">
                <a:avLst>
                  <a:gd name="adj" fmla="val 5554"/>
                </a:avLst>
              </a:prstGeom>
              <a:grpFill/>
              <a:ln>
                <a:noFill/>
              </a:ln>
              <a:effectLst>
                <a:outerShdw blurRad="50800" dist="254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b="1">
                    <a:solidFill>
                      <a:schemeClr val="bg1"/>
                    </a:solidFill>
                    <a:latin typeface="Noto Mono" panose="020B0609030804020204" pitchFamily="49" charset="0"/>
                    <a:ea typeface="Noto Mono" panose="020B0609030804020204" pitchFamily="49" charset="0"/>
                    <a:cs typeface="Noto Mono" panose="020B0609030804020204" pitchFamily="49" charset="0"/>
                  </a:rPr>
                  <a:t> </a:t>
                </a:r>
              </a:p>
            </p:txBody>
          </p:sp>
          <p:sp>
            <p:nvSpPr>
              <p:cNvPr id="366" name="Rectangle: Rounded Corners 365">
                <a:extLst>
                  <a:ext uri="{FF2B5EF4-FFF2-40B4-BE49-F238E27FC236}">
                    <a16:creationId xmlns:a16="http://schemas.microsoft.com/office/drawing/2014/main" id="{D5567554-E84A-4C2C-96D7-103866143D07}"/>
                  </a:ext>
                </a:extLst>
              </p:cNvPr>
              <p:cNvSpPr/>
              <p:nvPr/>
            </p:nvSpPr>
            <p:spPr>
              <a:xfrm>
                <a:off x="9411021" y="2210261"/>
                <a:ext cx="426591" cy="274320"/>
              </a:xfrm>
              <a:prstGeom prst="roundRect">
                <a:avLst>
                  <a:gd name="adj" fmla="val 5554"/>
                </a:avLst>
              </a:prstGeom>
              <a:grpFill/>
              <a:ln>
                <a:noFill/>
              </a:ln>
              <a:effectLst>
                <a:outerShdw blurRad="50800" dist="254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b="1">
                    <a:solidFill>
                      <a:schemeClr val="bg1"/>
                    </a:solidFill>
                    <a:latin typeface="Noto Mono" panose="020B0609030804020204" pitchFamily="49" charset="0"/>
                    <a:ea typeface="Noto Mono" panose="020B0609030804020204" pitchFamily="49" charset="0"/>
                    <a:cs typeface="Noto Mono" panose="020B0609030804020204" pitchFamily="49" charset="0"/>
                  </a:rPr>
                  <a:t> </a:t>
                </a:r>
              </a:p>
            </p:txBody>
          </p:sp>
          <p:cxnSp>
            <p:nvCxnSpPr>
              <p:cNvPr id="367" name="Straight Arrow Connector 366">
                <a:extLst>
                  <a:ext uri="{FF2B5EF4-FFF2-40B4-BE49-F238E27FC236}">
                    <a16:creationId xmlns:a16="http://schemas.microsoft.com/office/drawing/2014/main" id="{3DF75388-35A2-47E5-A5A8-A727620592B6}"/>
                  </a:ext>
                </a:extLst>
              </p:cNvPr>
              <p:cNvCxnSpPr>
                <a:cxnSpLocks/>
                <a:stCxn id="364" idx="3"/>
                <a:endCxn id="365" idx="1"/>
              </p:cNvCxnSpPr>
              <p:nvPr/>
            </p:nvCxnSpPr>
            <p:spPr>
              <a:xfrm flipV="1">
                <a:off x="9194377" y="1960605"/>
                <a:ext cx="216644" cy="8062"/>
              </a:xfrm>
              <a:prstGeom prst="straightConnector1">
                <a:avLst/>
              </a:prstGeom>
              <a:grpFill/>
              <a:ln w="19050">
                <a:solidFill>
                  <a:srgbClr val="546970"/>
                </a:solidFill>
                <a:tailEnd type="triangle"/>
              </a:ln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68" name="Straight Arrow Connector 367">
                <a:extLst>
                  <a:ext uri="{FF2B5EF4-FFF2-40B4-BE49-F238E27FC236}">
                    <a16:creationId xmlns:a16="http://schemas.microsoft.com/office/drawing/2014/main" id="{FC2C9F3C-A40A-403E-952C-5BAFC8D41B46}"/>
                  </a:ext>
                </a:extLst>
              </p:cNvPr>
              <p:cNvCxnSpPr>
                <a:cxnSpLocks/>
                <a:stCxn id="364" idx="3"/>
                <a:endCxn id="366" idx="1"/>
              </p:cNvCxnSpPr>
              <p:nvPr/>
            </p:nvCxnSpPr>
            <p:spPr>
              <a:xfrm>
                <a:off x="9194377" y="1968667"/>
                <a:ext cx="216644" cy="378754"/>
              </a:xfrm>
              <a:prstGeom prst="straightConnector1">
                <a:avLst/>
              </a:prstGeom>
              <a:grpFill/>
              <a:ln w="19050">
                <a:solidFill>
                  <a:srgbClr val="546970"/>
                </a:solidFill>
                <a:tailEnd type="triangle"/>
              </a:ln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69" name="Straight Arrow Connector 368">
                <a:extLst>
                  <a:ext uri="{FF2B5EF4-FFF2-40B4-BE49-F238E27FC236}">
                    <a16:creationId xmlns:a16="http://schemas.microsoft.com/office/drawing/2014/main" id="{3C753B9A-CBC5-4366-A692-6622D6F8CF8E}"/>
                  </a:ext>
                </a:extLst>
              </p:cNvPr>
              <p:cNvCxnSpPr>
                <a:cxnSpLocks/>
                <a:stCxn id="365" idx="3"/>
                <a:endCxn id="370" idx="1"/>
              </p:cNvCxnSpPr>
              <p:nvPr/>
            </p:nvCxnSpPr>
            <p:spPr>
              <a:xfrm flipV="1">
                <a:off x="9837612" y="1726639"/>
                <a:ext cx="253927" cy="233966"/>
              </a:xfrm>
              <a:prstGeom prst="straightConnector1">
                <a:avLst/>
              </a:prstGeom>
              <a:grpFill/>
              <a:ln w="19050">
                <a:solidFill>
                  <a:srgbClr val="546970"/>
                </a:solidFill>
                <a:tailEnd type="triangle"/>
              </a:ln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370" name="Rectangle: Rounded Corners 369">
                <a:extLst>
                  <a:ext uri="{FF2B5EF4-FFF2-40B4-BE49-F238E27FC236}">
                    <a16:creationId xmlns:a16="http://schemas.microsoft.com/office/drawing/2014/main" id="{DF750F85-8253-43F3-A496-81F37B329D94}"/>
                  </a:ext>
                </a:extLst>
              </p:cNvPr>
              <p:cNvSpPr/>
              <p:nvPr/>
            </p:nvSpPr>
            <p:spPr>
              <a:xfrm>
                <a:off x="10091539" y="1589479"/>
                <a:ext cx="426591" cy="274320"/>
              </a:xfrm>
              <a:prstGeom prst="roundRect">
                <a:avLst>
                  <a:gd name="adj" fmla="val 5554"/>
                </a:avLst>
              </a:prstGeom>
              <a:grpFill/>
              <a:ln>
                <a:noFill/>
              </a:ln>
              <a:effectLst>
                <a:outerShdw blurRad="50800" dist="254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b="1">
                    <a:solidFill>
                      <a:schemeClr val="bg1"/>
                    </a:solidFill>
                    <a:latin typeface="Noto Mono" panose="020B0609030804020204" pitchFamily="49" charset="0"/>
                    <a:ea typeface="Noto Mono" panose="020B0609030804020204" pitchFamily="49" charset="0"/>
                    <a:cs typeface="Noto Mono" panose="020B0609030804020204" pitchFamily="49" charset="0"/>
                  </a:rPr>
                  <a:t> </a:t>
                </a:r>
              </a:p>
            </p:txBody>
          </p:sp>
          <p:sp>
            <p:nvSpPr>
              <p:cNvPr id="371" name="Rectangle: Rounded Corners 370">
                <a:extLst>
                  <a:ext uri="{FF2B5EF4-FFF2-40B4-BE49-F238E27FC236}">
                    <a16:creationId xmlns:a16="http://schemas.microsoft.com/office/drawing/2014/main" id="{6F3291E7-BB28-4A0A-B154-5FD001F69FB5}"/>
                  </a:ext>
                </a:extLst>
              </p:cNvPr>
              <p:cNvSpPr/>
              <p:nvPr/>
            </p:nvSpPr>
            <p:spPr>
              <a:xfrm>
                <a:off x="10091539" y="2037255"/>
                <a:ext cx="426591" cy="274320"/>
              </a:xfrm>
              <a:prstGeom prst="roundRect">
                <a:avLst>
                  <a:gd name="adj" fmla="val 5554"/>
                </a:avLst>
              </a:prstGeom>
              <a:grpFill/>
              <a:ln>
                <a:noFill/>
              </a:ln>
              <a:effectLst>
                <a:outerShdw blurRad="50800" dist="254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b="1">
                    <a:solidFill>
                      <a:schemeClr val="bg1"/>
                    </a:solidFill>
                    <a:latin typeface="Noto Mono" panose="020B0609030804020204" pitchFamily="49" charset="0"/>
                    <a:ea typeface="Noto Mono" panose="020B0609030804020204" pitchFamily="49" charset="0"/>
                    <a:cs typeface="Noto Mono" panose="020B0609030804020204" pitchFamily="49" charset="0"/>
                  </a:rPr>
                  <a:t> </a:t>
                </a:r>
              </a:p>
            </p:txBody>
          </p:sp>
          <p:cxnSp>
            <p:nvCxnSpPr>
              <p:cNvPr id="372" name="Straight Arrow Connector 371">
                <a:extLst>
                  <a:ext uri="{FF2B5EF4-FFF2-40B4-BE49-F238E27FC236}">
                    <a16:creationId xmlns:a16="http://schemas.microsoft.com/office/drawing/2014/main" id="{6FB6E745-F94F-48EF-BA43-10BC938CB5AF}"/>
                  </a:ext>
                </a:extLst>
              </p:cNvPr>
              <p:cNvCxnSpPr>
                <a:cxnSpLocks/>
                <a:stCxn id="365" idx="3"/>
                <a:endCxn id="371" idx="1"/>
              </p:cNvCxnSpPr>
              <p:nvPr/>
            </p:nvCxnSpPr>
            <p:spPr>
              <a:xfrm>
                <a:off x="9837612" y="1960605"/>
                <a:ext cx="253927" cy="213810"/>
              </a:xfrm>
              <a:prstGeom prst="straightConnector1">
                <a:avLst/>
              </a:prstGeom>
              <a:grpFill/>
              <a:ln w="19050">
                <a:solidFill>
                  <a:srgbClr val="546970"/>
                </a:solidFill>
                <a:tailEnd type="triangle"/>
              </a:ln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62" name="Rectangle: Rounded Corners 61">
              <a:extLst>
                <a:ext uri="{FF2B5EF4-FFF2-40B4-BE49-F238E27FC236}">
                  <a16:creationId xmlns:a16="http://schemas.microsoft.com/office/drawing/2014/main" id="{616E9E02-81F0-4393-9E24-3A90293944BE}"/>
                </a:ext>
              </a:extLst>
            </p:cNvPr>
            <p:cNvSpPr/>
            <p:nvPr/>
          </p:nvSpPr>
          <p:spPr>
            <a:xfrm>
              <a:off x="8262798" y="5236899"/>
              <a:ext cx="426591" cy="274320"/>
            </a:xfrm>
            <a:prstGeom prst="roundRect">
              <a:avLst>
                <a:gd name="adj" fmla="val 5554"/>
              </a:avLst>
            </a:prstGeom>
            <a:grpFill/>
            <a:ln>
              <a:noFill/>
            </a:ln>
            <a:effectLst>
              <a:outerShdw blurRad="50800" dist="254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spAutoFit/>
            </a:bodyPr>
            <a:lstStyle/>
            <a:p>
              <a:pPr algn="ctr"/>
              <a:r>
                <a:rPr lang="en-US" b="1">
                  <a:solidFill>
                    <a:schemeClr val="bg1"/>
                  </a:solidFill>
                  <a:latin typeface="Noto Mono" panose="020B0609030804020204" pitchFamily="49" charset="0"/>
                  <a:ea typeface="Noto Mono" panose="020B0609030804020204" pitchFamily="49" charset="0"/>
                  <a:cs typeface="Noto Mono" panose="020B0609030804020204" pitchFamily="49" charset="0"/>
                </a:rPr>
                <a:t> </a:t>
              </a:r>
            </a:p>
          </p:txBody>
        </p:sp>
        <p:cxnSp>
          <p:nvCxnSpPr>
            <p:cNvPr id="374" name="Straight Arrow Connector 373">
              <a:extLst>
                <a:ext uri="{FF2B5EF4-FFF2-40B4-BE49-F238E27FC236}">
                  <a16:creationId xmlns:a16="http://schemas.microsoft.com/office/drawing/2014/main" id="{D3C95BAB-0FD0-4335-ADCD-2237E7E0C9A8}"/>
                </a:ext>
              </a:extLst>
            </p:cNvPr>
            <p:cNvCxnSpPr>
              <a:cxnSpLocks/>
              <a:stCxn id="62" idx="3"/>
              <a:endCxn id="365" idx="1"/>
            </p:cNvCxnSpPr>
            <p:nvPr/>
          </p:nvCxnSpPr>
          <p:spPr>
            <a:xfrm flipV="1">
              <a:off x="8689389" y="4977376"/>
              <a:ext cx="216644" cy="396683"/>
            </a:xfrm>
            <a:prstGeom prst="straightConnector1">
              <a:avLst/>
            </a:prstGeom>
            <a:grpFill/>
            <a:ln w="19050">
              <a:solidFill>
                <a:srgbClr val="546970"/>
              </a:solidFill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375" name="Straight Arrow Connector 374">
              <a:extLst>
                <a:ext uri="{FF2B5EF4-FFF2-40B4-BE49-F238E27FC236}">
                  <a16:creationId xmlns:a16="http://schemas.microsoft.com/office/drawing/2014/main" id="{96F8DD17-463F-48B5-BCC7-493116E1F4EF}"/>
                </a:ext>
              </a:extLst>
            </p:cNvPr>
            <p:cNvCxnSpPr>
              <a:cxnSpLocks/>
              <a:stCxn id="62" idx="3"/>
              <a:endCxn id="366" idx="1"/>
            </p:cNvCxnSpPr>
            <p:nvPr/>
          </p:nvCxnSpPr>
          <p:spPr>
            <a:xfrm flipV="1">
              <a:off x="8689389" y="5364192"/>
              <a:ext cx="216644" cy="9867"/>
            </a:xfrm>
            <a:prstGeom prst="straightConnector1">
              <a:avLst/>
            </a:prstGeom>
            <a:grpFill/>
            <a:ln w="19050">
              <a:solidFill>
                <a:srgbClr val="546970"/>
              </a:solidFill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376" name="Straight Arrow Connector 375">
              <a:extLst>
                <a:ext uri="{FF2B5EF4-FFF2-40B4-BE49-F238E27FC236}">
                  <a16:creationId xmlns:a16="http://schemas.microsoft.com/office/drawing/2014/main" id="{81CD28F5-7DD7-4BBA-8EF9-6D0477D40015}"/>
                </a:ext>
              </a:extLst>
            </p:cNvPr>
            <p:cNvCxnSpPr>
              <a:cxnSpLocks/>
              <a:stCxn id="366" idx="3"/>
              <a:endCxn id="371" idx="1"/>
            </p:cNvCxnSpPr>
            <p:nvPr/>
          </p:nvCxnSpPr>
          <p:spPr>
            <a:xfrm flipV="1">
              <a:off x="9332624" y="5191186"/>
              <a:ext cx="253927" cy="173006"/>
            </a:xfrm>
            <a:prstGeom prst="straightConnector1">
              <a:avLst/>
            </a:prstGeom>
            <a:grpFill/>
            <a:ln w="19050">
              <a:solidFill>
                <a:srgbClr val="546970"/>
              </a:solidFill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377" name="Straight Arrow Connector 376">
              <a:extLst>
                <a:ext uri="{FF2B5EF4-FFF2-40B4-BE49-F238E27FC236}">
                  <a16:creationId xmlns:a16="http://schemas.microsoft.com/office/drawing/2014/main" id="{BB0C6478-764F-4D72-B210-260B720412F0}"/>
                </a:ext>
              </a:extLst>
            </p:cNvPr>
            <p:cNvCxnSpPr>
              <a:cxnSpLocks/>
              <a:stCxn id="366" idx="3"/>
              <a:endCxn id="73" idx="1"/>
            </p:cNvCxnSpPr>
            <p:nvPr/>
          </p:nvCxnSpPr>
          <p:spPr>
            <a:xfrm>
              <a:off x="9332624" y="5364192"/>
              <a:ext cx="253926" cy="268661"/>
            </a:xfrm>
            <a:prstGeom prst="straightConnector1">
              <a:avLst/>
            </a:prstGeom>
            <a:grpFill/>
            <a:ln w="19050">
              <a:solidFill>
                <a:srgbClr val="546970"/>
              </a:solidFill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73" name="Rectangle: Rounded Corners 72">
              <a:extLst>
                <a:ext uri="{FF2B5EF4-FFF2-40B4-BE49-F238E27FC236}">
                  <a16:creationId xmlns:a16="http://schemas.microsoft.com/office/drawing/2014/main" id="{FE16027A-9850-4732-8BE2-6083B1B97AD6}"/>
                </a:ext>
              </a:extLst>
            </p:cNvPr>
            <p:cNvSpPr/>
            <p:nvPr/>
          </p:nvSpPr>
          <p:spPr>
            <a:xfrm>
              <a:off x="9586550" y="5495693"/>
              <a:ext cx="426591" cy="274320"/>
            </a:xfrm>
            <a:prstGeom prst="roundRect">
              <a:avLst>
                <a:gd name="adj" fmla="val 5554"/>
              </a:avLst>
            </a:prstGeom>
            <a:grpFill/>
            <a:ln>
              <a:noFill/>
            </a:ln>
            <a:effectLst>
              <a:outerShdw blurRad="50800" dist="254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spAutoFit/>
            </a:bodyPr>
            <a:lstStyle/>
            <a:p>
              <a:pPr algn="ctr"/>
              <a:r>
                <a:rPr lang="en-US" b="1">
                  <a:solidFill>
                    <a:schemeClr val="bg1"/>
                  </a:solidFill>
                  <a:latin typeface="Noto Mono" panose="020B0609030804020204" pitchFamily="49" charset="0"/>
                  <a:ea typeface="Noto Mono" panose="020B0609030804020204" pitchFamily="49" charset="0"/>
                  <a:cs typeface="Noto Mono" panose="020B0609030804020204" pitchFamily="49" charset="0"/>
                </a:rPr>
                <a:t> </a:t>
              </a:r>
            </a:p>
          </p:txBody>
        </p:sp>
      </p:grpSp>
      <p:grpSp>
        <p:nvGrpSpPr>
          <p:cNvPr id="379" name="Group 378">
            <a:extLst>
              <a:ext uri="{FF2B5EF4-FFF2-40B4-BE49-F238E27FC236}">
                <a16:creationId xmlns:a16="http://schemas.microsoft.com/office/drawing/2014/main" id="{01C3201A-B657-4879-B597-0E5EAF46E63C}"/>
              </a:ext>
            </a:extLst>
          </p:cNvPr>
          <p:cNvGrpSpPr/>
          <p:nvPr/>
        </p:nvGrpSpPr>
        <p:grpSpPr>
          <a:xfrm>
            <a:off x="8221379" y="2962256"/>
            <a:ext cx="1736956" cy="280570"/>
            <a:chOff x="8781174" y="1989567"/>
            <a:chExt cx="1736956" cy="280570"/>
          </a:xfrm>
        </p:grpSpPr>
        <p:sp>
          <p:nvSpPr>
            <p:cNvPr id="380" name="Rectangle: Rounded Corners 379">
              <a:extLst>
                <a:ext uri="{FF2B5EF4-FFF2-40B4-BE49-F238E27FC236}">
                  <a16:creationId xmlns:a16="http://schemas.microsoft.com/office/drawing/2014/main" id="{1FC543AE-94CD-4C76-AF8E-23200CCF0534}"/>
                </a:ext>
              </a:extLst>
            </p:cNvPr>
            <p:cNvSpPr/>
            <p:nvPr/>
          </p:nvSpPr>
          <p:spPr>
            <a:xfrm>
              <a:off x="8781174" y="1995817"/>
              <a:ext cx="426591" cy="274320"/>
            </a:xfrm>
            <a:prstGeom prst="roundRect">
              <a:avLst>
                <a:gd name="adj" fmla="val 5554"/>
              </a:avLst>
            </a:prstGeom>
            <a:solidFill>
              <a:srgbClr val="29758C"/>
            </a:solidFill>
            <a:ln>
              <a:noFill/>
            </a:ln>
            <a:effectLst>
              <a:outerShdw blurRad="50800" dist="254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spAutoFit/>
            </a:bodyPr>
            <a:lstStyle/>
            <a:p>
              <a:pPr algn="ctr"/>
              <a:r>
                <a:rPr lang="en-US" b="1">
                  <a:solidFill>
                    <a:schemeClr val="bg1"/>
                  </a:solidFill>
                  <a:latin typeface="Noto Mono" panose="020B0609030804020204" pitchFamily="49" charset="0"/>
                  <a:ea typeface="Noto Mono" panose="020B0609030804020204" pitchFamily="49" charset="0"/>
                  <a:cs typeface="Noto Mono" panose="020B0609030804020204" pitchFamily="49" charset="0"/>
                </a:rPr>
                <a:t> </a:t>
              </a:r>
            </a:p>
          </p:txBody>
        </p:sp>
        <p:sp>
          <p:nvSpPr>
            <p:cNvPr id="381" name="Rectangle: Rounded Corners 380">
              <a:extLst>
                <a:ext uri="{FF2B5EF4-FFF2-40B4-BE49-F238E27FC236}">
                  <a16:creationId xmlns:a16="http://schemas.microsoft.com/office/drawing/2014/main" id="{F33EF694-A65B-4EE3-9998-03419672BEB0}"/>
                </a:ext>
              </a:extLst>
            </p:cNvPr>
            <p:cNvSpPr/>
            <p:nvPr/>
          </p:nvSpPr>
          <p:spPr>
            <a:xfrm>
              <a:off x="9411021" y="1995817"/>
              <a:ext cx="426591" cy="274320"/>
            </a:xfrm>
            <a:prstGeom prst="roundRect">
              <a:avLst>
                <a:gd name="adj" fmla="val 5554"/>
              </a:avLst>
            </a:prstGeom>
            <a:solidFill>
              <a:srgbClr val="29758C"/>
            </a:solidFill>
            <a:ln>
              <a:noFill/>
            </a:ln>
            <a:effectLst>
              <a:outerShdw blurRad="50800" dist="254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spAutoFit/>
            </a:bodyPr>
            <a:lstStyle/>
            <a:p>
              <a:pPr algn="ctr"/>
              <a:r>
                <a:rPr lang="en-US" b="1">
                  <a:solidFill>
                    <a:schemeClr val="bg1"/>
                  </a:solidFill>
                  <a:latin typeface="Noto Mono" panose="020B0609030804020204" pitchFamily="49" charset="0"/>
                  <a:ea typeface="Noto Mono" panose="020B0609030804020204" pitchFamily="49" charset="0"/>
                  <a:cs typeface="Noto Mono" panose="020B0609030804020204" pitchFamily="49" charset="0"/>
                </a:rPr>
                <a:t> </a:t>
              </a:r>
            </a:p>
          </p:txBody>
        </p:sp>
        <p:cxnSp>
          <p:nvCxnSpPr>
            <p:cNvPr id="383" name="Straight Arrow Connector 382">
              <a:extLst>
                <a:ext uri="{FF2B5EF4-FFF2-40B4-BE49-F238E27FC236}">
                  <a16:creationId xmlns:a16="http://schemas.microsoft.com/office/drawing/2014/main" id="{5A46C9DD-CBF4-4540-A4BE-2B925212EB0A}"/>
                </a:ext>
              </a:extLst>
            </p:cNvPr>
            <p:cNvCxnSpPr>
              <a:cxnSpLocks/>
              <a:stCxn id="380" idx="3"/>
              <a:endCxn id="381" idx="1"/>
            </p:cNvCxnSpPr>
            <p:nvPr/>
          </p:nvCxnSpPr>
          <p:spPr>
            <a:xfrm>
              <a:off x="9207765" y="2132977"/>
              <a:ext cx="203256" cy="0"/>
            </a:xfrm>
            <a:prstGeom prst="straightConnector1">
              <a:avLst/>
            </a:prstGeom>
            <a:ln w="19050">
              <a:solidFill>
                <a:srgbClr val="546970"/>
              </a:solidFill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387" name="Rectangle: Rounded Corners 386">
              <a:extLst>
                <a:ext uri="{FF2B5EF4-FFF2-40B4-BE49-F238E27FC236}">
                  <a16:creationId xmlns:a16="http://schemas.microsoft.com/office/drawing/2014/main" id="{0A7B15CA-E872-4D87-A1F3-9B2360B92C98}"/>
                </a:ext>
              </a:extLst>
            </p:cNvPr>
            <p:cNvSpPr/>
            <p:nvPr/>
          </p:nvSpPr>
          <p:spPr>
            <a:xfrm>
              <a:off x="10091539" y="1989567"/>
              <a:ext cx="426591" cy="274320"/>
            </a:xfrm>
            <a:prstGeom prst="roundRect">
              <a:avLst>
                <a:gd name="adj" fmla="val 5554"/>
              </a:avLst>
            </a:prstGeom>
            <a:solidFill>
              <a:srgbClr val="29758C"/>
            </a:solidFill>
            <a:ln>
              <a:noFill/>
            </a:ln>
            <a:effectLst>
              <a:outerShdw blurRad="50800" dist="254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spAutoFit/>
            </a:bodyPr>
            <a:lstStyle/>
            <a:p>
              <a:pPr algn="ctr"/>
              <a:r>
                <a:rPr lang="en-US" b="1">
                  <a:solidFill>
                    <a:schemeClr val="bg1"/>
                  </a:solidFill>
                  <a:latin typeface="Noto Mono" panose="020B0609030804020204" pitchFamily="49" charset="0"/>
                  <a:ea typeface="Noto Mono" panose="020B0609030804020204" pitchFamily="49" charset="0"/>
                  <a:cs typeface="Noto Mono" panose="020B0609030804020204" pitchFamily="49" charset="0"/>
                </a:rPr>
                <a:t> </a:t>
              </a:r>
            </a:p>
          </p:txBody>
        </p:sp>
        <p:cxnSp>
          <p:nvCxnSpPr>
            <p:cNvPr id="388" name="Straight Arrow Connector 387">
              <a:extLst>
                <a:ext uri="{FF2B5EF4-FFF2-40B4-BE49-F238E27FC236}">
                  <a16:creationId xmlns:a16="http://schemas.microsoft.com/office/drawing/2014/main" id="{A45AFCC8-9639-42E9-9B8A-66AA684EC4DB}"/>
                </a:ext>
              </a:extLst>
            </p:cNvPr>
            <p:cNvCxnSpPr>
              <a:cxnSpLocks/>
              <a:stCxn id="381" idx="3"/>
              <a:endCxn id="387" idx="1"/>
            </p:cNvCxnSpPr>
            <p:nvPr/>
          </p:nvCxnSpPr>
          <p:spPr>
            <a:xfrm flipV="1">
              <a:off x="9837612" y="2126727"/>
              <a:ext cx="253927" cy="6250"/>
            </a:xfrm>
            <a:prstGeom prst="straightConnector1">
              <a:avLst/>
            </a:prstGeom>
            <a:ln w="19050">
              <a:solidFill>
                <a:srgbClr val="546970"/>
              </a:solidFill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91" name="Rectangle: Rounded Corners 90">
            <a:extLst>
              <a:ext uri="{FF2B5EF4-FFF2-40B4-BE49-F238E27FC236}">
                <a16:creationId xmlns:a16="http://schemas.microsoft.com/office/drawing/2014/main" id="{988628BD-34F9-4D0B-A6CD-D264A5753775}"/>
              </a:ext>
            </a:extLst>
          </p:cNvPr>
          <p:cNvSpPr/>
          <p:nvPr/>
        </p:nvSpPr>
        <p:spPr>
          <a:xfrm>
            <a:off x="8052541" y="1382335"/>
            <a:ext cx="2284600" cy="387191"/>
          </a:xfrm>
          <a:prstGeom prst="roundRect">
            <a:avLst>
              <a:gd name="adj" fmla="val 9098"/>
            </a:avLst>
          </a:prstGeom>
          <a:solidFill>
            <a:srgbClr val="FAFAFF"/>
          </a:solidFill>
          <a:ln w="19050">
            <a:solidFill>
              <a:srgbClr val="862286"/>
            </a:solidFill>
          </a:ln>
          <a:effectLst>
            <a:outerShdw blurRad="508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none" rtlCol="0" anchor="ctr">
            <a:spAutoFit/>
          </a:bodyPr>
          <a:lstStyle/>
          <a:p>
            <a:pPr algn="ctr"/>
            <a:r>
              <a:rPr lang="en-US">
                <a:solidFill>
                  <a:srgbClr val="962696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Calibri" panose="020F0502020204030204" pitchFamily="34" charset="0"/>
              </a:rPr>
              <a:t>Interpretation Graphs</a:t>
            </a:r>
            <a:endParaRPr lang="en-US">
              <a:solidFill>
                <a:srgbClr val="962696"/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cxnSp>
        <p:nvCxnSpPr>
          <p:cNvPr id="390" name="Straight Arrow Connector 389">
            <a:extLst>
              <a:ext uri="{FF2B5EF4-FFF2-40B4-BE49-F238E27FC236}">
                <a16:creationId xmlns:a16="http://schemas.microsoft.com/office/drawing/2014/main" id="{CB7576E2-E3BE-4E83-B0B7-EBA49697E7FA}"/>
              </a:ext>
            </a:extLst>
          </p:cNvPr>
          <p:cNvCxnSpPr>
            <a:cxnSpLocks/>
          </p:cNvCxnSpPr>
          <p:nvPr/>
        </p:nvCxnSpPr>
        <p:spPr>
          <a:xfrm>
            <a:off x="7673446" y="2149182"/>
            <a:ext cx="360524" cy="0"/>
          </a:xfrm>
          <a:prstGeom prst="straightConnector1">
            <a:avLst/>
          </a:prstGeom>
          <a:noFill/>
          <a:ln w="50800" cap="flat" cmpd="sng" algn="ctr">
            <a:solidFill>
              <a:srgbClr val="657B83"/>
            </a:solidFill>
            <a:prstDash val="solid"/>
            <a:round/>
            <a:headEnd type="none" w="med" len="med"/>
            <a:tailEnd type="stealth" w="med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cxnSp>
      <p:cxnSp>
        <p:nvCxnSpPr>
          <p:cNvPr id="391" name="Straight Arrow Connector 390">
            <a:extLst>
              <a:ext uri="{FF2B5EF4-FFF2-40B4-BE49-F238E27FC236}">
                <a16:creationId xmlns:a16="http://schemas.microsoft.com/office/drawing/2014/main" id="{88106CEC-C8E3-48C0-AD05-FD1F8677A32E}"/>
              </a:ext>
            </a:extLst>
          </p:cNvPr>
          <p:cNvCxnSpPr>
            <a:cxnSpLocks/>
          </p:cNvCxnSpPr>
          <p:nvPr/>
        </p:nvCxnSpPr>
        <p:spPr>
          <a:xfrm>
            <a:off x="6907432" y="3127755"/>
            <a:ext cx="1126538" cy="6394"/>
          </a:xfrm>
          <a:prstGeom prst="straightConnector1">
            <a:avLst/>
          </a:prstGeom>
          <a:noFill/>
          <a:ln w="50800" cap="flat" cmpd="sng" algn="ctr">
            <a:solidFill>
              <a:srgbClr val="657B83"/>
            </a:solidFill>
            <a:prstDash val="solid"/>
            <a:round/>
            <a:headEnd type="none" w="med" len="med"/>
            <a:tailEnd type="stealth" w="med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cxnSp>
      <p:cxnSp>
        <p:nvCxnSpPr>
          <p:cNvPr id="392" name="Straight Arrow Connector 391">
            <a:extLst>
              <a:ext uri="{FF2B5EF4-FFF2-40B4-BE49-F238E27FC236}">
                <a16:creationId xmlns:a16="http://schemas.microsoft.com/office/drawing/2014/main" id="{7C373B52-515C-45EE-AC71-6ABB397C7BE0}"/>
              </a:ext>
            </a:extLst>
          </p:cNvPr>
          <p:cNvCxnSpPr>
            <a:cxnSpLocks/>
          </p:cNvCxnSpPr>
          <p:nvPr/>
        </p:nvCxnSpPr>
        <p:spPr>
          <a:xfrm>
            <a:off x="7710022" y="4144867"/>
            <a:ext cx="336977" cy="0"/>
          </a:xfrm>
          <a:prstGeom prst="straightConnector1">
            <a:avLst/>
          </a:prstGeom>
          <a:noFill/>
          <a:ln w="50800" cap="flat" cmpd="sng" algn="ctr">
            <a:solidFill>
              <a:srgbClr val="657B83"/>
            </a:solidFill>
            <a:prstDash val="solid"/>
            <a:round/>
            <a:headEnd type="none" w="med" len="med"/>
            <a:tailEnd type="stealth" w="med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cxnSp>
      <p:sp>
        <p:nvSpPr>
          <p:cNvPr id="397" name="Rectangle: Rounded Corners 396">
            <a:extLst>
              <a:ext uri="{FF2B5EF4-FFF2-40B4-BE49-F238E27FC236}">
                <a16:creationId xmlns:a16="http://schemas.microsoft.com/office/drawing/2014/main" id="{2EE318EB-7CAE-4F72-92DB-295265791DE2}"/>
              </a:ext>
            </a:extLst>
          </p:cNvPr>
          <p:cNvSpPr/>
          <p:nvPr/>
        </p:nvSpPr>
        <p:spPr>
          <a:xfrm>
            <a:off x="304915" y="1369958"/>
            <a:ext cx="1174432" cy="387191"/>
          </a:xfrm>
          <a:prstGeom prst="roundRect">
            <a:avLst>
              <a:gd name="adj" fmla="val 9098"/>
            </a:avLst>
          </a:prstGeom>
          <a:solidFill>
            <a:srgbClr val="FAFAFF"/>
          </a:solidFill>
          <a:ln w="19050">
            <a:solidFill>
              <a:srgbClr val="862286"/>
            </a:solidFill>
          </a:ln>
          <a:effectLst>
            <a:outerShdw blurRad="508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none" rtlCol="0" anchor="ctr">
            <a:spAutoFit/>
          </a:bodyPr>
          <a:lstStyle/>
          <a:p>
            <a:pPr algn="ctr"/>
            <a:r>
              <a:rPr lang="en-US">
                <a:solidFill>
                  <a:srgbClr val="962696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Calibri" panose="020F0502020204030204" pitchFamily="34" charset="0"/>
              </a:rPr>
              <a:t>Zone Files</a:t>
            </a:r>
            <a:endParaRPr lang="en-US">
              <a:solidFill>
                <a:srgbClr val="962696"/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cxnSp>
        <p:nvCxnSpPr>
          <p:cNvPr id="402" name="Straight Arrow Connector 401">
            <a:extLst>
              <a:ext uri="{FF2B5EF4-FFF2-40B4-BE49-F238E27FC236}">
                <a16:creationId xmlns:a16="http://schemas.microsoft.com/office/drawing/2014/main" id="{2481E5F7-A0ED-407E-A4F5-87FD7DFC7F8E}"/>
              </a:ext>
            </a:extLst>
          </p:cNvPr>
          <p:cNvCxnSpPr>
            <a:cxnSpLocks/>
          </p:cNvCxnSpPr>
          <p:nvPr/>
        </p:nvCxnSpPr>
        <p:spPr>
          <a:xfrm>
            <a:off x="6907432" y="5155029"/>
            <a:ext cx="1126538" cy="6394"/>
          </a:xfrm>
          <a:prstGeom prst="straightConnector1">
            <a:avLst/>
          </a:prstGeom>
          <a:noFill/>
          <a:ln w="50800" cap="flat" cmpd="sng" algn="ctr">
            <a:solidFill>
              <a:srgbClr val="657B83"/>
            </a:solidFill>
            <a:prstDash val="solid"/>
            <a:round/>
            <a:headEnd type="none" w="med" len="med"/>
            <a:tailEnd type="stealth" w="med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cxnSp>
      <p:cxnSp>
        <p:nvCxnSpPr>
          <p:cNvPr id="403" name="Straight Arrow Connector 402">
            <a:extLst>
              <a:ext uri="{FF2B5EF4-FFF2-40B4-BE49-F238E27FC236}">
                <a16:creationId xmlns:a16="http://schemas.microsoft.com/office/drawing/2014/main" id="{06B25140-8953-488A-953D-6CD39CAE2355}"/>
              </a:ext>
            </a:extLst>
          </p:cNvPr>
          <p:cNvCxnSpPr>
            <a:cxnSpLocks/>
          </p:cNvCxnSpPr>
          <p:nvPr/>
        </p:nvCxnSpPr>
        <p:spPr>
          <a:xfrm>
            <a:off x="6899861" y="6114350"/>
            <a:ext cx="1126538" cy="6394"/>
          </a:xfrm>
          <a:prstGeom prst="straightConnector1">
            <a:avLst/>
          </a:prstGeom>
          <a:noFill/>
          <a:ln w="50800" cap="flat" cmpd="sng" algn="ctr">
            <a:solidFill>
              <a:srgbClr val="657B83"/>
            </a:solidFill>
            <a:prstDash val="solid"/>
            <a:round/>
            <a:headEnd type="none" w="med" len="med"/>
            <a:tailEnd type="stealth" w="med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cxnSp>
      <p:sp>
        <p:nvSpPr>
          <p:cNvPr id="410" name="Rectangle: Rounded Corners 409">
            <a:extLst>
              <a:ext uri="{FF2B5EF4-FFF2-40B4-BE49-F238E27FC236}">
                <a16:creationId xmlns:a16="http://schemas.microsoft.com/office/drawing/2014/main" id="{AE20EEE2-152B-4BA9-A532-33C3CC29F9C3}"/>
              </a:ext>
            </a:extLst>
          </p:cNvPr>
          <p:cNvSpPr/>
          <p:nvPr/>
        </p:nvSpPr>
        <p:spPr>
          <a:xfrm>
            <a:off x="6980568" y="2835701"/>
            <a:ext cx="913382" cy="613053"/>
          </a:xfrm>
          <a:prstGeom prst="roundRect">
            <a:avLst>
              <a:gd name="adj" fmla="val 9098"/>
            </a:avLst>
          </a:prstGeom>
          <a:solidFill>
            <a:srgbClr val="F3FAFF"/>
          </a:solidFill>
          <a:ln w="19050">
            <a:solidFill>
              <a:srgbClr val="0070C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 lIns="0" rIns="0" rtlCol="0" anchor="ctr">
            <a:spAutoFit/>
          </a:bodyPr>
          <a:lstStyle/>
          <a:p>
            <a:pPr algn="ctr"/>
            <a:r>
              <a:rPr lang="en-US" sz="1600">
                <a:solidFill>
                  <a:srgbClr val="0070C0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Calibri" panose="020F0502020204030204" pitchFamily="34" charset="0"/>
              </a:rPr>
              <a:t>Symbolic </a:t>
            </a:r>
          </a:p>
          <a:p>
            <a:pPr algn="ctr"/>
            <a:r>
              <a:rPr lang="en-US" sz="1600">
                <a:solidFill>
                  <a:srgbClr val="0070C0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Calibri" panose="020F0502020204030204" pitchFamily="34" charset="0"/>
              </a:rPr>
              <a:t>Execution</a:t>
            </a:r>
            <a:endParaRPr lang="en-US" sz="1600">
              <a:solidFill>
                <a:srgbClr val="0070C0"/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grpSp>
        <p:nvGrpSpPr>
          <p:cNvPr id="411" name="Group 410">
            <a:extLst>
              <a:ext uri="{FF2B5EF4-FFF2-40B4-BE49-F238E27FC236}">
                <a16:creationId xmlns:a16="http://schemas.microsoft.com/office/drawing/2014/main" id="{4DC0E222-8B6F-45FC-86F9-50ED08E8C663}"/>
              </a:ext>
            </a:extLst>
          </p:cNvPr>
          <p:cNvGrpSpPr/>
          <p:nvPr/>
        </p:nvGrpSpPr>
        <p:grpSpPr>
          <a:xfrm>
            <a:off x="2227857" y="1818921"/>
            <a:ext cx="2809602" cy="3125147"/>
            <a:chOff x="6313692" y="887325"/>
            <a:chExt cx="5339399" cy="4602705"/>
          </a:xfrm>
        </p:grpSpPr>
        <p:sp>
          <p:nvSpPr>
            <p:cNvPr id="412" name="Rectangle: Rounded Corners 411">
              <a:extLst>
                <a:ext uri="{FF2B5EF4-FFF2-40B4-BE49-F238E27FC236}">
                  <a16:creationId xmlns:a16="http://schemas.microsoft.com/office/drawing/2014/main" id="{A4EC919F-F7C1-4B82-9354-AD769B244098}"/>
                </a:ext>
              </a:extLst>
            </p:cNvPr>
            <p:cNvSpPr/>
            <p:nvPr/>
          </p:nvSpPr>
          <p:spPr>
            <a:xfrm>
              <a:off x="9372280" y="2357572"/>
              <a:ext cx="815697" cy="419457"/>
            </a:xfrm>
            <a:prstGeom prst="roundRect">
              <a:avLst>
                <a:gd name="adj" fmla="val 9098"/>
              </a:avLst>
            </a:prstGeom>
            <a:solidFill>
              <a:srgbClr val="FFEED9"/>
            </a:solidFill>
            <a:ln w="19050">
              <a:solidFill>
                <a:schemeClr val="accent3">
                  <a:lumMod val="75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wrap="none" rtlCol="0" anchor="ctr">
              <a:noAutofit/>
            </a:bodyPr>
            <a:lstStyle/>
            <a:p>
              <a:pPr algn="ctr"/>
              <a:r>
                <a:rPr lang="en-US" sz="1600" err="1">
                  <a:solidFill>
                    <a:schemeClr val="accent3">
                      <a:lumMod val="75000"/>
                    </a:schemeClr>
                  </a:solidFill>
                  <a:latin typeface="Lucida Sans Typewriter" panose="020B0509030504030204" pitchFamily="49" charset="0"/>
                  <a:ea typeface="Noto Mono" panose="020B0609030804020204" pitchFamily="49" charset="0"/>
                  <a:cs typeface="Noto Mono" panose="020B0609030804020204" pitchFamily="49" charset="0"/>
                </a:rPr>
                <a:t>edu</a:t>
              </a:r>
              <a:endParaRPr lang="en-US" sz="1600">
                <a:solidFill>
                  <a:schemeClr val="accent3">
                    <a:lumMod val="75000"/>
                  </a:schemeClr>
                </a:solidFill>
                <a:latin typeface="Lucida Sans Typewriter" panose="020B0509030504030204" pitchFamily="49" charset="0"/>
                <a:ea typeface="Noto Mono" panose="020B0609030804020204" pitchFamily="49" charset="0"/>
                <a:cs typeface="Noto Mono" panose="020B0609030804020204" pitchFamily="49" charset="0"/>
              </a:endParaRPr>
            </a:p>
          </p:txBody>
        </p:sp>
        <p:sp>
          <p:nvSpPr>
            <p:cNvPr id="413" name="Rectangle: Rounded Corners 412">
              <a:extLst>
                <a:ext uri="{FF2B5EF4-FFF2-40B4-BE49-F238E27FC236}">
                  <a16:creationId xmlns:a16="http://schemas.microsoft.com/office/drawing/2014/main" id="{9D568609-C291-403B-AE83-EC23EC54D5D0}"/>
                </a:ext>
              </a:extLst>
            </p:cNvPr>
            <p:cNvSpPr/>
            <p:nvPr/>
          </p:nvSpPr>
          <p:spPr>
            <a:xfrm>
              <a:off x="7836501" y="1544144"/>
              <a:ext cx="815697" cy="319683"/>
            </a:xfrm>
            <a:prstGeom prst="roundRect">
              <a:avLst>
                <a:gd name="adj" fmla="val 7396"/>
              </a:avLst>
            </a:prstGeom>
            <a:solidFill>
              <a:srgbClr val="EEF1F2"/>
            </a:solidFill>
            <a:ln w="19050">
              <a:solidFill>
                <a:srgbClr val="70838B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wrap="square" rtlCol="0" anchor="ctr">
              <a:spAutoFit/>
            </a:bodyPr>
            <a:lstStyle/>
            <a:p>
              <a:pPr>
                <a:lnSpc>
                  <a:spcPct val="100000"/>
                </a:lnSpc>
                <a:spcAft>
                  <a:spcPts val="500"/>
                </a:spcAft>
                <a:buClr>
                  <a:srgbClr val="619E64"/>
                </a:buClr>
                <a:buSzPct val="85000"/>
                <a:defRPr/>
              </a:pPr>
              <a:endParaRPr lang="en-US" sz="1400" kern="0">
                <a:solidFill>
                  <a:srgbClr val="619E64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14" name="TextBox 413">
              <a:extLst>
                <a:ext uri="{FF2B5EF4-FFF2-40B4-BE49-F238E27FC236}">
                  <a16:creationId xmlns:a16="http://schemas.microsoft.com/office/drawing/2014/main" id="{D4C89F6F-1A6C-4EBC-8900-A5B481E6D991}"/>
                </a:ext>
              </a:extLst>
            </p:cNvPr>
            <p:cNvSpPr txBox="1"/>
            <p:nvPr/>
          </p:nvSpPr>
          <p:spPr>
            <a:xfrm>
              <a:off x="7988910" y="887325"/>
              <a:ext cx="232643" cy="76944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4400" kern="0">
                  <a:solidFill>
                    <a:srgbClr val="70838B"/>
                  </a:solidFill>
                </a:rPr>
                <a:t>.</a:t>
              </a:r>
              <a:endParaRPr lang="en-US" sz="4400">
                <a:solidFill>
                  <a:srgbClr val="70838B"/>
                </a:solidFill>
              </a:endParaRPr>
            </a:p>
          </p:txBody>
        </p:sp>
        <p:cxnSp>
          <p:nvCxnSpPr>
            <p:cNvPr id="415" name="Straight Connector 414">
              <a:extLst>
                <a:ext uri="{FF2B5EF4-FFF2-40B4-BE49-F238E27FC236}">
                  <a16:creationId xmlns:a16="http://schemas.microsoft.com/office/drawing/2014/main" id="{DE8266EF-7C33-45C3-A78B-C3F57BBCF14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229600" y="2100045"/>
              <a:ext cx="1550528" cy="0"/>
            </a:xfrm>
            <a:prstGeom prst="line">
              <a:avLst/>
            </a:prstGeom>
            <a:ln w="25400">
              <a:solidFill>
                <a:srgbClr val="005EA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6" name="Straight Connector 415">
              <a:extLst>
                <a:ext uri="{FF2B5EF4-FFF2-40B4-BE49-F238E27FC236}">
                  <a16:creationId xmlns:a16="http://schemas.microsoft.com/office/drawing/2014/main" id="{AEDDB4B5-0130-49EC-A6BA-FA4665002418}"/>
                </a:ext>
              </a:extLst>
            </p:cNvPr>
            <p:cNvCxnSpPr>
              <a:cxnSpLocks/>
              <a:stCxn id="412" idx="0"/>
            </p:cNvCxnSpPr>
            <p:nvPr/>
          </p:nvCxnSpPr>
          <p:spPr>
            <a:xfrm flipV="1">
              <a:off x="9780129" y="2088615"/>
              <a:ext cx="0" cy="268957"/>
            </a:xfrm>
            <a:prstGeom prst="line">
              <a:avLst/>
            </a:prstGeom>
            <a:ln w="25400">
              <a:solidFill>
                <a:srgbClr val="005EA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7" name="Straight Connector 416">
              <a:extLst>
                <a:ext uri="{FF2B5EF4-FFF2-40B4-BE49-F238E27FC236}">
                  <a16:creationId xmlns:a16="http://schemas.microsoft.com/office/drawing/2014/main" id="{90229629-73CB-4F67-BE1B-EEBB5FD7AB53}"/>
                </a:ext>
              </a:extLst>
            </p:cNvPr>
            <p:cNvCxnSpPr>
              <a:cxnSpLocks/>
              <a:endCxn id="413" idx="2"/>
            </p:cNvCxnSpPr>
            <p:nvPr/>
          </p:nvCxnSpPr>
          <p:spPr>
            <a:xfrm flipV="1">
              <a:off x="8244348" y="1863829"/>
              <a:ext cx="2" cy="229494"/>
            </a:xfrm>
            <a:prstGeom prst="line">
              <a:avLst/>
            </a:prstGeom>
            <a:ln w="25400">
              <a:solidFill>
                <a:srgbClr val="005EA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18" name="Rectangle: Rounded Corners 417">
              <a:extLst>
                <a:ext uri="{FF2B5EF4-FFF2-40B4-BE49-F238E27FC236}">
                  <a16:creationId xmlns:a16="http://schemas.microsoft.com/office/drawing/2014/main" id="{CEBC37A2-2D50-497D-8905-526D230E9517}"/>
                </a:ext>
              </a:extLst>
            </p:cNvPr>
            <p:cNvSpPr/>
            <p:nvPr/>
          </p:nvSpPr>
          <p:spPr>
            <a:xfrm>
              <a:off x="8861205" y="3330750"/>
              <a:ext cx="815697" cy="419457"/>
            </a:xfrm>
            <a:prstGeom prst="roundRect">
              <a:avLst>
                <a:gd name="adj" fmla="val 9098"/>
              </a:avLst>
            </a:prstGeom>
            <a:solidFill>
              <a:srgbClr val="F7F1DD"/>
            </a:solidFill>
            <a:ln w="19050">
              <a:solidFill>
                <a:srgbClr val="957922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wrap="none" rtlCol="0" anchor="ctr">
              <a:noAutofit/>
            </a:bodyPr>
            <a:lstStyle/>
            <a:p>
              <a:pPr algn="ctr"/>
              <a:r>
                <a:rPr lang="en-US" sz="1600" dirty="0">
                  <a:solidFill>
                    <a:srgbClr val="957922"/>
                  </a:solidFill>
                  <a:latin typeface="Lucida Sans Typewriter" panose="020B0509030504030204" pitchFamily="49" charset="0"/>
                  <a:ea typeface="Noto Mono" panose="020B0609030804020204" pitchFamily="49" charset="0"/>
                  <a:cs typeface="Noto Mono" panose="020B0609030804020204" pitchFamily="49" charset="0"/>
                </a:rPr>
                <a:t>ns1</a:t>
              </a:r>
            </a:p>
          </p:txBody>
        </p:sp>
        <p:sp>
          <p:nvSpPr>
            <p:cNvPr id="419" name="Rectangle: Rounded Corners 418">
              <a:extLst>
                <a:ext uri="{FF2B5EF4-FFF2-40B4-BE49-F238E27FC236}">
                  <a16:creationId xmlns:a16="http://schemas.microsoft.com/office/drawing/2014/main" id="{8FB1A225-9CA6-4BB4-88E0-490FC6AF6F55}"/>
                </a:ext>
              </a:extLst>
            </p:cNvPr>
            <p:cNvSpPr/>
            <p:nvPr/>
          </p:nvSpPr>
          <p:spPr>
            <a:xfrm>
              <a:off x="7700717" y="3330751"/>
              <a:ext cx="988092" cy="419457"/>
            </a:xfrm>
            <a:prstGeom prst="roundRect">
              <a:avLst>
                <a:gd name="adj" fmla="val 9098"/>
              </a:avLst>
            </a:prstGeom>
            <a:solidFill>
              <a:srgbClr val="F7F1DD"/>
            </a:solidFill>
            <a:ln w="19050">
              <a:solidFill>
                <a:srgbClr val="957922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wrap="none" rtlCol="0" anchor="ctr">
              <a:noAutofit/>
            </a:bodyPr>
            <a:lstStyle/>
            <a:p>
              <a:pPr algn="ctr"/>
              <a:r>
                <a:rPr lang="en-US" sz="1600" dirty="0" err="1">
                  <a:solidFill>
                    <a:srgbClr val="957922"/>
                  </a:solidFill>
                  <a:latin typeface="Lucida Sans Typewriter" panose="020B0509030504030204" pitchFamily="49" charset="0"/>
                  <a:ea typeface="Noto Mono" panose="020B0609030804020204" pitchFamily="49" charset="0"/>
                  <a:cs typeface="Noto Mono" panose="020B0609030804020204" pitchFamily="49" charset="0"/>
                </a:rPr>
                <a:t>ucla</a:t>
              </a:r>
              <a:endParaRPr lang="en-US" sz="1600" dirty="0">
                <a:solidFill>
                  <a:srgbClr val="957922"/>
                </a:solidFill>
                <a:latin typeface="Lucida Sans Typewriter" panose="020B0509030504030204" pitchFamily="49" charset="0"/>
                <a:ea typeface="Noto Mono" panose="020B0609030804020204" pitchFamily="49" charset="0"/>
                <a:cs typeface="Noto Mono" panose="020B0609030804020204" pitchFamily="49" charset="0"/>
              </a:endParaRPr>
            </a:p>
          </p:txBody>
        </p:sp>
        <p:sp>
          <p:nvSpPr>
            <p:cNvPr id="420" name="Rectangle: Rounded Corners 419">
              <a:extLst>
                <a:ext uri="{FF2B5EF4-FFF2-40B4-BE49-F238E27FC236}">
                  <a16:creationId xmlns:a16="http://schemas.microsoft.com/office/drawing/2014/main" id="{7A31A4B7-8C85-4E0D-A0EE-F7D12CDA4D98}"/>
                </a:ext>
              </a:extLst>
            </p:cNvPr>
            <p:cNvSpPr/>
            <p:nvPr/>
          </p:nvSpPr>
          <p:spPr>
            <a:xfrm>
              <a:off x="9849300" y="3330750"/>
              <a:ext cx="815697" cy="419457"/>
            </a:xfrm>
            <a:prstGeom prst="roundRect">
              <a:avLst>
                <a:gd name="adj" fmla="val 9098"/>
              </a:avLst>
            </a:prstGeom>
            <a:solidFill>
              <a:srgbClr val="F7F1DD"/>
            </a:solidFill>
            <a:ln w="19050">
              <a:solidFill>
                <a:srgbClr val="957922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wrap="none" rtlCol="0" anchor="ctr">
              <a:noAutofit/>
            </a:bodyPr>
            <a:lstStyle/>
            <a:p>
              <a:pPr algn="ctr"/>
              <a:r>
                <a:rPr lang="en-US" sz="1600">
                  <a:solidFill>
                    <a:srgbClr val="957922"/>
                  </a:solidFill>
                  <a:latin typeface="Lucida Sans Typewriter" panose="020B0509030504030204" pitchFamily="49" charset="0"/>
                  <a:ea typeface="Noto Mono" panose="020B0609030804020204" pitchFamily="49" charset="0"/>
                  <a:cs typeface="Noto Mono" panose="020B0609030804020204" pitchFamily="49" charset="0"/>
                </a:rPr>
                <a:t>ns2</a:t>
              </a:r>
            </a:p>
          </p:txBody>
        </p:sp>
        <p:grpSp>
          <p:nvGrpSpPr>
            <p:cNvPr id="421" name="Group 420">
              <a:extLst>
                <a:ext uri="{FF2B5EF4-FFF2-40B4-BE49-F238E27FC236}">
                  <a16:creationId xmlns:a16="http://schemas.microsoft.com/office/drawing/2014/main" id="{2387EDF1-B9ED-4348-BDA9-86570BCA65FD}"/>
                </a:ext>
              </a:extLst>
            </p:cNvPr>
            <p:cNvGrpSpPr/>
            <p:nvPr/>
          </p:nvGrpSpPr>
          <p:grpSpPr>
            <a:xfrm>
              <a:off x="10824220" y="3227209"/>
              <a:ext cx="828871" cy="522998"/>
              <a:chOff x="11221978" y="3047366"/>
              <a:chExt cx="828871" cy="522998"/>
            </a:xfrm>
          </p:grpSpPr>
          <p:sp>
            <p:nvSpPr>
              <p:cNvPr id="457" name="Rectangle: Rounded Corners 456">
                <a:extLst>
                  <a:ext uri="{FF2B5EF4-FFF2-40B4-BE49-F238E27FC236}">
                    <a16:creationId xmlns:a16="http://schemas.microsoft.com/office/drawing/2014/main" id="{2F0DA5D9-9225-42C8-88E8-3AACFD26DCDE}"/>
                  </a:ext>
                </a:extLst>
              </p:cNvPr>
              <p:cNvSpPr/>
              <p:nvPr/>
            </p:nvSpPr>
            <p:spPr>
              <a:xfrm>
                <a:off x="11235152" y="3150907"/>
                <a:ext cx="815697" cy="419457"/>
              </a:xfrm>
              <a:prstGeom prst="roundRect">
                <a:avLst>
                  <a:gd name="adj" fmla="val 9098"/>
                </a:avLst>
              </a:prstGeom>
              <a:solidFill>
                <a:srgbClr val="F7F1DD"/>
              </a:solidFill>
              <a:ln w="19050">
                <a:solidFill>
                  <a:srgbClr val="957922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wrap="none" rtlCol="0" anchor="ctr">
                <a:noAutofit/>
              </a:bodyPr>
              <a:lstStyle/>
              <a:p>
                <a:pPr algn="ctr"/>
                <a:endParaRPr lang="en-US" sz="1600">
                  <a:solidFill>
                    <a:srgbClr val="957922"/>
                  </a:solidFill>
                  <a:latin typeface="Noto Mono" panose="020B0609030804020204" pitchFamily="49" charset="0"/>
                  <a:ea typeface="Noto Mono" panose="020B0609030804020204" pitchFamily="49" charset="0"/>
                  <a:cs typeface="Noto Mono" panose="020B0609030804020204" pitchFamily="49" charset="0"/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58" name="TextBox 457">
                    <a:extLst>
                      <a:ext uri="{FF2B5EF4-FFF2-40B4-BE49-F238E27FC236}">
                        <a16:creationId xmlns:a16="http://schemas.microsoft.com/office/drawing/2014/main" id="{DBF2038F-84AD-4CB8-B1C1-EB46BF1B3F2E}"/>
                      </a:ext>
                    </a:extLst>
                  </p:cNvPr>
                  <p:cNvSpPr txBox="1"/>
                  <p:nvPr/>
                </p:nvSpPr>
                <p:spPr>
                  <a:xfrm>
                    <a:off x="11221978" y="3047366"/>
                    <a:ext cx="619578" cy="369332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1" i="1" smtClean="0">
                              <a:solidFill>
                                <a:srgbClr val="BC69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Noto Mono" panose="020B0609030804020204" pitchFamily="49" charset="0"/>
                            </a:rPr>
                            <m:t> </m:t>
                          </m:r>
                          <m:r>
                            <a:rPr lang="en-US" b="1" i="1" smtClean="0">
                              <a:solidFill>
                                <a:srgbClr val="957922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Noto Mono" panose="020B0609030804020204" pitchFamily="49" charset="0"/>
                            </a:rPr>
                            <m:t>𝜶</m:t>
                          </m:r>
                        </m:oMath>
                      </m:oMathPara>
                    </a14:m>
                    <a:endParaRPr lang="en-US">
                      <a:solidFill>
                        <a:srgbClr val="BC690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458" name="TextBox 457">
                    <a:extLst>
                      <a:ext uri="{FF2B5EF4-FFF2-40B4-BE49-F238E27FC236}">
                        <a16:creationId xmlns:a16="http://schemas.microsoft.com/office/drawing/2014/main" id="{DBF2038F-84AD-4CB8-B1C1-EB46BF1B3F2E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1221978" y="3047366"/>
                    <a:ext cx="619578" cy="369332"/>
                  </a:xfrm>
                  <a:prstGeom prst="rect">
                    <a:avLst/>
                  </a:prstGeom>
                  <a:blipFill>
                    <a:blip r:embed="rId10"/>
                    <a:stretch>
                      <a:fillRect r="-11321" b="-29268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cxnSp>
          <p:nvCxnSpPr>
            <p:cNvPr id="422" name="Straight Connector 421">
              <a:extLst>
                <a:ext uri="{FF2B5EF4-FFF2-40B4-BE49-F238E27FC236}">
                  <a16:creationId xmlns:a16="http://schemas.microsoft.com/office/drawing/2014/main" id="{786D26C6-F7CB-4DFD-96EE-36064979C12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260081" y="3036232"/>
              <a:ext cx="2979446" cy="3813"/>
            </a:xfrm>
            <a:prstGeom prst="line">
              <a:avLst/>
            </a:prstGeom>
            <a:ln w="25400">
              <a:solidFill>
                <a:srgbClr val="005EA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3" name="Straight Connector 422">
              <a:extLst>
                <a:ext uri="{FF2B5EF4-FFF2-40B4-BE49-F238E27FC236}">
                  <a16:creationId xmlns:a16="http://schemas.microsoft.com/office/drawing/2014/main" id="{B9003BD0-A0AD-4AAD-966C-E0A4FFCDF88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272069" y="3032420"/>
              <a:ext cx="0" cy="296425"/>
            </a:xfrm>
            <a:prstGeom prst="line">
              <a:avLst/>
            </a:prstGeom>
            <a:ln w="25400">
              <a:solidFill>
                <a:srgbClr val="005EA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4" name="Straight Connector 423">
              <a:extLst>
                <a:ext uri="{FF2B5EF4-FFF2-40B4-BE49-F238E27FC236}">
                  <a16:creationId xmlns:a16="http://schemas.microsoft.com/office/drawing/2014/main" id="{83D7A73D-D0AC-48DA-8ED6-F245542896F2}"/>
                </a:ext>
              </a:extLst>
            </p:cNvPr>
            <p:cNvCxnSpPr>
              <a:cxnSpLocks/>
              <a:stCxn id="418" idx="0"/>
            </p:cNvCxnSpPr>
            <p:nvPr/>
          </p:nvCxnSpPr>
          <p:spPr>
            <a:xfrm flipH="1" flipV="1">
              <a:off x="9269053" y="3040045"/>
              <a:ext cx="1" cy="290705"/>
            </a:xfrm>
            <a:prstGeom prst="line">
              <a:avLst/>
            </a:prstGeom>
            <a:ln w="25400">
              <a:solidFill>
                <a:srgbClr val="005EA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5" name="Straight Connector 424">
              <a:extLst>
                <a:ext uri="{FF2B5EF4-FFF2-40B4-BE49-F238E27FC236}">
                  <a16:creationId xmlns:a16="http://schemas.microsoft.com/office/drawing/2014/main" id="{49BB2FC5-E8D1-4278-9BB4-AD688C52195A}"/>
                </a:ext>
              </a:extLst>
            </p:cNvPr>
            <p:cNvCxnSpPr>
              <a:cxnSpLocks/>
              <a:stCxn id="420" idx="0"/>
            </p:cNvCxnSpPr>
            <p:nvPr/>
          </p:nvCxnSpPr>
          <p:spPr>
            <a:xfrm flipH="1" flipV="1">
              <a:off x="10257148" y="3032420"/>
              <a:ext cx="1" cy="298330"/>
            </a:xfrm>
            <a:prstGeom prst="line">
              <a:avLst/>
            </a:prstGeom>
            <a:ln w="25400">
              <a:solidFill>
                <a:srgbClr val="005EA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6" name="Straight Connector 425">
              <a:extLst>
                <a:ext uri="{FF2B5EF4-FFF2-40B4-BE49-F238E27FC236}">
                  <a16:creationId xmlns:a16="http://schemas.microsoft.com/office/drawing/2014/main" id="{E1CED609-CD61-4993-B585-E9EED70154E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239528" y="3028610"/>
              <a:ext cx="0" cy="298687"/>
            </a:xfrm>
            <a:prstGeom prst="line">
              <a:avLst/>
            </a:prstGeom>
            <a:ln w="25400">
              <a:solidFill>
                <a:srgbClr val="005EA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7" name="Straight Connector 426">
              <a:extLst>
                <a:ext uri="{FF2B5EF4-FFF2-40B4-BE49-F238E27FC236}">
                  <a16:creationId xmlns:a16="http://schemas.microsoft.com/office/drawing/2014/main" id="{D7B84DB2-B90F-4A97-A5D1-A54643AD19CE}"/>
                </a:ext>
              </a:extLst>
            </p:cNvPr>
            <p:cNvCxnSpPr>
              <a:cxnSpLocks/>
              <a:endCxn id="412" idx="2"/>
            </p:cNvCxnSpPr>
            <p:nvPr/>
          </p:nvCxnSpPr>
          <p:spPr>
            <a:xfrm flipV="1">
              <a:off x="9780129" y="2777029"/>
              <a:ext cx="0" cy="268957"/>
            </a:xfrm>
            <a:prstGeom prst="line">
              <a:avLst/>
            </a:prstGeom>
            <a:ln w="25400">
              <a:solidFill>
                <a:srgbClr val="005EA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28" name="Rectangle: Rounded Corners 427">
              <a:extLst>
                <a:ext uri="{FF2B5EF4-FFF2-40B4-BE49-F238E27FC236}">
                  <a16:creationId xmlns:a16="http://schemas.microsoft.com/office/drawing/2014/main" id="{53F8BD2B-A71D-477A-955C-F6907A49CEC3}"/>
                </a:ext>
              </a:extLst>
            </p:cNvPr>
            <p:cNvSpPr/>
            <p:nvPr/>
          </p:nvSpPr>
          <p:spPr>
            <a:xfrm>
              <a:off x="7381326" y="4295265"/>
              <a:ext cx="815697" cy="419457"/>
            </a:xfrm>
            <a:prstGeom prst="roundRect">
              <a:avLst>
                <a:gd name="adj" fmla="val 9098"/>
              </a:avLst>
            </a:prstGeom>
            <a:solidFill>
              <a:srgbClr val="FAFFFA"/>
            </a:solidFill>
            <a:ln w="19050">
              <a:solidFill>
                <a:srgbClr val="619E64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wrap="none" rtlCol="0" anchor="ctr">
              <a:noAutofit/>
            </a:bodyPr>
            <a:lstStyle/>
            <a:p>
              <a:pPr algn="ctr"/>
              <a:r>
                <a:rPr lang="en-US" sz="1600">
                  <a:solidFill>
                    <a:srgbClr val="619E64"/>
                  </a:solidFill>
                  <a:latin typeface="Lucida Sans Typewriter" panose="020B0509030504030204" pitchFamily="49" charset="0"/>
                  <a:ea typeface="Noto Mono" panose="020B0609030804020204" pitchFamily="49" charset="0"/>
                  <a:cs typeface="Noto Mono" panose="020B0609030804020204" pitchFamily="49" charset="0"/>
                </a:rPr>
                <a:t>www</a:t>
              </a:r>
            </a:p>
          </p:txBody>
        </p:sp>
        <p:sp>
          <p:nvSpPr>
            <p:cNvPr id="429" name="Rectangle: Rounded Corners 428">
              <a:extLst>
                <a:ext uri="{FF2B5EF4-FFF2-40B4-BE49-F238E27FC236}">
                  <a16:creationId xmlns:a16="http://schemas.microsoft.com/office/drawing/2014/main" id="{EC45257F-5C3E-4C90-9C2F-2E72F0C705BA}"/>
                </a:ext>
              </a:extLst>
            </p:cNvPr>
            <p:cNvSpPr/>
            <p:nvPr/>
          </p:nvSpPr>
          <p:spPr>
            <a:xfrm>
              <a:off x="8361640" y="4295264"/>
              <a:ext cx="815697" cy="419457"/>
            </a:xfrm>
            <a:prstGeom prst="roundRect">
              <a:avLst>
                <a:gd name="adj" fmla="val 9098"/>
              </a:avLst>
            </a:prstGeom>
            <a:solidFill>
              <a:srgbClr val="FAFFFA"/>
            </a:solidFill>
            <a:ln w="19050">
              <a:solidFill>
                <a:srgbClr val="619E64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wrap="none" rtlCol="0" anchor="ctr">
              <a:noAutofit/>
            </a:bodyPr>
            <a:lstStyle/>
            <a:p>
              <a:pPr algn="ctr"/>
              <a:r>
                <a:rPr lang="en-US" sz="1600">
                  <a:solidFill>
                    <a:srgbClr val="619E64"/>
                  </a:solidFill>
                  <a:latin typeface="Lucida Sans Typewriter" panose="020B0509030504030204" pitchFamily="49" charset="0"/>
                  <a:ea typeface="Noto Mono" panose="020B0609030804020204" pitchFamily="49" charset="0"/>
                  <a:cs typeface="Noto Mono" panose="020B0609030804020204" pitchFamily="49" charset="0"/>
                </a:rPr>
                <a:t>*</a:t>
              </a:r>
            </a:p>
          </p:txBody>
        </p:sp>
        <p:sp>
          <p:nvSpPr>
            <p:cNvPr id="430" name="Rectangle: Rounded Corners 429">
              <a:extLst>
                <a:ext uri="{FF2B5EF4-FFF2-40B4-BE49-F238E27FC236}">
                  <a16:creationId xmlns:a16="http://schemas.microsoft.com/office/drawing/2014/main" id="{38AA704F-2551-4251-95BF-43DECDFA4E92}"/>
                </a:ext>
              </a:extLst>
            </p:cNvPr>
            <p:cNvSpPr/>
            <p:nvPr/>
          </p:nvSpPr>
          <p:spPr>
            <a:xfrm>
              <a:off x="6401012" y="4295265"/>
              <a:ext cx="815697" cy="419457"/>
            </a:xfrm>
            <a:prstGeom prst="roundRect">
              <a:avLst>
                <a:gd name="adj" fmla="val 9098"/>
              </a:avLst>
            </a:prstGeom>
            <a:solidFill>
              <a:srgbClr val="FAFFFA"/>
            </a:solidFill>
            <a:ln w="19050">
              <a:solidFill>
                <a:srgbClr val="619E64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wrap="none" rtlCol="0" anchor="ctr">
              <a:noAutofit/>
            </a:bodyPr>
            <a:lstStyle/>
            <a:p>
              <a:pPr algn="ctr"/>
              <a:r>
                <a:rPr lang="en-US" sz="1600">
                  <a:solidFill>
                    <a:srgbClr val="619E64"/>
                  </a:solidFill>
                  <a:latin typeface="Lucida Sans Typewriter" panose="020B0509030504030204" pitchFamily="49" charset="0"/>
                  <a:ea typeface="Noto Mono" panose="020B0609030804020204" pitchFamily="49" charset="0"/>
                  <a:cs typeface="Noto Mono" panose="020B0609030804020204" pitchFamily="49" charset="0"/>
                </a:rPr>
                <a:t>bio</a:t>
              </a:r>
            </a:p>
          </p:txBody>
        </p:sp>
        <p:cxnSp>
          <p:nvCxnSpPr>
            <p:cNvPr id="431" name="Straight Connector 430">
              <a:extLst>
                <a:ext uri="{FF2B5EF4-FFF2-40B4-BE49-F238E27FC236}">
                  <a16:creationId xmlns:a16="http://schemas.microsoft.com/office/drawing/2014/main" id="{88E1105E-ABB6-4E59-B7C9-1B62B51F41F3}"/>
                </a:ext>
              </a:extLst>
            </p:cNvPr>
            <p:cNvCxnSpPr>
              <a:cxnSpLocks/>
              <a:endCxn id="419" idx="2"/>
            </p:cNvCxnSpPr>
            <p:nvPr/>
          </p:nvCxnSpPr>
          <p:spPr>
            <a:xfrm flipH="1" flipV="1">
              <a:off x="8194763" y="3750207"/>
              <a:ext cx="4432" cy="262108"/>
            </a:xfrm>
            <a:prstGeom prst="line">
              <a:avLst/>
            </a:prstGeom>
            <a:ln w="25400">
              <a:solidFill>
                <a:srgbClr val="005EA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2" name="Straight Connector 431">
              <a:extLst>
                <a:ext uri="{FF2B5EF4-FFF2-40B4-BE49-F238E27FC236}">
                  <a16:creationId xmlns:a16="http://schemas.microsoft.com/office/drawing/2014/main" id="{FC53EEFA-C79B-42C1-B257-53EBB9891E6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800682" y="4024652"/>
              <a:ext cx="2979446" cy="3813"/>
            </a:xfrm>
            <a:prstGeom prst="line">
              <a:avLst/>
            </a:prstGeom>
            <a:ln w="25400">
              <a:solidFill>
                <a:srgbClr val="005EA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3" name="Straight Connector 432">
              <a:extLst>
                <a:ext uri="{FF2B5EF4-FFF2-40B4-BE49-F238E27FC236}">
                  <a16:creationId xmlns:a16="http://schemas.microsoft.com/office/drawing/2014/main" id="{8C2541C5-3FDE-4030-A9B4-858CDFD4523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808861" y="4013200"/>
              <a:ext cx="0" cy="270613"/>
            </a:xfrm>
            <a:prstGeom prst="line">
              <a:avLst/>
            </a:prstGeom>
            <a:ln w="25400">
              <a:solidFill>
                <a:srgbClr val="005EA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4" name="Straight Connector 433">
              <a:extLst>
                <a:ext uri="{FF2B5EF4-FFF2-40B4-BE49-F238E27FC236}">
                  <a16:creationId xmlns:a16="http://schemas.microsoft.com/office/drawing/2014/main" id="{28259055-43C1-45AC-8C68-0FA5472A558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769738" y="4022747"/>
              <a:ext cx="0" cy="270613"/>
            </a:xfrm>
            <a:prstGeom prst="line">
              <a:avLst/>
            </a:prstGeom>
            <a:ln w="25400">
              <a:solidFill>
                <a:srgbClr val="005EA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35" name="Rectangle: Rounded Corners 434">
              <a:extLst>
                <a:ext uri="{FF2B5EF4-FFF2-40B4-BE49-F238E27FC236}">
                  <a16:creationId xmlns:a16="http://schemas.microsoft.com/office/drawing/2014/main" id="{06C7A3E2-F218-4FBA-B700-A28F36250C57}"/>
                </a:ext>
              </a:extLst>
            </p:cNvPr>
            <p:cNvSpPr/>
            <p:nvPr/>
          </p:nvSpPr>
          <p:spPr>
            <a:xfrm>
              <a:off x="9341955" y="4295265"/>
              <a:ext cx="815697" cy="419457"/>
            </a:xfrm>
            <a:prstGeom prst="roundRect">
              <a:avLst>
                <a:gd name="adj" fmla="val 9098"/>
              </a:avLst>
            </a:prstGeom>
            <a:solidFill>
              <a:srgbClr val="FAFFFA"/>
            </a:solidFill>
            <a:ln w="19050">
              <a:solidFill>
                <a:srgbClr val="619E64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wrap="none" rtlCol="0" anchor="ctr">
              <a:noAutofit/>
            </a:bodyPr>
            <a:lstStyle/>
            <a:p>
              <a:pPr algn="ctr"/>
              <a:endParaRPr lang="en-US" sz="1600">
                <a:solidFill>
                  <a:srgbClr val="957922"/>
                </a:solidFill>
                <a:latin typeface="Noto Mono" panose="020B0609030804020204" pitchFamily="49" charset="0"/>
                <a:ea typeface="Noto Mono" panose="020B0609030804020204" pitchFamily="49" charset="0"/>
                <a:cs typeface="Noto Mono" panose="020B0609030804020204" pitchFamily="49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36" name="TextBox 435">
                  <a:extLst>
                    <a:ext uri="{FF2B5EF4-FFF2-40B4-BE49-F238E27FC236}">
                      <a16:creationId xmlns:a16="http://schemas.microsoft.com/office/drawing/2014/main" id="{2B0C958F-0726-4C9A-B24B-B63EAE6EF873}"/>
                    </a:ext>
                  </a:extLst>
                </p:cNvPr>
                <p:cNvSpPr txBox="1"/>
                <p:nvPr/>
              </p:nvSpPr>
              <p:spPr>
                <a:xfrm>
                  <a:off x="9328782" y="4191725"/>
                  <a:ext cx="619578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smtClean="0">
                            <a:solidFill>
                              <a:srgbClr val="BC69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Noto Mono" panose="020B0609030804020204" pitchFamily="49" charset="0"/>
                          </a:rPr>
                          <m:t> </m:t>
                        </m:r>
                        <m:r>
                          <a:rPr lang="en-US" b="1" i="1" smtClean="0">
                            <a:solidFill>
                              <a:srgbClr val="619E64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Noto Mono" panose="020B0609030804020204" pitchFamily="49" charset="0"/>
                          </a:rPr>
                          <m:t>𝜶</m:t>
                        </m:r>
                      </m:oMath>
                    </m:oMathPara>
                  </a14:m>
                  <a:endParaRPr lang="en-US">
                    <a:solidFill>
                      <a:srgbClr val="BC6900"/>
                    </a:solidFill>
                  </a:endParaRPr>
                </a:p>
              </p:txBody>
            </p:sp>
          </mc:Choice>
          <mc:Fallback xmlns="">
            <p:sp>
              <p:nvSpPr>
                <p:cNvPr id="436" name="TextBox 435">
                  <a:extLst>
                    <a:ext uri="{FF2B5EF4-FFF2-40B4-BE49-F238E27FC236}">
                      <a16:creationId xmlns:a16="http://schemas.microsoft.com/office/drawing/2014/main" id="{2B0C958F-0726-4C9A-B24B-B63EAE6EF87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328782" y="4191725"/>
                  <a:ext cx="619578" cy="369332"/>
                </a:xfrm>
                <a:prstGeom prst="rect">
                  <a:avLst/>
                </a:prstGeom>
                <a:blipFill>
                  <a:blip r:embed="rId11"/>
                  <a:stretch>
                    <a:fillRect r="-11321" b="-2857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437" name="Straight Connector 436">
              <a:extLst>
                <a:ext uri="{FF2B5EF4-FFF2-40B4-BE49-F238E27FC236}">
                  <a16:creationId xmlns:a16="http://schemas.microsoft.com/office/drawing/2014/main" id="{F1A78911-7ADA-4AD9-966D-59990194DFB7}"/>
                </a:ext>
              </a:extLst>
            </p:cNvPr>
            <p:cNvCxnSpPr>
              <a:cxnSpLocks/>
              <a:stCxn id="428" idx="0"/>
            </p:cNvCxnSpPr>
            <p:nvPr/>
          </p:nvCxnSpPr>
          <p:spPr>
            <a:xfrm flipV="1">
              <a:off x="7789175" y="4028465"/>
              <a:ext cx="0" cy="266800"/>
            </a:xfrm>
            <a:prstGeom prst="line">
              <a:avLst/>
            </a:prstGeom>
            <a:ln w="25400">
              <a:solidFill>
                <a:srgbClr val="005EA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8" name="Straight Connector 437">
              <a:extLst>
                <a:ext uri="{FF2B5EF4-FFF2-40B4-BE49-F238E27FC236}">
                  <a16:creationId xmlns:a16="http://schemas.microsoft.com/office/drawing/2014/main" id="{7EEEA218-D7B3-48FC-BC42-43B5A4A30D8D}"/>
                </a:ext>
              </a:extLst>
            </p:cNvPr>
            <p:cNvCxnSpPr>
              <a:cxnSpLocks/>
              <a:stCxn id="429" idx="0"/>
            </p:cNvCxnSpPr>
            <p:nvPr/>
          </p:nvCxnSpPr>
          <p:spPr>
            <a:xfrm flipH="1" flipV="1">
              <a:off x="8768575" y="4028465"/>
              <a:ext cx="914" cy="266799"/>
            </a:xfrm>
            <a:prstGeom prst="line">
              <a:avLst/>
            </a:prstGeom>
            <a:ln w="25400">
              <a:solidFill>
                <a:srgbClr val="005EA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9" name="Straight Connector 438">
              <a:extLst>
                <a:ext uri="{FF2B5EF4-FFF2-40B4-BE49-F238E27FC236}">
                  <a16:creationId xmlns:a16="http://schemas.microsoft.com/office/drawing/2014/main" id="{33964C45-3FDA-4126-A285-F7BF75B2F4C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721541" y="2100045"/>
              <a:ext cx="1550528" cy="0"/>
            </a:xfrm>
            <a:prstGeom prst="line">
              <a:avLst/>
            </a:prstGeom>
            <a:ln w="25400">
              <a:solidFill>
                <a:srgbClr val="005EA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0" name="Straight Connector 439">
              <a:extLst>
                <a:ext uri="{FF2B5EF4-FFF2-40B4-BE49-F238E27FC236}">
                  <a16:creationId xmlns:a16="http://schemas.microsoft.com/office/drawing/2014/main" id="{7B736FCC-A24E-4DD9-9180-77520D456207}"/>
                </a:ext>
              </a:extLst>
            </p:cNvPr>
            <p:cNvCxnSpPr>
              <a:cxnSpLocks/>
              <a:stCxn id="441" idx="0"/>
            </p:cNvCxnSpPr>
            <p:nvPr/>
          </p:nvCxnSpPr>
          <p:spPr>
            <a:xfrm flipV="1">
              <a:off x="6721541" y="2088616"/>
              <a:ext cx="1129" cy="263272"/>
            </a:xfrm>
            <a:prstGeom prst="line">
              <a:avLst/>
            </a:prstGeom>
            <a:ln w="25400">
              <a:solidFill>
                <a:srgbClr val="005EA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41" name="Rectangle: Rounded Corners 440">
                  <a:extLst>
                    <a:ext uri="{FF2B5EF4-FFF2-40B4-BE49-F238E27FC236}">
                      <a16:creationId xmlns:a16="http://schemas.microsoft.com/office/drawing/2014/main" id="{BCEDA787-195D-4C50-AF3F-39194C002003}"/>
                    </a:ext>
                  </a:extLst>
                </p:cNvPr>
                <p:cNvSpPr/>
                <p:nvPr/>
              </p:nvSpPr>
              <p:spPr>
                <a:xfrm>
                  <a:off x="6313692" y="2351888"/>
                  <a:ext cx="815697" cy="419457"/>
                </a:xfrm>
                <a:prstGeom prst="roundRect">
                  <a:avLst>
                    <a:gd name="adj" fmla="val 9098"/>
                  </a:avLst>
                </a:prstGeom>
                <a:solidFill>
                  <a:srgbClr val="FFEED9"/>
                </a:solidFill>
                <a:ln w="19050">
                  <a:solidFill>
                    <a:schemeClr val="accent3">
                      <a:lumMod val="75000"/>
                    </a:schemeClr>
                  </a:solidFill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6">
                    <a:shade val="50000"/>
                  </a:schemeClr>
                </a:lnRef>
                <a:fillRef idx="1">
                  <a:schemeClr val="accent6"/>
                </a:fillRef>
                <a:effectRef idx="0">
                  <a:schemeClr val="accent6"/>
                </a:effectRef>
                <a:fontRef idx="minor">
                  <a:schemeClr val="lt1"/>
                </a:fontRef>
              </p:style>
              <p:txBody>
                <a:bodyPr wrap="none" rtlCol="0" anchor="ctr">
                  <a:no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1" i="1" smtClean="0">
                            <a:solidFill>
                              <a:srgbClr val="BC69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Noto Mono" panose="020B0609030804020204" pitchFamily="49" charset="0"/>
                          </a:rPr>
                          <m:t>   </m:t>
                        </m:r>
                      </m:oMath>
                    </m:oMathPara>
                  </a14:m>
                  <a:endParaRPr lang="en-US" sz="2000">
                    <a:solidFill>
                      <a:srgbClr val="BC6900"/>
                    </a:solidFill>
                    <a:latin typeface="Noto Mono" panose="020B0609030804020204" pitchFamily="49" charset="0"/>
                    <a:ea typeface="Noto Mono" panose="020B0609030804020204" pitchFamily="49" charset="0"/>
                    <a:cs typeface="Noto Mono" panose="020B0609030804020204" pitchFamily="49" charset="0"/>
                  </a:endParaRPr>
                </a:p>
              </p:txBody>
            </p:sp>
          </mc:Choice>
          <mc:Fallback xmlns="">
            <p:sp>
              <p:nvSpPr>
                <p:cNvPr id="441" name="Rectangle: Rounded Corners 440">
                  <a:extLst>
                    <a:ext uri="{FF2B5EF4-FFF2-40B4-BE49-F238E27FC236}">
                      <a16:creationId xmlns:a16="http://schemas.microsoft.com/office/drawing/2014/main" id="{BCEDA787-195D-4C50-AF3F-39194C002003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13692" y="2351888"/>
                  <a:ext cx="815697" cy="419457"/>
                </a:xfrm>
                <a:prstGeom prst="roundRect">
                  <a:avLst>
                    <a:gd name="adj" fmla="val 9098"/>
                  </a:avLst>
                </a:prstGeom>
                <a:blipFill>
                  <a:blip r:embed="rId12"/>
                  <a:stretch>
                    <a:fillRect/>
                  </a:stretch>
                </a:blipFill>
                <a:ln w="19050">
                  <a:solidFill>
                    <a:schemeClr val="accent3">
                      <a:lumMod val="75000"/>
                    </a:schemeClr>
                  </a:solidFill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42" name="TextBox 441">
                  <a:extLst>
                    <a:ext uri="{FF2B5EF4-FFF2-40B4-BE49-F238E27FC236}">
                      <a16:creationId xmlns:a16="http://schemas.microsoft.com/office/drawing/2014/main" id="{DE082358-2822-410E-8D4A-095D7FC115E4}"/>
                    </a:ext>
                  </a:extLst>
                </p:cNvPr>
                <p:cNvSpPr txBox="1"/>
                <p:nvPr/>
              </p:nvSpPr>
              <p:spPr>
                <a:xfrm>
                  <a:off x="6324285" y="2263232"/>
                  <a:ext cx="417638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smtClean="0">
                            <a:solidFill>
                              <a:srgbClr val="BC69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Noto Mono" panose="020B0609030804020204" pitchFamily="49" charset="0"/>
                          </a:rPr>
                          <m:t> </m:t>
                        </m:r>
                        <m:r>
                          <a:rPr lang="en-US" b="1" i="1" smtClean="0">
                            <a:solidFill>
                              <a:srgbClr val="BC69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Noto Mono" panose="020B0609030804020204" pitchFamily="49" charset="0"/>
                          </a:rPr>
                          <m:t>𝜶</m:t>
                        </m:r>
                      </m:oMath>
                    </m:oMathPara>
                  </a14:m>
                  <a:endParaRPr lang="en-US">
                    <a:solidFill>
                      <a:srgbClr val="BC6900"/>
                    </a:solidFill>
                  </a:endParaRPr>
                </a:p>
              </p:txBody>
            </p:sp>
          </mc:Choice>
          <mc:Fallback xmlns="">
            <p:sp>
              <p:nvSpPr>
                <p:cNvPr id="442" name="TextBox 441">
                  <a:extLst>
                    <a:ext uri="{FF2B5EF4-FFF2-40B4-BE49-F238E27FC236}">
                      <a16:creationId xmlns:a16="http://schemas.microsoft.com/office/drawing/2014/main" id="{DE082358-2822-410E-8D4A-095D7FC115E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24285" y="2263232"/>
                  <a:ext cx="417638" cy="369332"/>
                </a:xfrm>
                <a:prstGeom prst="rect">
                  <a:avLst/>
                </a:prstGeom>
                <a:blipFill>
                  <a:blip r:embed="rId13"/>
                  <a:stretch>
                    <a:fillRect r="-63889" b="-2926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443" name="Group 442">
              <a:extLst>
                <a:ext uri="{FF2B5EF4-FFF2-40B4-BE49-F238E27FC236}">
                  <a16:creationId xmlns:a16="http://schemas.microsoft.com/office/drawing/2014/main" id="{4A6E2E16-A7BE-47F9-8007-AB14A5C32219}"/>
                </a:ext>
              </a:extLst>
            </p:cNvPr>
            <p:cNvGrpSpPr/>
            <p:nvPr/>
          </p:nvGrpSpPr>
          <p:grpSpPr>
            <a:xfrm>
              <a:off x="6361449" y="4961091"/>
              <a:ext cx="855260" cy="522998"/>
              <a:chOff x="9454792" y="4344124"/>
              <a:chExt cx="855260" cy="522998"/>
            </a:xfrm>
          </p:grpSpPr>
          <p:sp>
            <p:nvSpPr>
              <p:cNvPr id="455" name="Rectangle: Rounded Corners 454">
                <a:extLst>
                  <a:ext uri="{FF2B5EF4-FFF2-40B4-BE49-F238E27FC236}">
                    <a16:creationId xmlns:a16="http://schemas.microsoft.com/office/drawing/2014/main" id="{78EA3AE6-D0AF-4835-97E9-762E15C6BAAB}"/>
                  </a:ext>
                </a:extLst>
              </p:cNvPr>
              <p:cNvSpPr/>
              <p:nvPr/>
            </p:nvSpPr>
            <p:spPr>
              <a:xfrm>
                <a:off x="9494355" y="4447665"/>
                <a:ext cx="815697" cy="419457"/>
              </a:xfrm>
              <a:prstGeom prst="roundRect">
                <a:avLst>
                  <a:gd name="adj" fmla="val 9098"/>
                </a:avLst>
              </a:prstGeom>
              <a:solidFill>
                <a:srgbClr val="FAFFFA"/>
              </a:solidFill>
              <a:ln w="19050">
                <a:solidFill>
                  <a:srgbClr val="619E64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wrap="none" rtlCol="0" anchor="ctr">
                <a:noAutofit/>
              </a:bodyPr>
              <a:lstStyle/>
              <a:p>
                <a:pPr algn="ctr"/>
                <a:endParaRPr lang="en-US" sz="1600">
                  <a:solidFill>
                    <a:srgbClr val="957922"/>
                  </a:solidFill>
                  <a:latin typeface="Noto Mono" panose="020B0609030804020204" pitchFamily="49" charset="0"/>
                  <a:ea typeface="Noto Mono" panose="020B0609030804020204" pitchFamily="49" charset="0"/>
                  <a:cs typeface="Noto Mono" panose="020B0609030804020204" pitchFamily="49" charset="0"/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56" name="TextBox 455">
                    <a:extLst>
                      <a:ext uri="{FF2B5EF4-FFF2-40B4-BE49-F238E27FC236}">
                        <a16:creationId xmlns:a16="http://schemas.microsoft.com/office/drawing/2014/main" id="{8A1AF6B2-3D52-4354-90F1-DE196A1D6729}"/>
                      </a:ext>
                    </a:extLst>
                  </p:cNvPr>
                  <p:cNvSpPr txBox="1"/>
                  <p:nvPr/>
                </p:nvSpPr>
                <p:spPr>
                  <a:xfrm>
                    <a:off x="9454792" y="4344124"/>
                    <a:ext cx="619578" cy="369332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1" i="1" smtClean="0">
                              <a:solidFill>
                                <a:srgbClr val="BC69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Noto Mono" panose="020B0609030804020204" pitchFamily="49" charset="0"/>
                            </a:rPr>
                            <m:t> </m:t>
                          </m:r>
                          <m:r>
                            <a:rPr lang="en-US" b="1" i="1" smtClean="0">
                              <a:solidFill>
                                <a:srgbClr val="619E64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Noto Mono" panose="020B0609030804020204" pitchFamily="49" charset="0"/>
                            </a:rPr>
                            <m:t>𝜶</m:t>
                          </m:r>
                        </m:oMath>
                      </m:oMathPara>
                    </a14:m>
                    <a:endParaRPr lang="en-US">
                      <a:solidFill>
                        <a:srgbClr val="BC690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456" name="TextBox 455">
                    <a:extLst>
                      <a:ext uri="{FF2B5EF4-FFF2-40B4-BE49-F238E27FC236}">
                        <a16:creationId xmlns:a16="http://schemas.microsoft.com/office/drawing/2014/main" id="{8A1AF6B2-3D52-4354-90F1-DE196A1D6729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454792" y="4344124"/>
                    <a:ext cx="619578" cy="369332"/>
                  </a:xfrm>
                  <a:prstGeom prst="rect">
                    <a:avLst/>
                  </a:prstGeom>
                  <a:blipFill>
                    <a:blip r:embed="rId11"/>
                    <a:stretch>
                      <a:fillRect r="-11321" b="-31707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cxnSp>
          <p:nvCxnSpPr>
            <p:cNvPr id="444" name="Straight Connector 443">
              <a:extLst>
                <a:ext uri="{FF2B5EF4-FFF2-40B4-BE49-F238E27FC236}">
                  <a16:creationId xmlns:a16="http://schemas.microsoft.com/office/drawing/2014/main" id="{D0DD0479-E95D-4224-8AED-22BEBE2DA97F}"/>
                </a:ext>
              </a:extLst>
            </p:cNvPr>
            <p:cNvCxnSpPr>
              <a:cxnSpLocks/>
              <a:stCxn id="455" idx="0"/>
              <a:endCxn id="430" idx="2"/>
            </p:cNvCxnSpPr>
            <p:nvPr/>
          </p:nvCxnSpPr>
          <p:spPr>
            <a:xfrm flipV="1">
              <a:off x="6808861" y="4714722"/>
              <a:ext cx="0" cy="349910"/>
            </a:xfrm>
            <a:prstGeom prst="line">
              <a:avLst/>
            </a:prstGeom>
            <a:ln w="25400">
              <a:solidFill>
                <a:srgbClr val="005EA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445" name="Group 444">
              <a:extLst>
                <a:ext uri="{FF2B5EF4-FFF2-40B4-BE49-F238E27FC236}">
                  <a16:creationId xmlns:a16="http://schemas.microsoft.com/office/drawing/2014/main" id="{E1797D75-DE6E-447D-AD0C-0D2C1C0E3176}"/>
                </a:ext>
              </a:extLst>
            </p:cNvPr>
            <p:cNvGrpSpPr/>
            <p:nvPr/>
          </p:nvGrpSpPr>
          <p:grpSpPr>
            <a:xfrm>
              <a:off x="7371469" y="4955521"/>
              <a:ext cx="825554" cy="534509"/>
              <a:chOff x="9484498" y="4332613"/>
              <a:chExt cx="825554" cy="534509"/>
            </a:xfrm>
          </p:grpSpPr>
          <p:sp>
            <p:nvSpPr>
              <p:cNvPr id="453" name="Rectangle: Rounded Corners 452">
                <a:extLst>
                  <a:ext uri="{FF2B5EF4-FFF2-40B4-BE49-F238E27FC236}">
                    <a16:creationId xmlns:a16="http://schemas.microsoft.com/office/drawing/2014/main" id="{819865E5-BDAD-48E5-BDA7-80322655E1C1}"/>
                  </a:ext>
                </a:extLst>
              </p:cNvPr>
              <p:cNvSpPr/>
              <p:nvPr/>
            </p:nvSpPr>
            <p:spPr>
              <a:xfrm>
                <a:off x="9494355" y="4447665"/>
                <a:ext cx="815697" cy="419457"/>
              </a:xfrm>
              <a:prstGeom prst="roundRect">
                <a:avLst>
                  <a:gd name="adj" fmla="val 9098"/>
                </a:avLst>
              </a:prstGeom>
              <a:solidFill>
                <a:srgbClr val="FAFFFA"/>
              </a:solidFill>
              <a:ln w="19050">
                <a:solidFill>
                  <a:srgbClr val="619E64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wrap="none" rtlCol="0" anchor="ctr">
                <a:noAutofit/>
              </a:bodyPr>
              <a:lstStyle/>
              <a:p>
                <a:pPr algn="ctr"/>
                <a:endParaRPr lang="en-US" sz="1600">
                  <a:solidFill>
                    <a:srgbClr val="957922"/>
                  </a:solidFill>
                  <a:latin typeface="Noto Mono" panose="020B0609030804020204" pitchFamily="49" charset="0"/>
                  <a:ea typeface="Noto Mono" panose="020B0609030804020204" pitchFamily="49" charset="0"/>
                  <a:cs typeface="Noto Mono" panose="020B0609030804020204" pitchFamily="49" charset="0"/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54" name="TextBox 453">
                    <a:extLst>
                      <a:ext uri="{FF2B5EF4-FFF2-40B4-BE49-F238E27FC236}">
                        <a16:creationId xmlns:a16="http://schemas.microsoft.com/office/drawing/2014/main" id="{56355631-233A-4065-90AC-5086F3715E2B}"/>
                      </a:ext>
                    </a:extLst>
                  </p:cNvPr>
                  <p:cNvSpPr txBox="1"/>
                  <p:nvPr/>
                </p:nvSpPr>
                <p:spPr>
                  <a:xfrm>
                    <a:off x="9484498" y="4332613"/>
                    <a:ext cx="619578" cy="369332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1" i="1" smtClean="0">
                              <a:solidFill>
                                <a:srgbClr val="BC69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Noto Mono" panose="020B0609030804020204" pitchFamily="49" charset="0"/>
                            </a:rPr>
                            <m:t> </m:t>
                          </m:r>
                          <m:r>
                            <a:rPr lang="en-US" b="1" i="1" smtClean="0">
                              <a:solidFill>
                                <a:srgbClr val="619E64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Noto Mono" panose="020B0609030804020204" pitchFamily="49" charset="0"/>
                            </a:rPr>
                            <m:t>𝜶</m:t>
                          </m:r>
                        </m:oMath>
                      </m:oMathPara>
                    </a14:m>
                    <a:endParaRPr lang="en-US">
                      <a:solidFill>
                        <a:srgbClr val="BC690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454" name="TextBox 453">
                    <a:extLst>
                      <a:ext uri="{FF2B5EF4-FFF2-40B4-BE49-F238E27FC236}">
                        <a16:creationId xmlns:a16="http://schemas.microsoft.com/office/drawing/2014/main" id="{56355631-233A-4065-90AC-5086F3715E2B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484498" y="4332613"/>
                    <a:ext cx="619578" cy="369332"/>
                  </a:xfrm>
                  <a:prstGeom prst="rect">
                    <a:avLst/>
                  </a:prstGeom>
                  <a:blipFill>
                    <a:blip r:embed="rId14"/>
                    <a:stretch>
                      <a:fillRect r="-11321" b="-29268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cxnSp>
          <p:nvCxnSpPr>
            <p:cNvPr id="446" name="Straight Connector 445">
              <a:extLst>
                <a:ext uri="{FF2B5EF4-FFF2-40B4-BE49-F238E27FC236}">
                  <a16:creationId xmlns:a16="http://schemas.microsoft.com/office/drawing/2014/main" id="{A4CC1944-D6E9-422E-9B6B-8EA5C5D142FD}"/>
                </a:ext>
              </a:extLst>
            </p:cNvPr>
            <p:cNvCxnSpPr>
              <a:cxnSpLocks/>
              <a:stCxn id="453" idx="0"/>
              <a:endCxn id="428" idx="2"/>
            </p:cNvCxnSpPr>
            <p:nvPr/>
          </p:nvCxnSpPr>
          <p:spPr>
            <a:xfrm flipV="1">
              <a:off x="7789175" y="4714722"/>
              <a:ext cx="0" cy="355851"/>
            </a:xfrm>
            <a:prstGeom prst="line">
              <a:avLst/>
            </a:prstGeom>
            <a:ln w="25400">
              <a:solidFill>
                <a:srgbClr val="005EA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447" name="Group 446">
              <a:extLst>
                <a:ext uri="{FF2B5EF4-FFF2-40B4-BE49-F238E27FC236}">
                  <a16:creationId xmlns:a16="http://schemas.microsoft.com/office/drawing/2014/main" id="{FE1ED91C-90FB-480A-9A56-4DE37B0AF0CA}"/>
                </a:ext>
              </a:extLst>
            </p:cNvPr>
            <p:cNvGrpSpPr/>
            <p:nvPr/>
          </p:nvGrpSpPr>
          <p:grpSpPr>
            <a:xfrm>
              <a:off x="8331824" y="4957474"/>
              <a:ext cx="840406" cy="522998"/>
              <a:chOff x="9469646" y="4344124"/>
              <a:chExt cx="840406" cy="522998"/>
            </a:xfrm>
          </p:grpSpPr>
          <p:sp>
            <p:nvSpPr>
              <p:cNvPr id="451" name="Rectangle: Rounded Corners 450">
                <a:extLst>
                  <a:ext uri="{FF2B5EF4-FFF2-40B4-BE49-F238E27FC236}">
                    <a16:creationId xmlns:a16="http://schemas.microsoft.com/office/drawing/2014/main" id="{E81DA60C-4407-47D4-A37B-BA086937AFCB}"/>
                  </a:ext>
                </a:extLst>
              </p:cNvPr>
              <p:cNvSpPr/>
              <p:nvPr/>
            </p:nvSpPr>
            <p:spPr>
              <a:xfrm>
                <a:off x="9494355" y="4447665"/>
                <a:ext cx="815697" cy="419457"/>
              </a:xfrm>
              <a:prstGeom prst="roundRect">
                <a:avLst>
                  <a:gd name="adj" fmla="val 9098"/>
                </a:avLst>
              </a:prstGeom>
              <a:solidFill>
                <a:srgbClr val="FAFFFA"/>
              </a:solidFill>
              <a:ln w="19050">
                <a:solidFill>
                  <a:srgbClr val="619E64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wrap="none" rtlCol="0" anchor="ctr">
                <a:noAutofit/>
              </a:bodyPr>
              <a:lstStyle/>
              <a:p>
                <a:pPr algn="ctr"/>
                <a:endParaRPr lang="en-US" sz="1600">
                  <a:solidFill>
                    <a:srgbClr val="957922"/>
                  </a:solidFill>
                  <a:latin typeface="Noto Mono" panose="020B0609030804020204" pitchFamily="49" charset="0"/>
                  <a:ea typeface="Noto Mono" panose="020B0609030804020204" pitchFamily="49" charset="0"/>
                  <a:cs typeface="Noto Mono" panose="020B0609030804020204" pitchFamily="49" charset="0"/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52" name="TextBox 451">
                    <a:extLst>
                      <a:ext uri="{FF2B5EF4-FFF2-40B4-BE49-F238E27FC236}">
                        <a16:creationId xmlns:a16="http://schemas.microsoft.com/office/drawing/2014/main" id="{2806BC13-F4D4-4037-97E7-3388628F53E0}"/>
                      </a:ext>
                    </a:extLst>
                  </p:cNvPr>
                  <p:cNvSpPr txBox="1"/>
                  <p:nvPr/>
                </p:nvSpPr>
                <p:spPr>
                  <a:xfrm>
                    <a:off x="9469646" y="4344124"/>
                    <a:ext cx="619578" cy="369334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1" i="1" smtClean="0">
                              <a:solidFill>
                                <a:srgbClr val="BC69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Noto Mono" panose="020B0609030804020204" pitchFamily="49" charset="0"/>
                            </a:rPr>
                            <m:t> </m:t>
                          </m:r>
                          <m:r>
                            <a:rPr lang="en-US" b="1" i="1" smtClean="0">
                              <a:solidFill>
                                <a:srgbClr val="619E64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Noto Mono" panose="020B0609030804020204" pitchFamily="49" charset="0"/>
                            </a:rPr>
                            <m:t>𝜶</m:t>
                          </m:r>
                        </m:oMath>
                      </m:oMathPara>
                    </a14:m>
                    <a:endParaRPr lang="en-US">
                      <a:solidFill>
                        <a:srgbClr val="BC690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452" name="TextBox 451">
                    <a:extLst>
                      <a:ext uri="{FF2B5EF4-FFF2-40B4-BE49-F238E27FC236}">
                        <a16:creationId xmlns:a16="http://schemas.microsoft.com/office/drawing/2014/main" id="{2806BC13-F4D4-4037-97E7-3388628F53E0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469646" y="4344124"/>
                    <a:ext cx="619578" cy="369334"/>
                  </a:xfrm>
                  <a:prstGeom prst="rect">
                    <a:avLst/>
                  </a:prstGeom>
                  <a:blipFill>
                    <a:blip r:embed="rId14"/>
                    <a:stretch>
                      <a:fillRect r="-11321" b="-29268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cxnSp>
          <p:nvCxnSpPr>
            <p:cNvPr id="448" name="Straight Connector 447">
              <a:extLst>
                <a:ext uri="{FF2B5EF4-FFF2-40B4-BE49-F238E27FC236}">
                  <a16:creationId xmlns:a16="http://schemas.microsoft.com/office/drawing/2014/main" id="{3FEEE694-56F8-4275-9697-EF1790479DF4}"/>
                </a:ext>
              </a:extLst>
            </p:cNvPr>
            <p:cNvCxnSpPr>
              <a:cxnSpLocks/>
              <a:stCxn id="451" idx="0"/>
            </p:cNvCxnSpPr>
            <p:nvPr/>
          </p:nvCxnSpPr>
          <p:spPr>
            <a:xfrm flipV="1">
              <a:off x="8764382" y="4711105"/>
              <a:ext cx="0" cy="349910"/>
            </a:xfrm>
            <a:prstGeom prst="line">
              <a:avLst/>
            </a:prstGeom>
            <a:ln w="25400">
              <a:solidFill>
                <a:srgbClr val="005EA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9" name="Straight Connector 448">
              <a:extLst>
                <a:ext uri="{FF2B5EF4-FFF2-40B4-BE49-F238E27FC236}">
                  <a16:creationId xmlns:a16="http://schemas.microsoft.com/office/drawing/2014/main" id="{5E977600-50F0-48F7-B36C-C89E462F6E2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252850" y="3750207"/>
              <a:ext cx="0" cy="146153"/>
            </a:xfrm>
            <a:prstGeom prst="line">
              <a:avLst/>
            </a:prstGeom>
            <a:ln w="25400">
              <a:solidFill>
                <a:srgbClr val="005EA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0" name="Straight Connector 449">
              <a:extLst>
                <a:ext uri="{FF2B5EF4-FFF2-40B4-BE49-F238E27FC236}">
                  <a16:creationId xmlns:a16="http://schemas.microsoft.com/office/drawing/2014/main" id="{3FE87B5B-F1D7-4EB2-B60A-F40442A1E0C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259318" y="3750207"/>
              <a:ext cx="0" cy="146153"/>
            </a:xfrm>
            <a:prstGeom prst="line">
              <a:avLst/>
            </a:prstGeom>
            <a:ln w="25400">
              <a:solidFill>
                <a:srgbClr val="005EA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50864A13-1470-4450-B1A0-A15FFBCD06DF}"/>
              </a:ext>
            </a:extLst>
          </p:cNvPr>
          <p:cNvSpPr/>
          <p:nvPr/>
        </p:nvSpPr>
        <p:spPr>
          <a:xfrm>
            <a:off x="2419878" y="3509491"/>
            <a:ext cx="4730921" cy="1425178"/>
          </a:xfrm>
          <a:prstGeom prst="roundRect">
            <a:avLst>
              <a:gd name="adj" fmla="val 5554"/>
            </a:avLst>
          </a:prstGeom>
          <a:solidFill>
            <a:srgbClr val="7B9199"/>
          </a:solidFill>
          <a:ln>
            <a:noFill/>
          </a:ln>
          <a:effectLst>
            <a:outerShdw blurRad="508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en-US" sz="2800" b="1" dirty="0">
                <a:solidFill>
                  <a:schemeClr val="bg1"/>
                </a:solidFill>
                <a:latin typeface="Palatino Linotype" panose="02040502050505030304" pitchFamily="18" charset="0"/>
                <a:ea typeface="Noto Sans" panose="020B0502040504020204" pitchFamily="34"/>
                <a:cs typeface="Calibri" panose="020F0502020204030204" pitchFamily="34" charset="0"/>
              </a:rPr>
              <a:t>All </a:t>
            </a:r>
            <a:r>
              <a:rPr lang="en-US" sz="2800" b="1" i="1" dirty="0">
                <a:solidFill>
                  <a:schemeClr val="bg1"/>
                </a:solidFill>
                <a:latin typeface="Palatino Linotype" panose="02040502050505030304" pitchFamily="18" charset="0"/>
                <a:ea typeface="Noto Sans" panose="020B0502040504020204" pitchFamily="34"/>
                <a:cs typeface="Calibri" panose="020F0502020204030204" pitchFamily="34" charset="0"/>
              </a:rPr>
              <a:t>nondeterministic </a:t>
            </a:r>
            <a:r>
              <a:rPr lang="en-US" sz="2800" b="1" dirty="0">
                <a:solidFill>
                  <a:schemeClr val="bg1"/>
                </a:solidFill>
                <a:latin typeface="Palatino Linotype" panose="02040502050505030304" pitchFamily="18" charset="0"/>
                <a:ea typeface="Noto Sans" panose="020B0502040504020204" pitchFamily="34"/>
                <a:cs typeface="Calibri" panose="020F0502020204030204" pitchFamily="34" charset="0"/>
              </a:rPr>
              <a:t>execution traces using our </a:t>
            </a:r>
            <a:r>
              <a:rPr lang="en-US" sz="2800" b="1" i="1" dirty="0">
                <a:solidFill>
                  <a:schemeClr val="bg1"/>
                </a:solidFill>
                <a:latin typeface="Palatino Linotype" panose="02040502050505030304" pitchFamily="18" charset="0"/>
                <a:ea typeface="Noto Sans" panose="020B0502040504020204" pitchFamily="34"/>
                <a:cs typeface="Calibri" panose="020F0502020204030204" pitchFamily="34" charset="0"/>
              </a:rPr>
              <a:t>formal semantics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254746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65;p14">
            <a:extLst>
              <a:ext uri="{FF2B5EF4-FFF2-40B4-BE49-F238E27FC236}">
                <a16:creationId xmlns:a16="http://schemas.microsoft.com/office/drawing/2014/main" id="{E98430C3-8C56-47EF-8D13-F1BC5B855A4C}"/>
              </a:ext>
            </a:extLst>
          </p:cNvPr>
          <p:cNvSpPr txBox="1">
            <a:spLocks/>
          </p:cNvSpPr>
          <p:nvPr/>
        </p:nvSpPr>
        <p:spPr>
          <a:xfrm>
            <a:off x="4025261" y="209319"/>
            <a:ext cx="4141478" cy="800179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121900" tIns="121900" rIns="121900" bIns="12190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 b="0" i="0" u="none" strike="noStrike" cap="non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 b="0" i="0" u="none" strike="noStrike" cap="non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 b="0" i="0" u="none" strike="noStrike" cap="non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 b="0" i="0" u="none" strike="noStrike" cap="non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 b="0" i="0" u="none" strike="noStrike" cap="non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 b="0" i="0" u="none" strike="noStrike" cap="non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 b="0" i="0" u="none" strike="noStrike" cap="non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 b="0" i="0" u="none" strike="noStrike" cap="non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 b="0" i="0" u="none" strike="noStrike" cap="non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9pPr>
          </a:lstStyle>
          <a:p>
            <a:pPr defTabSz="914400"/>
            <a:r>
              <a:rPr lang="en-US" sz="3600" b="1" kern="0" cap="small" err="1">
                <a:solidFill>
                  <a:srgbClr val="546970"/>
                </a:solidFill>
                <a:latin typeface="Bookman Old Style" panose="02050604050505020204" pitchFamily="18" charset="0"/>
              </a:rPr>
              <a:t>GRoot</a:t>
            </a:r>
            <a:r>
              <a:rPr lang="en-US" sz="3600" b="1" kern="0">
                <a:solidFill>
                  <a:srgbClr val="546970"/>
                </a:solidFill>
                <a:latin typeface="Bookman Old Style" panose="02050604050505020204" pitchFamily="18" charset="0"/>
              </a:rPr>
              <a:t> Internals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2D906CAF-ED1E-4497-9E16-1CE9DB305745}"/>
              </a:ext>
            </a:extLst>
          </p:cNvPr>
          <p:cNvSpPr/>
          <p:nvPr/>
        </p:nvSpPr>
        <p:spPr>
          <a:xfrm flipV="1">
            <a:off x="4145001" y="886094"/>
            <a:ext cx="3901998" cy="27432"/>
          </a:xfrm>
          <a:prstGeom prst="roundRect">
            <a:avLst/>
          </a:prstGeom>
          <a:solidFill>
            <a:srgbClr val="26A69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1FF0F39B-00B2-4DD6-9CF9-0A6A6B53ACC8}"/>
              </a:ext>
            </a:extLst>
          </p:cNvPr>
          <p:cNvGrpSpPr/>
          <p:nvPr/>
        </p:nvGrpSpPr>
        <p:grpSpPr>
          <a:xfrm>
            <a:off x="546426" y="2232251"/>
            <a:ext cx="582373" cy="576449"/>
            <a:chOff x="597231" y="3855347"/>
            <a:chExt cx="275548" cy="278982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7C26E53C-31E7-4BA4-8809-D1BF8ADABE17}"/>
                </a:ext>
              </a:extLst>
            </p:cNvPr>
            <p:cNvSpPr/>
            <p:nvPr/>
          </p:nvSpPr>
          <p:spPr>
            <a:xfrm>
              <a:off x="634989" y="3855347"/>
              <a:ext cx="204277" cy="27898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pic>
          <p:nvPicPr>
            <p:cNvPr id="11" name="Picture 2" descr="See the source image">
              <a:extLst>
                <a:ext uri="{FF2B5EF4-FFF2-40B4-BE49-F238E27FC236}">
                  <a16:creationId xmlns:a16="http://schemas.microsoft.com/office/drawing/2014/main" id="{612BEC31-04EC-418D-8932-1B133B0F8FD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>
              <a:clrChange>
                <a:clrFrom>
                  <a:srgbClr val="000000">
                    <a:alpha val="0"/>
                  </a:srgbClr>
                </a:clrFrom>
                <a:clrTo>
                  <a:srgbClr val="000000">
                    <a:alpha val="0"/>
                  </a:srgbClr>
                </a:clrTo>
              </a:clrChange>
              <a:duotone>
                <a:schemeClr val="accent4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97231" y="3855347"/>
              <a:ext cx="275548" cy="25369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B3CD47D2-5C29-470E-82FA-2252AD4384DC}"/>
              </a:ext>
            </a:extLst>
          </p:cNvPr>
          <p:cNvGrpSpPr/>
          <p:nvPr/>
        </p:nvGrpSpPr>
        <p:grpSpPr>
          <a:xfrm>
            <a:off x="569654" y="2987368"/>
            <a:ext cx="535916" cy="611265"/>
            <a:chOff x="597231" y="3855347"/>
            <a:chExt cx="275548" cy="278982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2EFA4E46-3989-4F94-9FCE-D44D56B60582}"/>
                </a:ext>
              </a:extLst>
            </p:cNvPr>
            <p:cNvSpPr/>
            <p:nvPr/>
          </p:nvSpPr>
          <p:spPr>
            <a:xfrm>
              <a:off x="634989" y="3855347"/>
              <a:ext cx="204277" cy="27898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pic>
          <p:nvPicPr>
            <p:cNvPr id="14" name="Picture 2" descr="See the source image">
              <a:extLst>
                <a:ext uri="{FF2B5EF4-FFF2-40B4-BE49-F238E27FC236}">
                  <a16:creationId xmlns:a16="http://schemas.microsoft.com/office/drawing/2014/main" id="{228F6F65-0431-4A0F-9975-96FA8B13721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>
              <a:duotone>
                <a:schemeClr val="accent6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97231" y="3855347"/>
              <a:ext cx="275548" cy="25369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45D29CB6-7934-4484-A59B-81E1EFAFC415}"/>
              </a:ext>
            </a:extLst>
          </p:cNvPr>
          <p:cNvGrpSpPr/>
          <p:nvPr/>
        </p:nvGrpSpPr>
        <p:grpSpPr>
          <a:xfrm>
            <a:off x="566840" y="4547307"/>
            <a:ext cx="541545" cy="591160"/>
            <a:chOff x="597231" y="3855347"/>
            <a:chExt cx="275548" cy="278982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F48D7129-2757-48F6-B4C9-DB57D2A2D272}"/>
                </a:ext>
              </a:extLst>
            </p:cNvPr>
            <p:cNvSpPr/>
            <p:nvPr/>
          </p:nvSpPr>
          <p:spPr>
            <a:xfrm>
              <a:off x="634989" y="3855347"/>
              <a:ext cx="204277" cy="27898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pic>
          <p:nvPicPr>
            <p:cNvPr id="17" name="Picture 2" descr="See the source image">
              <a:extLst>
                <a:ext uri="{FF2B5EF4-FFF2-40B4-BE49-F238E27FC236}">
                  <a16:creationId xmlns:a16="http://schemas.microsoft.com/office/drawing/2014/main" id="{791DF4F5-F3BE-4987-B7F2-001A2C015EE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>
              <a:duotone>
                <a:schemeClr val="accent3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97231" y="3855347"/>
              <a:ext cx="275548" cy="25369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1B3EB7AC-D689-46A8-8173-0E377127AE83}"/>
              </a:ext>
            </a:extLst>
          </p:cNvPr>
          <p:cNvGrpSpPr/>
          <p:nvPr/>
        </p:nvGrpSpPr>
        <p:grpSpPr>
          <a:xfrm>
            <a:off x="542022" y="5205388"/>
            <a:ext cx="591180" cy="672621"/>
            <a:chOff x="597231" y="3855347"/>
            <a:chExt cx="275548" cy="278982"/>
          </a:xfrm>
        </p:grpSpPr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363E4B6E-F3D9-4D5F-87B9-2C8C6A6DE83E}"/>
                </a:ext>
              </a:extLst>
            </p:cNvPr>
            <p:cNvSpPr/>
            <p:nvPr/>
          </p:nvSpPr>
          <p:spPr>
            <a:xfrm>
              <a:off x="634989" y="3855347"/>
              <a:ext cx="204277" cy="27898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pic>
          <p:nvPicPr>
            <p:cNvPr id="20" name="Picture 2" descr="See the source image">
              <a:extLst>
                <a:ext uri="{FF2B5EF4-FFF2-40B4-BE49-F238E27FC236}">
                  <a16:creationId xmlns:a16="http://schemas.microsoft.com/office/drawing/2014/main" id="{267A6525-2D0E-4DA5-9A25-0D3F8A87B41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>
              <a:duotone>
                <a:schemeClr val="accent5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97231" y="3855347"/>
              <a:ext cx="275548" cy="25369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4E5D3F03-FB0D-4516-8257-009A3EBFF03B}"/>
              </a:ext>
            </a:extLst>
          </p:cNvPr>
          <p:cNvGrpSpPr/>
          <p:nvPr/>
        </p:nvGrpSpPr>
        <p:grpSpPr>
          <a:xfrm>
            <a:off x="563992" y="3760530"/>
            <a:ext cx="547241" cy="595058"/>
            <a:chOff x="597231" y="3855347"/>
            <a:chExt cx="275548" cy="278982"/>
          </a:xfrm>
        </p:grpSpPr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A7FDD109-5A1B-480D-A0D8-FB2B3876FD86}"/>
                </a:ext>
              </a:extLst>
            </p:cNvPr>
            <p:cNvSpPr/>
            <p:nvPr/>
          </p:nvSpPr>
          <p:spPr>
            <a:xfrm>
              <a:off x="634989" y="3855347"/>
              <a:ext cx="204277" cy="27898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pic>
          <p:nvPicPr>
            <p:cNvPr id="23" name="Picture 2" descr="See the source image">
              <a:extLst>
                <a:ext uri="{FF2B5EF4-FFF2-40B4-BE49-F238E27FC236}">
                  <a16:creationId xmlns:a16="http://schemas.microsoft.com/office/drawing/2014/main" id="{82661E78-463B-4157-B1CA-0BFF5A667A7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>
              <a:duotone>
                <a:prstClr val="black"/>
                <a:schemeClr val="accent1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97231" y="3855347"/>
              <a:ext cx="275548" cy="25369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89E24C34-9778-4864-8AEF-7808583C41D3}"/>
              </a:ext>
            </a:extLst>
          </p:cNvPr>
          <p:cNvCxnSpPr>
            <a:cxnSpLocks/>
          </p:cNvCxnSpPr>
          <p:nvPr/>
        </p:nvCxnSpPr>
        <p:spPr>
          <a:xfrm>
            <a:off x="1128799" y="2494354"/>
            <a:ext cx="1074526" cy="195400"/>
          </a:xfrm>
          <a:prstGeom prst="straightConnector1">
            <a:avLst/>
          </a:prstGeom>
          <a:ln w="28575">
            <a:solidFill>
              <a:schemeClr val="accent4">
                <a:lumMod val="75000"/>
              </a:schemeClr>
            </a:solidFill>
            <a:tailEnd type="stealth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D144F3CD-08FC-450F-9193-3F41D3F541AE}"/>
              </a:ext>
            </a:extLst>
          </p:cNvPr>
          <p:cNvCxnSpPr>
            <a:cxnSpLocks/>
          </p:cNvCxnSpPr>
          <p:nvPr/>
        </p:nvCxnSpPr>
        <p:spPr>
          <a:xfrm flipV="1">
            <a:off x="1105570" y="3244317"/>
            <a:ext cx="1065024" cy="20985"/>
          </a:xfrm>
          <a:prstGeom prst="straightConnector1">
            <a:avLst/>
          </a:prstGeom>
          <a:ln w="28575">
            <a:solidFill>
              <a:srgbClr val="B95757"/>
            </a:solidFill>
            <a:tailEnd type="stealth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9A909963-F5BC-4F6A-B44E-34D627065580}"/>
              </a:ext>
            </a:extLst>
          </p:cNvPr>
          <p:cNvCxnSpPr>
            <a:cxnSpLocks/>
          </p:cNvCxnSpPr>
          <p:nvPr/>
        </p:nvCxnSpPr>
        <p:spPr>
          <a:xfrm flipV="1">
            <a:off x="1111233" y="3760530"/>
            <a:ext cx="1059361" cy="270565"/>
          </a:xfrm>
          <a:prstGeom prst="straightConnector1">
            <a:avLst/>
          </a:prstGeom>
          <a:ln w="28575">
            <a:solidFill>
              <a:schemeClr val="tx1"/>
            </a:solidFill>
            <a:tailEnd type="stealth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9EEE4ABE-53BD-47B2-841C-B435046F57D9}"/>
              </a:ext>
            </a:extLst>
          </p:cNvPr>
          <p:cNvCxnSpPr>
            <a:cxnSpLocks/>
          </p:cNvCxnSpPr>
          <p:nvPr/>
        </p:nvCxnSpPr>
        <p:spPr>
          <a:xfrm flipV="1">
            <a:off x="1108385" y="4183881"/>
            <a:ext cx="1062209" cy="632219"/>
          </a:xfrm>
          <a:prstGeom prst="straightConnector1">
            <a:avLst/>
          </a:prstGeom>
          <a:ln w="28575">
            <a:solidFill>
              <a:srgbClr val="CF6300"/>
            </a:solidFill>
            <a:tailEnd type="stealth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3D697800-9596-4674-8670-CCDB54A393F0}"/>
              </a:ext>
            </a:extLst>
          </p:cNvPr>
          <p:cNvCxnSpPr>
            <a:cxnSpLocks/>
          </p:cNvCxnSpPr>
          <p:nvPr/>
        </p:nvCxnSpPr>
        <p:spPr>
          <a:xfrm flipV="1">
            <a:off x="1133202" y="4630198"/>
            <a:ext cx="1108764" cy="881023"/>
          </a:xfrm>
          <a:prstGeom prst="straightConnector1">
            <a:avLst/>
          </a:prstGeom>
          <a:ln w="28575">
            <a:solidFill>
              <a:schemeClr val="accent5">
                <a:lumMod val="75000"/>
              </a:schemeClr>
            </a:solidFill>
            <a:tailEnd type="stealth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6064B5D0-3EAD-4FB6-9874-6CB2BAE8FBD3}"/>
              </a:ext>
            </a:extLst>
          </p:cNvPr>
          <p:cNvCxnSpPr>
            <a:cxnSpLocks/>
          </p:cNvCxnSpPr>
          <p:nvPr/>
        </p:nvCxnSpPr>
        <p:spPr>
          <a:xfrm flipV="1">
            <a:off x="1111233" y="5007819"/>
            <a:ext cx="1265111" cy="1284333"/>
          </a:xfrm>
          <a:prstGeom prst="straightConnector1">
            <a:avLst/>
          </a:prstGeom>
          <a:ln w="28575">
            <a:solidFill>
              <a:srgbClr val="4A8522"/>
            </a:solidFill>
            <a:tailEnd type="stealth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grpSp>
        <p:nvGrpSpPr>
          <p:cNvPr id="35" name="Group 34">
            <a:extLst>
              <a:ext uri="{FF2B5EF4-FFF2-40B4-BE49-F238E27FC236}">
                <a16:creationId xmlns:a16="http://schemas.microsoft.com/office/drawing/2014/main" id="{46B98D7D-2C93-4634-A13E-7C9B8074A5A2}"/>
              </a:ext>
            </a:extLst>
          </p:cNvPr>
          <p:cNvGrpSpPr/>
          <p:nvPr/>
        </p:nvGrpSpPr>
        <p:grpSpPr>
          <a:xfrm>
            <a:off x="540961" y="6016979"/>
            <a:ext cx="535916" cy="611265"/>
            <a:chOff x="597231" y="3855347"/>
            <a:chExt cx="275548" cy="278982"/>
          </a:xfrm>
        </p:grpSpPr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29263929-E2C5-470F-86C5-F7FF021C3797}"/>
                </a:ext>
              </a:extLst>
            </p:cNvPr>
            <p:cNvSpPr/>
            <p:nvPr/>
          </p:nvSpPr>
          <p:spPr>
            <a:xfrm>
              <a:off x="634989" y="3855347"/>
              <a:ext cx="204277" cy="278982"/>
            </a:xfrm>
            <a:prstGeom prst="rect">
              <a:avLst/>
            </a:prstGeom>
            <a:solidFill>
              <a:sysClr val="window" lastClr="FFFFFF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pic>
          <p:nvPicPr>
            <p:cNvPr id="37" name="Picture 2" descr="See the source image">
              <a:extLst>
                <a:ext uri="{FF2B5EF4-FFF2-40B4-BE49-F238E27FC236}">
                  <a16:creationId xmlns:a16="http://schemas.microsoft.com/office/drawing/2014/main" id="{300EA4DB-C6B9-471A-A2D5-1173C77D090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>
              <a:duotone>
                <a:srgbClr val="70AD47">
                  <a:shade val="45000"/>
                  <a:satMod val="135000"/>
                </a:srgb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97231" y="3855347"/>
              <a:ext cx="275548" cy="25369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D267279F-0DED-4DF2-87D5-694064621FD8}"/>
              </a:ext>
            </a:extLst>
          </p:cNvPr>
          <p:cNvSpPr/>
          <p:nvPr/>
        </p:nvSpPr>
        <p:spPr>
          <a:xfrm>
            <a:off x="2680587" y="1374408"/>
            <a:ext cx="1367961" cy="387191"/>
          </a:xfrm>
          <a:prstGeom prst="roundRect">
            <a:avLst>
              <a:gd name="adj" fmla="val 9098"/>
            </a:avLst>
          </a:prstGeom>
          <a:solidFill>
            <a:srgbClr val="FAFAFF"/>
          </a:solidFill>
          <a:ln w="19050">
            <a:solidFill>
              <a:srgbClr val="862286"/>
            </a:solidFill>
          </a:ln>
          <a:effectLst>
            <a:outerShdw blurRad="508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none" rtlCol="0" anchor="ctr">
            <a:spAutoFit/>
          </a:bodyPr>
          <a:lstStyle/>
          <a:p>
            <a:pPr algn="ctr"/>
            <a:r>
              <a:rPr lang="en-US">
                <a:solidFill>
                  <a:srgbClr val="962696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Calibri" panose="020F0502020204030204" pitchFamily="34" charset="0"/>
              </a:rPr>
              <a:t>Label Graph</a:t>
            </a:r>
            <a:endParaRPr lang="en-US">
              <a:solidFill>
                <a:srgbClr val="962696"/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cxnSp>
        <p:nvCxnSpPr>
          <p:cNvPr id="82" name="Straight Arrow Connector 81">
            <a:extLst>
              <a:ext uri="{FF2B5EF4-FFF2-40B4-BE49-F238E27FC236}">
                <a16:creationId xmlns:a16="http://schemas.microsoft.com/office/drawing/2014/main" id="{A416635B-1918-4517-9A5C-502C0322A6B5}"/>
              </a:ext>
            </a:extLst>
          </p:cNvPr>
          <p:cNvCxnSpPr>
            <a:cxnSpLocks/>
          </p:cNvCxnSpPr>
          <p:nvPr/>
        </p:nvCxnSpPr>
        <p:spPr>
          <a:xfrm>
            <a:off x="4828032" y="4132189"/>
            <a:ext cx="334420" cy="0"/>
          </a:xfrm>
          <a:prstGeom prst="straightConnector1">
            <a:avLst/>
          </a:prstGeom>
          <a:noFill/>
          <a:ln w="50800" cap="flat" cmpd="sng" algn="ctr">
            <a:solidFill>
              <a:srgbClr val="657B83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cxnSp>
      <p:cxnSp>
        <p:nvCxnSpPr>
          <p:cNvPr id="83" name="Straight Arrow Connector 82">
            <a:extLst>
              <a:ext uri="{FF2B5EF4-FFF2-40B4-BE49-F238E27FC236}">
                <a16:creationId xmlns:a16="http://schemas.microsoft.com/office/drawing/2014/main" id="{9546FCE3-0A32-4E30-92C5-9CEA2B154F5A}"/>
              </a:ext>
            </a:extLst>
          </p:cNvPr>
          <p:cNvCxnSpPr>
            <a:cxnSpLocks/>
          </p:cNvCxnSpPr>
          <p:nvPr/>
        </p:nvCxnSpPr>
        <p:spPr>
          <a:xfrm>
            <a:off x="5162452" y="2134143"/>
            <a:ext cx="360524" cy="0"/>
          </a:xfrm>
          <a:prstGeom prst="straightConnector1">
            <a:avLst/>
          </a:prstGeom>
          <a:noFill/>
          <a:ln w="50800" cap="flat" cmpd="sng" algn="ctr">
            <a:solidFill>
              <a:srgbClr val="657B83"/>
            </a:solidFill>
            <a:prstDash val="solid"/>
            <a:round/>
            <a:headEnd type="none" w="med" len="med"/>
            <a:tailEnd type="stealth" w="med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cxnSp>
      <p:cxnSp>
        <p:nvCxnSpPr>
          <p:cNvPr id="84" name="Straight Arrow Connector 83">
            <a:extLst>
              <a:ext uri="{FF2B5EF4-FFF2-40B4-BE49-F238E27FC236}">
                <a16:creationId xmlns:a16="http://schemas.microsoft.com/office/drawing/2014/main" id="{034BC7FF-41A1-4202-A4C3-5F9D14C01F5B}"/>
              </a:ext>
            </a:extLst>
          </p:cNvPr>
          <p:cNvCxnSpPr>
            <a:cxnSpLocks/>
          </p:cNvCxnSpPr>
          <p:nvPr/>
        </p:nvCxnSpPr>
        <p:spPr>
          <a:xfrm>
            <a:off x="5162452" y="3134149"/>
            <a:ext cx="360524" cy="0"/>
          </a:xfrm>
          <a:prstGeom prst="straightConnector1">
            <a:avLst/>
          </a:prstGeom>
          <a:noFill/>
          <a:ln w="50800" cap="flat" cmpd="sng" algn="ctr">
            <a:solidFill>
              <a:srgbClr val="657B83"/>
            </a:solidFill>
            <a:prstDash val="solid"/>
            <a:round/>
            <a:headEnd type="none" w="med" len="med"/>
            <a:tailEnd type="stealth" w="med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cxnSp>
      <p:cxnSp>
        <p:nvCxnSpPr>
          <p:cNvPr id="85" name="Straight Arrow Connector 84">
            <a:extLst>
              <a:ext uri="{FF2B5EF4-FFF2-40B4-BE49-F238E27FC236}">
                <a16:creationId xmlns:a16="http://schemas.microsoft.com/office/drawing/2014/main" id="{581ECCC5-1269-4548-A4AB-3C84860CCED6}"/>
              </a:ext>
            </a:extLst>
          </p:cNvPr>
          <p:cNvCxnSpPr>
            <a:cxnSpLocks/>
          </p:cNvCxnSpPr>
          <p:nvPr/>
        </p:nvCxnSpPr>
        <p:spPr>
          <a:xfrm flipV="1">
            <a:off x="5162452" y="4132189"/>
            <a:ext cx="360524" cy="1516"/>
          </a:xfrm>
          <a:prstGeom prst="straightConnector1">
            <a:avLst/>
          </a:prstGeom>
          <a:noFill/>
          <a:ln w="50800" cap="flat" cmpd="sng" algn="ctr">
            <a:solidFill>
              <a:srgbClr val="657B83"/>
            </a:solidFill>
            <a:prstDash val="solid"/>
            <a:round/>
            <a:headEnd type="none" w="med" len="med"/>
            <a:tailEnd type="stealth" w="med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cxnSp>
      <p:cxnSp>
        <p:nvCxnSpPr>
          <p:cNvPr id="86" name="Straight Arrow Connector 85">
            <a:extLst>
              <a:ext uri="{FF2B5EF4-FFF2-40B4-BE49-F238E27FC236}">
                <a16:creationId xmlns:a16="http://schemas.microsoft.com/office/drawing/2014/main" id="{7714AE3D-B2A8-4F6B-91DA-79499A7855FA}"/>
              </a:ext>
            </a:extLst>
          </p:cNvPr>
          <p:cNvCxnSpPr>
            <a:cxnSpLocks/>
          </p:cNvCxnSpPr>
          <p:nvPr/>
        </p:nvCxnSpPr>
        <p:spPr>
          <a:xfrm>
            <a:off x="5162452" y="5133261"/>
            <a:ext cx="360524" cy="5206"/>
          </a:xfrm>
          <a:prstGeom prst="straightConnector1">
            <a:avLst/>
          </a:prstGeom>
          <a:noFill/>
          <a:ln w="50800" cap="flat" cmpd="sng" algn="ctr">
            <a:solidFill>
              <a:srgbClr val="657B83"/>
            </a:solidFill>
            <a:prstDash val="solid"/>
            <a:round/>
            <a:headEnd type="none" w="med" len="med"/>
            <a:tailEnd type="stealth" w="med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cxnSp>
      <p:cxnSp>
        <p:nvCxnSpPr>
          <p:cNvPr id="87" name="Straight Arrow Connector 86">
            <a:extLst>
              <a:ext uri="{FF2B5EF4-FFF2-40B4-BE49-F238E27FC236}">
                <a16:creationId xmlns:a16="http://schemas.microsoft.com/office/drawing/2014/main" id="{C401F911-034B-438C-9AAC-962CC694D1D2}"/>
              </a:ext>
            </a:extLst>
          </p:cNvPr>
          <p:cNvCxnSpPr>
            <a:cxnSpLocks/>
          </p:cNvCxnSpPr>
          <p:nvPr/>
        </p:nvCxnSpPr>
        <p:spPr>
          <a:xfrm>
            <a:off x="5162452" y="6132818"/>
            <a:ext cx="360524" cy="0"/>
          </a:xfrm>
          <a:prstGeom prst="straightConnector1">
            <a:avLst/>
          </a:prstGeom>
          <a:noFill/>
          <a:ln w="50800" cap="flat" cmpd="sng" algn="ctr">
            <a:solidFill>
              <a:srgbClr val="657B83"/>
            </a:solidFill>
            <a:prstDash val="solid"/>
            <a:round/>
            <a:headEnd type="none" w="med" len="med"/>
            <a:tailEnd type="stealth" w="med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cxnSp>
      <p:cxnSp>
        <p:nvCxnSpPr>
          <p:cNvPr id="88" name="Straight Arrow Connector 87">
            <a:extLst>
              <a:ext uri="{FF2B5EF4-FFF2-40B4-BE49-F238E27FC236}">
                <a16:creationId xmlns:a16="http://schemas.microsoft.com/office/drawing/2014/main" id="{F8B16CE0-E491-4CE9-BCB8-5D8E11360680}"/>
              </a:ext>
            </a:extLst>
          </p:cNvPr>
          <p:cNvCxnSpPr>
            <a:cxnSpLocks/>
          </p:cNvCxnSpPr>
          <p:nvPr/>
        </p:nvCxnSpPr>
        <p:spPr>
          <a:xfrm>
            <a:off x="5143874" y="2107888"/>
            <a:ext cx="18578" cy="4052372"/>
          </a:xfrm>
          <a:prstGeom prst="straightConnector1">
            <a:avLst/>
          </a:prstGeom>
          <a:noFill/>
          <a:ln w="50800" cap="flat" cmpd="sng" algn="ctr">
            <a:solidFill>
              <a:srgbClr val="657B83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cxnSp>
      <p:sp>
        <p:nvSpPr>
          <p:cNvPr id="94" name="Rectangle: Rounded Corners 93">
            <a:extLst>
              <a:ext uri="{FF2B5EF4-FFF2-40B4-BE49-F238E27FC236}">
                <a16:creationId xmlns:a16="http://schemas.microsoft.com/office/drawing/2014/main" id="{9163BB35-FD18-483E-8096-18D5493055BA}"/>
              </a:ext>
            </a:extLst>
          </p:cNvPr>
          <p:cNvSpPr/>
          <p:nvPr/>
        </p:nvSpPr>
        <p:spPr>
          <a:xfrm>
            <a:off x="4828032" y="1374408"/>
            <a:ext cx="2743059" cy="387191"/>
          </a:xfrm>
          <a:prstGeom prst="roundRect">
            <a:avLst>
              <a:gd name="adj" fmla="val 9098"/>
            </a:avLst>
          </a:prstGeom>
          <a:solidFill>
            <a:srgbClr val="FAFAFF"/>
          </a:solidFill>
          <a:ln w="19050">
            <a:solidFill>
              <a:srgbClr val="862286"/>
            </a:solidFill>
          </a:ln>
          <a:effectLst>
            <a:outerShdw blurRad="508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none" rtlCol="0" anchor="ctr">
            <a:spAutoFit/>
          </a:bodyPr>
          <a:lstStyle/>
          <a:p>
            <a:pPr algn="ctr"/>
            <a:r>
              <a:rPr lang="en-US">
                <a:solidFill>
                  <a:srgbClr val="962696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Calibri" panose="020F0502020204030204" pitchFamily="34" charset="0"/>
              </a:rPr>
              <a:t>Query Equivalence Classes</a:t>
            </a:r>
            <a:endParaRPr lang="en-US">
              <a:solidFill>
                <a:srgbClr val="962696"/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078489DA-E89F-4953-8B62-61BFD1B93197}"/>
                  </a:ext>
                </a:extLst>
              </p:cNvPr>
              <p:cNvSpPr txBox="1"/>
              <p:nvPr/>
            </p:nvSpPr>
            <p:spPr>
              <a:xfrm>
                <a:off x="5580008" y="1984628"/>
                <a:ext cx="2046088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en-US" b="0" i="1" smtClean="0">
                              <a:solidFill>
                                <a:srgbClr val="808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rgbClr val="808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rgbClr val="808000"/>
                                  </a:solidFill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rgbClr val="808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b="0" i="1" smtClean="0">
                              <a:solidFill>
                                <a:srgbClr val="808000"/>
                              </a:solidFill>
                              <a:latin typeface="Cambria Math" panose="02040503050406030204" pitchFamily="18" charset="0"/>
                            </a:rPr>
                            <m:t>, </m:t>
                          </m:r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rgbClr val="808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rgbClr val="808000"/>
                                  </a:solidFill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rgbClr val="808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b="0" i="1" smtClean="0">
                              <a:solidFill>
                                <a:srgbClr val="808000"/>
                              </a:solidFill>
                              <a:latin typeface="Cambria Math" panose="02040503050406030204" pitchFamily="18" charset="0"/>
                            </a:rPr>
                            <m:t>, </m:t>
                          </m:r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rgbClr val="808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rgbClr val="808000"/>
                                  </a:solidFill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rgbClr val="808000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en-US" b="0" i="1" smtClean="0">
                              <a:solidFill>
                                <a:srgbClr val="808000"/>
                              </a:solidFill>
                              <a:latin typeface="Cambria Math" panose="02040503050406030204" pitchFamily="18" charset="0"/>
                            </a:rPr>
                            <m:t>,…</m:t>
                          </m:r>
                        </m:e>
                      </m:d>
                      <m:r>
                        <a:rPr lang="en-US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≡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>
                  <a:solidFill>
                    <a:srgbClr val="808000"/>
                  </a:solidFill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078489DA-E89F-4953-8B62-61BFD1B931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80008" y="1984628"/>
                <a:ext cx="2046088" cy="276999"/>
              </a:xfrm>
              <a:prstGeom prst="rect">
                <a:avLst/>
              </a:prstGeom>
              <a:blipFill>
                <a:blip r:embed="rId4"/>
                <a:stretch>
                  <a:fillRect b="-288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A3D655C-CEEE-4739-8A43-1C9DDA906DA9}"/>
                  </a:ext>
                </a:extLst>
              </p:cNvPr>
              <p:cNvSpPr txBox="1"/>
              <p:nvPr/>
            </p:nvSpPr>
            <p:spPr>
              <a:xfrm>
                <a:off x="5601020" y="3973929"/>
                <a:ext cx="207242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en-US" b="0" i="1" smtClean="0">
                              <a:solidFill>
                                <a:srgbClr val="808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rgbClr val="808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rgbClr val="808000"/>
                                  </a:solidFill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rgbClr val="808000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sub>
                          </m:sSub>
                          <m:r>
                            <a:rPr lang="en-US" b="0" i="1" smtClean="0">
                              <a:solidFill>
                                <a:srgbClr val="808000"/>
                              </a:solidFill>
                              <a:latin typeface="Cambria Math" panose="02040503050406030204" pitchFamily="18" charset="0"/>
                            </a:rPr>
                            <m:t>, </m:t>
                          </m:r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rgbClr val="808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rgbClr val="808000"/>
                                  </a:solidFill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rgbClr val="808000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sub>
                          </m:sSub>
                          <m:r>
                            <a:rPr lang="en-US" b="0" i="1" smtClean="0">
                              <a:solidFill>
                                <a:srgbClr val="808000"/>
                              </a:solidFill>
                              <a:latin typeface="Cambria Math" panose="02040503050406030204" pitchFamily="18" charset="0"/>
                            </a:rPr>
                            <m:t>, </m:t>
                          </m:r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rgbClr val="808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rgbClr val="808000"/>
                                  </a:solidFill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rgbClr val="808000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sub>
                          </m:sSub>
                          <m:r>
                            <a:rPr lang="en-US" b="0" i="1" smtClean="0">
                              <a:solidFill>
                                <a:srgbClr val="808000"/>
                              </a:solidFill>
                              <a:latin typeface="Cambria Math" panose="02040503050406030204" pitchFamily="18" charset="0"/>
                            </a:rPr>
                            <m:t>,…</m:t>
                          </m:r>
                        </m:e>
                      </m:d>
                      <m:r>
                        <a:rPr lang="en-US" b="0" i="1" smtClean="0">
                          <a:solidFill>
                            <a:srgbClr val="808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≡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>
                  <a:solidFill>
                    <a:srgbClr val="808000"/>
                  </a:solidFill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A3D655C-CEEE-4739-8A43-1C9DDA906D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01020" y="3973929"/>
                <a:ext cx="2072426" cy="276999"/>
              </a:xfrm>
              <a:prstGeom prst="rect">
                <a:avLst/>
              </a:prstGeom>
              <a:blipFill>
                <a:blip r:embed="rId5"/>
                <a:stretch>
                  <a:fillRect r="-294" b="-288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3FBCB042-5ECB-4CA0-B249-A71F6F61F765}"/>
                  </a:ext>
                </a:extLst>
              </p:cNvPr>
              <p:cNvSpPr txBox="1"/>
              <p:nvPr/>
            </p:nvSpPr>
            <p:spPr>
              <a:xfrm>
                <a:off x="5602141" y="4944945"/>
                <a:ext cx="1146788" cy="31803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en-US" b="0" i="1" smtClean="0">
                              <a:solidFill>
                                <a:srgbClr val="808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rgbClr val="808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rgbClr val="808000"/>
                                  </a:solidFill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rgbClr val="808000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solidFill>
                            <a:srgbClr val="808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≡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>
                  <a:solidFill>
                    <a:srgbClr val="808000"/>
                  </a:solidFill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3FBCB042-5ECB-4CA0-B249-A71F6F61F7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02141" y="4944945"/>
                <a:ext cx="1146788" cy="318036"/>
              </a:xfrm>
              <a:prstGeom prst="rect">
                <a:avLst/>
              </a:prstGeom>
              <a:blipFill>
                <a:blip r:embed="rId6"/>
                <a:stretch>
                  <a:fillRect r="-1064" b="-1923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42D76F13-30AB-4A04-9E33-0856158FB542}"/>
                  </a:ext>
                </a:extLst>
              </p:cNvPr>
              <p:cNvSpPr txBox="1"/>
              <p:nvPr/>
            </p:nvSpPr>
            <p:spPr>
              <a:xfrm>
                <a:off x="5599587" y="2989256"/>
                <a:ext cx="1087862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en-US" b="0" i="1" smtClean="0">
                              <a:solidFill>
                                <a:srgbClr val="808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rgbClr val="808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rgbClr val="808000"/>
                                  </a:solidFill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rgbClr val="808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≡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>
                  <a:solidFill>
                    <a:srgbClr val="808000"/>
                  </a:solidFill>
                </a:endParaRPr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42D76F13-30AB-4A04-9E33-0856158FB5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99587" y="2989256"/>
                <a:ext cx="1087862" cy="276999"/>
              </a:xfrm>
              <a:prstGeom prst="rect">
                <a:avLst/>
              </a:prstGeom>
              <a:blipFill>
                <a:blip r:embed="rId7"/>
                <a:stretch>
                  <a:fillRect r="-1124" b="-260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6E474204-FBFB-429B-B931-312D3E1983D8}"/>
                  </a:ext>
                </a:extLst>
              </p:cNvPr>
              <p:cNvSpPr txBox="1"/>
              <p:nvPr/>
            </p:nvSpPr>
            <p:spPr>
              <a:xfrm>
                <a:off x="5595068" y="5960316"/>
                <a:ext cx="1155766" cy="32085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en-US" b="0" i="1" smtClean="0">
                              <a:solidFill>
                                <a:srgbClr val="808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rgbClr val="808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rgbClr val="808000"/>
                                  </a:solidFill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rgbClr val="808000"/>
                                  </a:solidFill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solidFill>
                            <a:srgbClr val="808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≡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</m:oMath>
                  </m:oMathPara>
                </a14:m>
                <a:endParaRPr lang="en-US">
                  <a:solidFill>
                    <a:srgbClr val="808000"/>
                  </a:solidFill>
                </a:endParaRPr>
              </a:p>
            </p:txBody>
          </p:sp>
        </mc:Choice>
        <mc:Fallback xmlns="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6E474204-FBFB-429B-B931-312D3E1983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95068" y="5960316"/>
                <a:ext cx="1155766" cy="320857"/>
              </a:xfrm>
              <a:prstGeom prst="rect">
                <a:avLst/>
              </a:prstGeom>
              <a:blipFill>
                <a:blip r:embed="rId8"/>
                <a:stretch>
                  <a:fillRect r="-1587" b="-2692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0" name="Group 49">
            <a:extLst>
              <a:ext uri="{FF2B5EF4-FFF2-40B4-BE49-F238E27FC236}">
                <a16:creationId xmlns:a16="http://schemas.microsoft.com/office/drawing/2014/main" id="{8149B8F6-82B2-4690-B5EA-D564ECA48345}"/>
              </a:ext>
            </a:extLst>
          </p:cNvPr>
          <p:cNvGrpSpPr/>
          <p:nvPr/>
        </p:nvGrpSpPr>
        <p:grpSpPr>
          <a:xfrm>
            <a:off x="8213759" y="4669100"/>
            <a:ext cx="1771999" cy="895102"/>
            <a:chOff x="8746131" y="1589479"/>
            <a:chExt cx="1771999" cy="895102"/>
          </a:xfrm>
          <a:solidFill>
            <a:srgbClr val="29758C"/>
          </a:solidFill>
        </p:grpSpPr>
        <p:sp>
          <p:nvSpPr>
            <p:cNvPr id="3" name="Rectangle: Rounded Corners 2">
              <a:extLst>
                <a:ext uri="{FF2B5EF4-FFF2-40B4-BE49-F238E27FC236}">
                  <a16:creationId xmlns:a16="http://schemas.microsoft.com/office/drawing/2014/main" id="{7890DF49-C8EF-4B7A-AE9B-B9CC7A568B76}"/>
                </a:ext>
              </a:extLst>
            </p:cNvPr>
            <p:cNvSpPr/>
            <p:nvPr/>
          </p:nvSpPr>
          <p:spPr>
            <a:xfrm>
              <a:off x="8746131" y="2011047"/>
              <a:ext cx="426591" cy="274320"/>
            </a:xfrm>
            <a:prstGeom prst="roundRect">
              <a:avLst>
                <a:gd name="adj" fmla="val 5554"/>
              </a:avLst>
            </a:prstGeom>
            <a:grpFill/>
            <a:ln>
              <a:noFill/>
            </a:ln>
            <a:effectLst>
              <a:outerShdw blurRad="50800" dist="254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spAutoFit/>
            </a:bodyPr>
            <a:lstStyle/>
            <a:p>
              <a:pPr algn="ctr"/>
              <a:r>
                <a:rPr lang="en-US" b="1">
                  <a:solidFill>
                    <a:schemeClr val="bg1"/>
                  </a:solidFill>
                  <a:latin typeface="Noto Mono" panose="020B0609030804020204" pitchFamily="49" charset="0"/>
                  <a:ea typeface="Noto Mono" panose="020B0609030804020204" pitchFamily="49" charset="0"/>
                  <a:cs typeface="Noto Mono" panose="020B0609030804020204" pitchFamily="49" charset="0"/>
                </a:rPr>
                <a:t> </a:t>
              </a:r>
            </a:p>
          </p:txBody>
        </p:sp>
        <p:sp>
          <p:nvSpPr>
            <p:cNvPr id="40" name="Rectangle: Rounded Corners 39">
              <a:extLst>
                <a:ext uri="{FF2B5EF4-FFF2-40B4-BE49-F238E27FC236}">
                  <a16:creationId xmlns:a16="http://schemas.microsoft.com/office/drawing/2014/main" id="{5BAA853B-4B55-4770-9053-4337185763AB}"/>
                </a:ext>
              </a:extLst>
            </p:cNvPr>
            <p:cNvSpPr/>
            <p:nvPr/>
          </p:nvSpPr>
          <p:spPr>
            <a:xfrm>
              <a:off x="9411021" y="1823445"/>
              <a:ext cx="426591" cy="274320"/>
            </a:xfrm>
            <a:prstGeom prst="roundRect">
              <a:avLst>
                <a:gd name="adj" fmla="val 5554"/>
              </a:avLst>
            </a:prstGeom>
            <a:grpFill/>
            <a:ln>
              <a:noFill/>
            </a:ln>
            <a:effectLst>
              <a:outerShdw blurRad="50800" dist="254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spAutoFit/>
            </a:bodyPr>
            <a:lstStyle/>
            <a:p>
              <a:pPr algn="ctr"/>
              <a:r>
                <a:rPr lang="en-US" b="1">
                  <a:solidFill>
                    <a:schemeClr val="bg1"/>
                  </a:solidFill>
                  <a:latin typeface="Noto Mono" panose="020B0609030804020204" pitchFamily="49" charset="0"/>
                  <a:ea typeface="Noto Mono" panose="020B0609030804020204" pitchFamily="49" charset="0"/>
                  <a:cs typeface="Noto Mono" panose="020B0609030804020204" pitchFamily="49" charset="0"/>
                </a:rPr>
                <a:t> </a:t>
              </a:r>
            </a:p>
          </p:txBody>
        </p:sp>
        <p:sp>
          <p:nvSpPr>
            <p:cNvPr id="42" name="Rectangle: Rounded Corners 41">
              <a:extLst>
                <a:ext uri="{FF2B5EF4-FFF2-40B4-BE49-F238E27FC236}">
                  <a16:creationId xmlns:a16="http://schemas.microsoft.com/office/drawing/2014/main" id="{D0587A69-47B7-438F-BFC9-7067566EC626}"/>
                </a:ext>
              </a:extLst>
            </p:cNvPr>
            <p:cNvSpPr/>
            <p:nvPr/>
          </p:nvSpPr>
          <p:spPr>
            <a:xfrm>
              <a:off x="9411021" y="2210261"/>
              <a:ext cx="426591" cy="274320"/>
            </a:xfrm>
            <a:prstGeom prst="roundRect">
              <a:avLst>
                <a:gd name="adj" fmla="val 5554"/>
              </a:avLst>
            </a:prstGeom>
            <a:grpFill/>
            <a:ln>
              <a:noFill/>
            </a:ln>
            <a:effectLst>
              <a:outerShdw blurRad="50800" dist="254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spAutoFit/>
            </a:bodyPr>
            <a:lstStyle/>
            <a:p>
              <a:pPr algn="ctr"/>
              <a:r>
                <a:rPr lang="en-US" b="1">
                  <a:solidFill>
                    <a:schemeClr val="bg1"/>
                  </a:solidFill>
                  <a:latin typeface="Noto Mono" panose="020B0609030804020204" pitchFamily="49" charset="0"/>
                  <a:ea typeface="Noto Mono" panose="020B0609030804020204" pitchFamily="49" charset="0"/>
                  <a:cs typeface="Noto Mono" panose="020B0609030804020204" pitchFamily="49" charset="0"/>
                </a:rPr>
                <a:t> </a:t>
              </a:r>
            </a:p>
          </p:txBody>
        </p:sp>
        <p:cxnSp>
          <p:nvCxnSpPr>
            <p:cNvPr id="250" name="Straight Arrow Connector 249">
              <a:extLst>
                <a:ext uri="{FF2B5EF4-FFF2-40B4-BE49-F238E27FC236}">
                  <a16:creationId xmlns:a16="http://schemas.microsoft.com/office/drawing/2014/main" id="{DD7233ED-6273-4CA9-AE26-CD7219619222}"/>
                </a:ext>
              </a:extLst>
            </p:cNvPr>
            <p:cNvCxnSpPr>
              <a:cxnSpLocks/>
              <a:stCxn id="3" idx="3"/>
              <a:endCxn id="40" idx="1"/>
            </p:cNvCxnSpPr>
            <p:nvPr/>
          </p:nvCxnSpPr>
          <p:spPr>
            <a:xfrm flipV="1">
              <a:off x="9172722" y="1960605"/>
              <a:ext cx="238299" cy="187602"/>
            </a:xfrm>
            <a:prstGeom prst="straightConnector1">
              <a:avLst/>
            </a:prstGeom>
            <a:grpFill/>
            <a:ln w="19050">
              <a:solidFill>
                <a:srgbClr val="546970"/>
              </a:solidFill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253" name="Straight Arrow Connector 252">
              <a:extLst>
                <a:ext uri="{FF2B5EF4-FFF2-40B4-BE49-F238E27FC236}">
                  <a16:creationId xmlns:a16="http://schemas.microsoft.com/office/drawing/2014/main" id="{B2420860-7B45-4A5D-A9B8-556568D6B0ED}"/>
                </a:ext>
              </a:extLst>
            </p:cNvPr>
            <p:cNvCxnSpPr>
              <a:cxnSpLocks/>
              <a:stCxn id="3" idx="3"/>
              <a:endCxn id="42" idx="1"/>
            </p:cNvCxnSpPr>
            <p:nvPr/>
          </p:nvCxnSpPr>
          <p:spPr>
            <a:xfrm>
              <a:off x="9172722" y="2148207"/>
              <a:ext cx="238299" cy="199214"/>
            </a:xfrm>
            <a:prstGeom prst="straightConnector1">
              <a:avLst/>
            </a:prstGeom>
            <a:grpFill/>
            <a:ln w="19050">
              <a:solidFill>
                <a:srgbClr val="546970"/>
              </a:solidFill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256" name="Straight Arrow Connector 255">
              <a:extLst>
                <a:ext uri="{FF2B5EF4-FFF2-40B4-BE49-F238E27FC236}">
                  <a16:creationId xmlns:a16="http://schemas.microsoft.com/office/drawing/2014/main" id="{1C6D8DC3-5C4B-4982-A16D-090ADD87C7AA}"/>
                </a:ext>
              </a:extLst>
            </p:cNvPr>
            <p:cNvCxnSpPr>
              <a:cxnSpLocks/>
              <a:stCxn id="40" idx="3"/>
              <a:endCxn id="305" idx="1"/>
            </p:cNvCxnSpPr>
            <p:nvPr/>
          </p:nvCxnSpPr>
          <p:spPr>
            <a:xfrm flipV="1">
              <a:off x="9837612" y="1726639"/>
              <a:ext cx="253927" cy="233966"/>
            </a:xfrm>
            <a:prstGeom prst="straightConnector1">
              <a:avLst/>
            </a:prstGeom>
            <a:grpFill/>
            <a:ln w="19050">
              <a:solidFill>
                <a:srgbClr val="546970"/>
              </a:solidFill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305" name="Rectangle: Rounded Corners 304">
              <a:extLst>
                <a:ext uri="{FF2B5EF4-FFF2-40B4-BE49-F238E27FC236}">
                  <a16:creationId xmlns:a16="http://schemas.microsoft.com/office/drawing/2014/main" id="{071A063C-575E-4099-BF40-B77CC1EB5D6E}"/>
                </a:ext>
              </a:extLst>
            </p:cNvPr>
            <p:cNvSpPr/>
            <p:nvPr/>
          </p:nvSpPr>
          <p:spPr>
            <a:xfrm>
              <a:off x="10091539" y="1589479"/>
              <a:ext cx="426591" cy="274320"/>
            </a:xfrm>
            <a:prstGeom prst="roundRect">
              <a:avLst>
                <a:gd name="adj" fmla="val 5554"/>
              </a:avLst>
            </a:prstGeom>
            <a:grpFill/>
            <a:ln>
              <a:noFill/>
            </a:ln>
            <a:effectLst>
              <a:outerShdw blurRad="50800" dist="254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spAutoFit/>
            </a:bodyPr>
            <a:lstStyle/>
            <a:p>
              <a:pPr algn="ctr"/>
              <a:r>
                <a:rPr lang="en-US" b="1">
                  <a:solidFill>
                    <a:schemeClr val="bg1"/>
                  </a:solidFill>
                  <a:latin typeface="Noto Mono" panose="020B0609030804020204" pitchFamily="49" charset="0"/>
                  <a:ea typeface="Noto Mono" panose="020B0609030804020204" pitchFamily="49" charset="0"/>
                  <a:cs typeface="Noto Mono" panose="020B0609030804020204" pitchFamily="49" charset="0"/>
                </a:rPr>
                <a:t> </a:t>
              </a:r>
            </a:p>
          </p:txBody>
        </p:sp>
        <p:sp>
          <p:nvSpPr>
            <p:cNvPr id="306" name="Rectangle: Rounded Corners 305">
              <a:extLst>
                <a:ext uri="{FF2B5EF4-FFF2-40B4-BE49-F238E27FC236}">
                  <a16:creationId xmlns:a16="http://schemas.microsoft.com/office/drawing/2014/main" id="{960BCCDA-80FB-4DA9-9D9E-6310CCF00D15}"/>
                </a:ext>
              </a:extLst>
            </p:cNvPr>
            <p:cNvSpPr/>
            <p:nvPr/>
          </p:nvSpPr>
          <p:spPr>
            <a:xfrm>
              <a:off x="10091539" y="2037255"/>
              <a:ext cx="426591" cy="274320"/>
            </a:xfrm>
            <a:prstGeom prst="roundRect">
              <a:avLst>
                <a:gd name="adj" fmla="val 5554"/>
              </a:avLst>
            </a:prstGeom>
            <a:grpFill/>
            <a:ln>
              <a:noFill/>
            </a:ln>
            <a:effectLst>
              <a:outerShdw blurRad="50800" dist="254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spAutoFit/>
            </a:bodyPr>
            <a:lstStyle/>
            <a:p>
              <a:pPr algn="ctr"/>
              <a:r>
                <a:rPr lang="en-US" b="1">
                  <a:solidFill>
                    <a:schemeClr val="bg1"/>
                  </a:solidFill>
                  <a:latin typeface="Noto Mono" panose="020B0609030804020204" pitchFamily="49" charset="0"/>
                  <a:ea typeface="Noto Mono" panose="020B0609030804020204" pitchFamily="49" charset="0"/>
                  <a:cs typeface="Noto Mono" panose="020B0609030804020204" pitchFamily="49" charset="0"/>
                </a:rPr>
                <a:t> </a:t>
              </a:r>
            </a:p>
          </p:txBody>
        </p:sp>
        <p:cxnSp>
          <p:nvCxnSpPr>
            <p:cNvPr id="308" name="Straight Arrow Connector 307">
              <a:extLst>
                <a:ext uri="{FF2B5EF4-FFF2-40B4-BE49-F238E27FC236}">
                  <a16:creationId xmlns:a16="http://schemas.microsoft.com/office/drawing/2014/main" id="{BB323E00-5980-470D-88E2-3A97CD1ACCA6}"/>
                </a:ext>
              </a:extLst>
            </p:cNvPr>
            <p:cNvCxnSpPr>
              <a:cxnSpLocks/>
              <a:stCxn id="40" idx="3"/>
              <a:endCxn id="306" idx="1"/>
            </p:cNvCxnSpPr>
            <p:nvPr/>
          </p:nvCxnSpPr>
          <p:spPr>
            <a:xfrm>
              <a:off x="9837612" y="1960605"/>
              <a:ext cx="253927" cy="213810"/>
            </a:xfrm>
            <a:prstGeom prst="straightConnector1">
              <a:avLst/>
            </a:prstGeom>
            <a:grpFill/>
            <a:ln w="19050">
              <a:solidFill>
                <a:srgbClr val="546970"/>
              </a:solidFill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341" name="Group 340">
            <a:extLst>
              <a:ext uri="{FF2B5EF4-FFF2-40B4-BE49-F238E27FC236}">
                <a16:creationId xmlns:a16="http://schemas.microsoft.com/office/drawing/2014/main" id="{BB63FB87-D8CB-4480-AE02-4ADB6857831F}"/>
              </a:ext>
            </a:extLst>
          </p:cNvPr>
          <p:cNvGrpSpPr/>
          <p:nvPr/>
        </p:nvGrpSpPr>
        <p:grpSpPr>
          <a:xfrm>
            <a:off x="8221379" y="1897179"/>
            <a:ext cx="1771999" cy="661136"/>
            <a:chOff x="8746131" y="1823445"/>
            <a:chExt cx="1771999" cy="661136"/>
          </a:xfrm>
          <a:solidFill>
            <a:srgbClr val="29758C"/>
          </a:solidFill>
        </p:grpSpPr>
        <p:sp>
          <p:nvSpPr>
            <p:cNvPr id="342" name="Rectangle: Rounded Corners 341">
              <a:extLst>
                <a:ext uri="{FF2B5EF4-FFF2-40B4-BE49-F238E27FC236}">
                  <a16:creationId xmlns:a16="http://schemas.microsoft.com/office/drawing/2014/main" id="{F042CBCA-65C4-4E57-B512-A940059014D5}"/>
                </a:ext>
              </a:extLst>
            </p:cNvPr>
            <p:cNvSpPr/>
            <p:nvPr/>
          </p:nvSpPr>
          <p:spPr>
            <a:xfrm>
              <a:off x="8746131" y="2011047"/>
              <a:ext cx="426591" cy="274320"/>
            </a:xfrm>
            <a:prstGeom prst="roundRect">
              <a:avLst>
                <a:gd name="adj" fmla="val 5554"/>
              </a:avLst>
            </a:prstGeom>
            <a:grpFill/>
            <a:ln>
              <a:noFill/>
            </a:ln>
            <a:effectLst>
              <a:outerShdw blurRad="50800" dist="254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spAutoFit/>
            </a:bodyPr>
            <a:lstStyle/>
            <a:p>
              <a:pPr algn="ctr"/>
              <a:r>
                <a:rPr lang="en-US" b="1">
                  <a:solidFill>
                    <a:schemeClr val="bg1"/>
                  </a:solidFill>
                  <a:latin typeface="Noto Mono" panose="020B0609030804020204" pitchFamily="49" charset="0"/>
                  <a:ea typeface="Noto Mono" panose="020B0609030804020204" pitchFamily="49" charset="0"/>
                  <a:cs typeface="Noto Mono" panose="020B0609030804020204" pitchFamily="49" charset="0"/>
                </a:rPr>
                <a:t> </a:t>
              </a:r>
            </a:p>
          </p:txBody>
        </p:sp>
        <p:sp>
          <p:nvSpPr>
            <p:cNvPr id="343" name="Rectangle: Rounded Corners 342">
              <a:extLst>
                <a:ext uri="{FF2B5EF4-FFF2-40B4-BE49-F238E27FC236}">
                  <a16:creationId xmlns:a16="http://schemas.microsoft.com/office/drawing/2014/main" id="{FD10F81D-35DA-4DC2-ABB3-EE96CEEA525F}"/>
                </a:ext>
              </a:extLst>
            </p:cNvPr>
            <p:cNvSpPr/>
            <p:nvPr/>
          </p:nvSpPr>
          <p:spPr>
            <a:xfrm>
              <a:off x="9411021" y="1823445"/>
              <a:ext cx="426591" cy="274320"/>
            </a:xfrm>
            <a:prstGeom prst="roundRect">
              <a:avLst>
                <a:gd name="adj" fmla="val 5554"/>
              </a:avLst>
            </a:prstGeom>
            <a:grpFill/>
            <a:ln>
              <a:noFill/>
            </a:ln>
            <a:effectLst>
              <a:outerShdw blurRad="50800" dist="254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spAutoFit/>
            </a:bodyPr>
            <a:lstStyle/>
            <a:p>
              <a:pPr algn="ctr"/>
              <a:r>
                <a:rPr lang="en-US" b="1">
                  <a:solidFill>
                    <a:schemeClr val="bg1"/>
                  </a:solidFill>
                  <a:latin typeface="Noto Mono" panose="020B0609030804020204" pitchFamily="49" charset="0"/>
                  <a:ea typeface="Noto Mono" panose="020B0609030804020204" pitchFamily="49" charset="0"/>
                  <a:cs typeface="Noto Mono" panose="020B0609030804020204" pitchFamily="49" charset="0"/>
                </a:rPr>
                <a:t> </a:t>
              </a:r>
            </a:p>
          </p:txBody>
        </p:sp>
        <p:sp>
          <p:nvSpPr>
            <p:cNvPr id="344" name="Rectangle: Rounded Corners 343">
              <a:extLst>
                <a:ext uri="{FF2B5EF4-FFF2-40B4-BE49-F238E27FC236}">
                  <a16:creationId xmlns:a16="http://schemas.microsoft.com/office/drawing/2014/main" id="{18D8CAD5-255C-49A5-8D25-C38DBA12124F}"/>
                </a:ext>
              </a:extLst>
            </p:cNvPr>
            <p:cNvSpPr/>
            <p:nvPr/>
          </p:nvSpPr>
          <p:spPr>
            <a:xfrm>
              <a:off x="9411021" y="2210261"/>
              <a:ext cx="426591" cy="274320"/>
            </a:xfrm>
            <a:prstGeom prst="roundRect">
              <a:avLst>
                <a:gd name="adj" fmla="val 5554"/>
              </a:avLst>
            </a:prstGeom>
            <a:grpFill/>
            <a:ln>
              <a:noFill/>
            </a:ln>
            <a:effectLst>
              <a:outerShdw blurRad="50800" dist="254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spAutoFit/>
            </a:bodyPr>
            <a:lstStyle/>
            <a:p>
              <a:pPr algn="ctr"/>
              <a:r>
                <a:rPr lang="en-US" b="1">
                  <a:solidFill>
                    <a:schemeClr val="bg1"/>
                  </a:solidFill>
                  <a:latin typeface="Noto Mono" panose="020B0609030804020204" pitchFamily="49" charset="0"/>
                  <a:ea typeface="Noto Mono" panose="020B0609030804020204" pitchFamily="49" charset="0"/>
                  <a:cs typeface="Noto Mono" panose="020B0609030804020204" pitchFamily="49" charset="0"/>
                </a:rPr>
                <a:t> </a:t>
              </a:r>
            </a:p>
          </p:txBody>
        </p:sp>
        <p:cxnSp>
          <p:nvCxnSpPr>
            <p:cNvPr id="345" name="Straight Arrow Connector 344">
              <a:extLst>
                <a:ext uri="{FF2B5EF4-FFF2-40B4-BE49-F238E27FC236}">
                  <a16:creationId xmlns:a16="http://schemas.microsoft.com/office/drawing/2014/main" id="{C097EAF7-F400-4EF0-AD5D-C2231DD49D18}"/>
                </a:ext>
              </a:extLst>
            </p:cNvPr>
            <p:cNvCxnSpPr>
              <a:cxnSpLocks/>
              <a:stCxn id="342" idx="3"/>
              <a:endCxn id="343" idx="1"/>
            </p:cNvCxnSpPr>
            <p:nvPr/>
          </p:nvCxnSpPr>
          <p:spPr>
            <a:xfrm flipV="1">
              <a:off x="9172722" y="1960605"/>
              <a:ext cx="238299" cy="187602"/>
            </a:xfrm>
            <a:prstGeom prst="straightConnector1">
              <a:avLst/>
            </a:prstGeom>
            <a:grpFill/>
            <a:ln w="19050">
              <a:solidFill>
                <a:srgbClr val="546970"/>
              </a:solidFill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346" name="Straight Arrow Connector 345">
              <a:extLst>
                <a:ext uri="{FF2B5EF4-FFF2-40B4-BE49-F238E27FC236}">
                  <a16:creationId xmlns:a16="http://schemas.microsoft.com/office/drawing/2014/main" id="{BFFE9F16-E2C4-4DE3-B23E-8582D5E19BD4}"/>
                </a:ext>
              </a:extLst>
            </p:cNvPr>
            <p:cNvCxnSpPr>
              <a:cxnSpLocks/>
              <a:stCxn id="342" idx="3"/>
              <a:endCxn id="344" idx="1"/>
            </p:cNvCxnSpPr>
            <p:nvPr/>
          </p:nvCxnSpPr>
          <p:spPr>
            <a:xfrm>
              <a:off x="9172722" y="2148207"/>
              <a:ext cx="238299" cy="199214"/>
            </a:xfrm>
            <a:prstGeom prst="straightConnector1">
              <a:avLst/>
            </a:prstGeom>
            <a:grpFill/>
            <a:ln w="19050">
              <a:solidFill>
                <a:srgbClr val="546970"/>
              </a:solidFill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349" name="Rectangle: Rounded Corners 348">
              <a:extLst>
                <a:ext uri="{FF2B5EF4-FFF2-40B4-BE49-F238E27FC236}">
                  <a16:creationId xmlns:a16="http://schemas.microsoft.com/office/drawing/2014/main" id="{F93F6D7E-2844-47C4-B225-0A70329DB2DE}"/>
                </a:ext>
              </a:extLst>
            </p:cNvPr>
            <p:cNvSpPr/>
            <p:nvPr/>
          </p:nvSpPr>
          <p:spPr>
            <a:xfrm>
              <a:off x="10091539" y="2037255"/>
              <a:ext cx="426591" cy="274320"/>
            </a:xfrm>
            <a:prstGeom prst="roundRect">
              <a:avLst>
                <a:gd name="adj" fmla="val 5554"/>
              </a:avLst>
            </a:prstGeom>
            <a:grpFill/>
            <a:ln>
              <a:noFill/>
            </a:ln>
            <a:effectLst>
              <a:outerShdw blurRad="50800" dist="254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spAutoFit/>
            </a:bodyPr>
            <a:lstStyle/>
            <a:p>
              <a:pPr algn="ctr"/>
              <a:r>
                <a:rPr lang="en-US" b="1">
                  <a:solidFill>
                    <a:schemeClr val="bg1"/>
                  </a:solidFill>
                  <a:latin typeface="Noto Mono" panose="020B0609030804020204" pitchFamily="49" charset="0"/>
                  <a:ea typeface="Noto Mono" panose="020B0609030804020204" pitchFamily="49" charset="0"/>
                  <a:cs typeface="Noto Mono" panose="020B0609030804020204" pitchFamily="49" charset="0"/>
                </a:rPr>
                <a:t> </a:t>
              </a:r>
            </a:p>
          </p:txBody>
        </p:sp>
        <p:cxnSp>
          <p:nvCxnSpPr>
            <p:cNvPr id="350" name="Straight Arrow Connector 349">
              <a:extLst>
                <a:ext uri="{FF2B5EF4-FFF2-40B4-BE49-F238E27FC236}">
                  <a16:creationId xmlns:a16="http://schemas.microsoft.com/office/drawing/2014/main" id="{0CD6CF11-AE11-46CA-89CC-F6F838923A51}"/>
                </a:ext>
              </a:extLst>
            </p:cNvPr>
            <p:cNvCxnSpPr>
              <a:cxnSpLocks/>
              <a:stCxn id="344" idx="3"/>
              <a:endCxn id="349" idx="1"/>
            </p:cNvCxnSpPr>
            <p:nvPr/>
          </p:nvCxnSpPr>
          <p:spPr>
            <a:xfrm flipV="1">
              <a:off x="9837612" y="2174415"/>
              <a:ext cx="253927" cy="173006"/>
            </a:xfrm>
            <a:prstGeom prst="straightConnector1">
              <a:avLst/>
            </a:prstGeom>
            <a:grpFill/>
            <a:ln w="19050">
              <a:solidFill>
                <a:srgbClr val="546970"/>
              </a:solidFill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351" name="Straight Arrow Connector 350">
            <a:extLst>
              <a:ext uri="{FF2B5EF4-FFF2-40B4-BE49-F238E27FC236}">
                <a16:creationId xmlns:a16="http://schemas.microsoft.com/office/drawing/2014/main" id="{DEA6EA48-9DFA-40B7-9837-7F12A0E9D4B4}"/>
              </a:ext>
            </a:extLst>
          </p:cNvPr>
          <p:cNvCxnSpPr>
            <a:cxnSpLocks/>
            <a:stCxn id="343" idx="3"/>
            <a:endCxn id="349" idx="1"/>
          </p:cNvCxnSpPr>
          <p:nvPr/>
        </p:nvCxnSpPr>
        <p:spPr>
          <a:xfrm>
            <a:off x="9312860" y="2034339"/>
            <a:ext cx="253927" cy="213810"/>
          </a:xfrm>
          <a:prstGeom prst="straightConnector1">
            <a:avLst/>
          </a:prstGeom>
          <a:ln w="19050">
            <a:solidFill>
              <a:srgbClr val="546970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grpSp>
        <p:nvGrpSpPr>
          <p:cNvPr id="352" name="Group 351">
            <a:extLst>
              <a:ext uri="{FF2B5EF4-FFF2-40B4-BE49-F238E27FC236}">
                <a16:creationId xmlns:a16="http://schemas.microsoft.com/office/drawing/2014/main" id="{DB00C9B1-27CE-40F9-B740-8B463597C6A1}"/>
              </a:ext>
            </a:extLst>
          </p:cNvPr>
          <p:cNvGrpSpPr/>
          <p:nvPr/>
        </p:nvGrpSpPr>
        <p:grpSpPr>
          <a:xfrm>
            <a:off x="8221379" y="5781918"/>
            <a:ext cx="1781391" cy="795968"/>
            <a:chOff x="8746131" y="1823445"/>
            <a:chExt cx="1781391" cy="795968"/>
          </a:xfrm>
          <a:solidFill>
            <a:srgbClr val="29758C"/>
          </a:solidFill>
        </p:grpSpPr>
        <p:sp>
          <p:nvSpPr>
            <p:cNvPr id="353" name="Rectangle: Rounded Corners 352">
              <a:extLst>
                <a:ext uri="{FF2B5EF4-FFF2-40B4-BE49-F238E27FC236}">
                  <a16:creationId xmlns:a16="http://schemas.microsoft.com/office/drawing/2014/main" id="{FCCDCF9B-C5E1-4E8D-A1CB-3374C3739063}"/>
                </a:ext>
              </a:extLst>
            </p:cNvPr>
            <p:cNvSpPr/>
            <p:nvPr/>
          </p:nvSpPr>
          <p:spPr>
            <a:xfrm>
              <a:off x="8746131" y="2011047"/>
              <a:ext cx="426591" cy="274320"/>
            </a:xfrm>
            <a:prstGeom prst="roundRect">
              <a:avLst>
                <a:gd name="adj" fmla="val 5554"/>
              </a:avLst>
            </a:prstGeom>
            <a:grpFill/>
            <a:ln>
              <a:noFill/>
            </a:ln>
            <a:effectLst>
              <a:outerShdw blurRad="50800" dist="254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spAutoFit/>
            </a:bodyPr>
            <a:lstStyle/>
            <a:p>
              <a:pPr algn="ctr"/>
              <a:r>
                <a:rPr lang="en-US" b="1">
                  <a:solidFill>
                    <a:schemeClr val="bg1"/>
                  </a:solidFill>
                  <a:latin typeface="Noto Mono" panose="020B0609030804020204" pitchFamily="49" charset="0"/>
                  <a:ea typeface="Noto Mono" panose="020B0609030804020204" pitchFamily="49" charset="0"/>
                  <a:cs typeface="Noto Mono" panose="020B0609030804020204" pitchFamily="49" charset="0"/>
                </a:rPr>
                <a:t> </a:t>
              </a:r>
            </a:p>
          </p:txBody>
        </p:sp>
        <p:sp>
          <p:nvSpPr>
            <p:cNvPr id="354" name="Rectangle: Rounded Corners 353">
              <a:extLst>
                <a:ext uri="{FF2B5EF4-FFF2-40B4-BE49-F238E27FC236}">
                  <a16:creationId xmlns:a16="http://schemas.microsoft.com/office/drawing/2014/main" id="{B5393C66-AB17-4452-A278-8CCA910F0A30}"/>
                </a:ext>
              </a:extLst>
            </p:cNvPr>
            <p:cNvSpPr/>
            <p:nvPr/>
          </p:nvSpPr>
          <p:spPr>
            <a:xfrm>
              <a:off x="9411021" y="1823445"/>
              <a:ext cx="426591" cy="274320"/>
            </a:xfrm>
            <a:prstGeom prst="roundRect">
              <a:avLst>
                <a:gd name="adj" fmla="val 5554"/>
              </a:avLst>
            </a:prstGeom>
            <a:grpFill/>
            <a:ln>
              <a:noFill/>
            </a:ln>
            <a:effectLst>
              <a:outerShdw blurRad="50800" dist="254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spAutoFit/>
            </a:bodyPr>
            <a:lstStyle/>
            <a:p>
              <a:pPr algn="ctr"/>
              <a:r>
                <a:rPr lang="en-US" b="1">
                  <a:solidFill>
                    <a:schemeClr val="bg1"/>
                  </a:solidFill>
                  <a:latin typeface="Noto Mono" panose="020B0609030804020204" pitchFamily="49" charset="0"/>
                  <a:ea typeface="Noto Mono" panose="020B0609030804020204" pitchFamily="49" charset="0"/>
                  <a:cs typeface="Noto Mono" panose="020B0609030804020204" pitchFamily="49" charset="0"/>
                </a:rPr>
                <a:t> </a:t>
              </a:r>
            </a:p>
          </p:txBody>
        </p:sp>
        <p:sp>
          <p:nvSpPr>
            <p:cNvPr id="355" name="Rectangle: Rounded Corners 354">
              <a:extLst>
                <a:ext uri="{FF2B5EF4-FFF2-40B4-BE49-F238E27FC236}">
                  <a16:creationId xmlns:a16="http://schemas.microsoft.com/office/drawing/2014/main" id="{5C27C2A0-5D5C-4CCD-B3D7-ED6307FD855F}"/>
                </a:ext>
              </a:extLst>
            </p:cNvPr>
            <p:cNvSpPr/>
            <p:nvPr/>
          </p:nvSpPr>
          <p:spPr>
            <a:xfrm>
              <a:off x="9411021" y="2210261"/>
              <a:ext cx="426591" cy="274320"/>
            </a:xfrm>
            <a:prstGeom prst="roundRect">
              <a:avLst>
                <a:gd name="adj" fmla="val 5554"/>
              </a:avLst>
            </a:prstGeom>
            <a:grpFill/>
            <a:ln>
              <a:noFill/>
            </a:ln>
            <a:effectLst>
              <a:outerShdw blurRad="50800" dist="254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spAutoFit/>
            </a:bodyPr>
            <a:lstStyle/>
            <a:p>
              <a:pPr algn="ctr"/>
              <a:r>
                <a:rPr lang="en-US" b="1">
                  <a:solidFill>
                    <a:schemeClr val="bg1"/>
                  </a:solidFill>
                  <a:latin typeface="Noto Mono" panose="020B0609030804020204" pitchFamily="49" charset="0"/>
                  <a:ea typeface="Noto Mono" panose="020B0609030804020204" pitchFamily="49" charset="0"/>
                  <a:cs typeface="Noto Mono" panose="020B0609030804020204" pitchFamily="49" charset="0"/>
                </a:rPr>
                <a:t> </a:t>
              </a:r>
            </a:p>
          </p:txBody>
        </p:sp>
        <p:cxnSp>
          <p:nvCxnSpPr>
            <p:cNvPr id="356" name="Straight Arrow Connector 355">
              <a:extLst>
                <a:ext uri="{FF2B5EF4-FFF2-40B4-BE49-F238E27FC236}">
                  <a16:creationId xmlns:a16="http://schemas.microsoft.com/office/drawing/2014/main" id="{18139A38-267D-44B1-A62A-71D2B364ADB0}"/>
                </a:ext>
              </a:extLst>
            </p:cNvPr>
            <p:cNvCxnSpPr>
              <a:cxnSpLocks/>
              <a:stCxn id="353" idx="3"/>
              <a:endCxn id="354" idx="1"/>
            </p:cNvCxnSpPr>
            <p:nvPr/>
          </p:nvCxnSpPr>
          <p:spPr>
            <a:xfrm flipV="1">
              <a:off x="9172722" y="1960605"/>
              <a:ext cx="238299" cy="187602"/>
            </a:xfrm>
            <a:prstGeom prst="straightConnector1">
              <a:avLst/>
            </a:prstGeom>
            <a:grpFill/>
            <a:ln w="19050">
              <a:solidFill>
                <a:srgbClr val="546970"/>
              </a:solidFill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357" name="Straight Arrow Connector 356">
              <a:extLst>
                <a:ext uri="{FF2B5EF4-FFF2-40B4-BE49-F238E27FC236}">
                  <a16:creationId xmlns:a16="http://schemas.microsoft.com/office/drawing/2014/main" id="{38EC580B-E5F5-4FC4-8870-BE794EADDA66}"/>
                </a:ext>
              </a:extLst>
            </p:cNvPr>
            <p:cNvCxnSpPr>
              <a:cxnSpLocks/>
              <a:stCxn id="353" idx="3"/>
              <a:endCxn id="355" idx="1"/>
            </p:cNvCxnSpPr>
            <p:nvPr/>
          </p:nvCxnSpPr>
          <p:spPr>
            <a:xfrm>
              <a:off x="9172722" y="2148207"/>
              <a:ext cx="238299" cy="199214"/>
            </a:xfrm>
            <a:prstGeom prst="straightConnector1">
              <a:avLst/>
            </a:prstGeom>
            <a:grpFill/>
            <a:ln w="19050">
              <a:solidFill>
                <a:srgbClr val="546970"/>
              </a:solidFill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358" name="Straight Arrow Connector 357">
              <a:extLst>
                <a:ext uri="{FF2B5EF4-FFF2-40B4-BE49-F238E27FC236}">
                  <a16:creationId xmlns:a16="http://schemas.microsoft.com/office/drawing/2014/main" id="{9D6D6ACF-7252-4754-BA51-209AEE2677D8}"/>
                </a:ext>
              </a:extLst>
            </p:cNvPr>
            <p:cNvCxnSpPr>
              <a:cxnSpLocks/>
              <a:stCxn id="355" idx="3"/>
              <a:endCxn id="359" idx="1"/>
            </p:cNvCxnSpPr>
            <p:nvPr/>
          </p:nvCxnSpPr>
          <p:spPr>
            <a:xfrm>
              <a:off x="9837612" y="2347421"/>
              <a:ext cx="263319" cy="134832"/>
            </a:xfrm>
            <a:prstGeom prst="straightConnector1">
              <a:avLst/>
            </a:prstGeom>
            <a:grpFill/>
            <a:ln w="19050">
              <a:solidFill>
                <a:srgbClr val="546970"/>
              </a:solidFill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359" name="Rectangle: Rounded Corners 358">
              <a:extLst>
                <a:ext uri="{FF2B5EF4-FFF2-40B4-BE49-F238E27FC236}">
                  <a16:creationId xmlns:a16="http://schemas.microsoft.com/office/drawing/2014/main" id="{2FE178DD-C5F2-412F-AAE7-6D0C4DAFACCC}"/>
                </a:ext>
              </a:extLst>
            </p:cNvPr>
            <p:cNvSpPr/>
            <p:nvPr/>
          </p:nvSpPr>
          <p:spPr>
            <a:xfrm>
              <a:off x="10100931" y="2345093"/>
              <a:ext cx="426591" cy="274320"/>
            </a:xfrm>
            <a:prstGeom prst="roundRect">
              <a:avLst>
                <a:gd name="adj" fmla="val 5554"/>
              </a:avLst>
            </a:prstGeom>
            <a:grpFill/>
            <a:ln>
              <a:noFill/>
            </a:ln>
            <a:effectLst>
              <a:outerShdw blurRad="50800" dist="254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spAutoFit/>
            </a:bodyPr>
            <a:lstStyle/>
            <a:p>
              <a:pPr algn="ctr"/>
              <a:r>
                <a:rPr lang="en-US" b="1">
                  <a:solidFill>
                    <a:schemeClr val="bg1"/>
                  </a:solidFill>
                  <a:latin typeface="Noto Mono" panose="020B0609030804020204" pitchFamily="49" charset="0"/>
                  <a:ea typeface="Noto Mono" panose="020B0609030804020204" pitchFamily="49" charset="0"/>
                  <a:cs typeface="Noto Mono" panose="020B0609030804020204" pitchFamily="49" charset="0"/>
                </a:rPr>
                <a:t> </a:t>
              </a:r>
            </a:p>
          </p:txBody>
        </p:sp>
        <p:sp>
          <p:nvSpPr>
            <p:cNvPr id="360" name="Rectangle: Rounded Corners 359">
              <a:extLst>
                <a:ext uri="{FF2B5EF4-FFF2-40B4-BE49-F238E27FC236}">
                  <a16:creationId xmlns:a16="http://schemas.microsoft.com/office/drawing/2014/main" id="{3CC6F5B6-2925-453D-BB34-865D5D6CBF73}"/>
                </a:ext>
              </a:extLst>
            </p:cNvPr>
            <p:cNvSpPr/>
            <p:nvPr/>
          </p:nvSpPr>
          <p:spPr>
            <a:xfrm>
              <a:off x="10100931" y="1961046"/>
              <a:ext cx="426591" cy="274320"/>
            </a:xfrm>
            <a:prstGeom prst="roundRect">
              <a:avLst>
                <a:gd name="adj" fmla="val 5554"/>
              </a:avLst>
            </a:prstGeom>
            <a:grpFill/>
            <a:ln>
              <a:noFill/>
            </a:ln>
            <a:effectLst>
              <a:outerShdw blurRad="50800" dist="254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spAutoFit/>
            </a:bodyPr>
            <a:lstStyle/>
            <a:p>
              <a:pPr algn="ctr"/>
              <a:r>
                <a:rPr lang="en-US" b="1">
                  <a:solidFill>
                    <a:schemeClr val="bg1"/>
                  </a:solidFill>
                  <a:latin typeface="Noto Mono" panose="020B0609030804020204" pitchFamily="49" charset="0"/>
                  <a:ea typeface="Noto Mono" panose="020B0609030804020204" pitchFamily="49" charset="0"/>
                  <a:cs typeface="Noto Mono" panose="020B0609030804020204" pitchFamily="49" charset="0"/>
                </a:rPr>
                <a:t> </a:t>
              </a:r>
            </a:p>
          </p:txBody>
        </p:sp>
        <p:cxnSp>
          <p:nvCxnSpPr>
            <p:cNvPr id="361" name="Straight Arrow Connector 360">
              <a:extLst>
                <a:ext uri="{FF2B5EF4-FFF2-40B4-BE49-F238E27FC236}">
                  <a16:creationId xmlns:a16="http://schemas.microsoft.com/office/drawing/2014/main" id="{A046706E-CBFA-448F-B7F1-B5593096C297}"/>
                </a:ext>
              </a:extLst>
            </p:cNvPr>
            <p:cNvCxnSpPr>
              <a:cxnSpLocks/>
              <a:stCxn id="355" idx="3"/>
              <a:endCxn id="360" idx="1"/>
            </p:cNvCxnSpPr>
            <p:nvPr/>
          </p:nvCxnSpPr>
          <p:spPr>
            <a:xfrm flipV="1">
              <a:off x="9837612" y="2098206"/>
              <a:ext cx="263319" cy="249215"/>
            </a:xfrm>
            <a:prstGeom prst="straightConnector1">
              <a:avLst/>
            </a:prstGeom>
            <a:grpFill/>
            <a:ln w="19050">
              <a:solidFill>
                <a:srgbClr val="546970"/>
              </a:solidFill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362" name="Straight Arrow Connector 361">
            <a:extLst>
              <a:ext uri="{FF2B5EF4-FFF2-40B4-BE49-F238E27FC236}">
                <a16:creationId xmlns:a16="http://schemas.microsoft.com/office/drawing/2014/main" id="{603A0A76-B9BE-4E84-92AE-B6C0C4A86864}"/>
              </a:ext>
            </a:extLst>
          </p:cNvPr>
          <p:cNvCxnSpPr>
            <a:cxnSpLocks/>
            <a:stCxn id="306" idx="1"/>
            <a:endCxn id="42" idx="3"/>
          </p:cNvCxnSpPr>
          <p:nvPr/>
        </p:nvCxnSpPr>
        <p:spPr>
          <a:xfrm flipH="1">
            <a:off x="9305240" y="5254036"/>
            <a:ext cx="253927" cy="173006"/>
          </a:xfrm>
          <a:prstGeom prst="straightConnector1">
            <a:avLst/>
          </a:prstGeom>
          <a:ln w="19050">
            <a:solidFill>
              <a:srgbClr val="546970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grpSp>
        <p:nvGrpSpPr>
          <p:cNvPr id="95" name="Group 94">
            <a:extLst>
              <a:ext uri="{FF2B5EF4-FFF2-40B4-BE49-F238E27FC236}">
                <a16:creationId xmlns:a16="http://schemas.microsoft.com/office/drawing/2014/main" id="{73FB7298-B0BC-4F94-8BFA-89C08561F187}"/>
              </a:ext>
            </a:extLst>
          </p:cNvPr>
          <p:cNvGrpSpPr/>
          <p:nvPr/>
        </p:nvGrpSpPr>
        <p:grpSpPr>
          <a:xfrm>
            <a:off x="8221379" y="3438018"/>
            <a:ext cx="1750344" cy="1163763"/>
            <a:chOff x="8262798" y="4606250"/>
            <a:chExt cx="1750344" cy="1163763"/>
          </a:xfrm>
          <a:solidFill>
            <a:srgbClr val="29758C"/>
          </a:solidFill>
        </p:grpSpPr>
        <p:grpSp>
          <p:nvGrpSpPr>
            <p:cNvPr id="363" name="Group 362">
              <a:extLst>
                <a:ext uri="{FF2B5EF4-FFF2-40B4-BE49-F238E27FC236}">
                  <a16:creationId xmlns:a16="http://schemas.microsoft.com/office/drawing/2014/main" id="{0CAD8C35-3011-4BA3-B277-BCEA60F8DDE9}"/>
                </a:ext>
              </a:extLst>
            </p:cNvPr>
            <p:cNvGrpSpPr/>
            <p:nvPr/>
          </p:nvGrpSpPr>
          <p:grpSpPr>
            <a:xfrm>
              <a:off x="8262798" y="4606250"/>
              <a:ext cx="1750344" cy="895102"/>
              <a:chOff x="8767786" y="1589479"/>
              <a:chExt cx="1750344" cy="895102"/>
            </a:xfrm>
            <a:grpFill/>
          </p:grpSpPr>
          <p:sp>
            <p:nvSpPr>
              <p:cNvPr id="364" name="Rectangle: Rounded Corners 363">
                <a:extLst>
                  <a:ext uri="{FF2B5EF4-FFF2-40B4-BE49-F238E27FC236}">
                    <a16:creationId xmlns:a16="http://schemas.microsoft.com/office/drawing/2014/main" id="{36E1752D-8E91-4666-8E26-515063AE35C0}"/>
                  </a:ext>
                </a:extLst>
              </p:cNvPr>
              <p:cNvSpPr/>
              <p:nvPr/>
            </p:nvSpPr>
            <p:spPr>
              <a:xfrm>
                <a:off x="8767786" y="1831507"/>
                <a:ext cx="426591" cy="274320"/>
              </a:xfrm>
              <a:prstGeom prst="roundRect">
                <a:avLst>
                  <a:gd name="adj" fmla="val 5554"/>
                </a:avLst>
              </a:prstGeom>
              <a:grpFill/>
              <a:ln>
                <a:noFill/>
              </a:ln>
              <a:effectLst>
                <a:outerShdw blurRad="50800" dist="254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b="1">
                    <a:solidFill>
                      <a:schemeClr val="bg1"/>
                    </a:solidFill>
                    <a:latin typeface="Noto Mono" panose="020B0609030804020204" pitchFamily="49" charset="0"/>
                    <a:ea typeface="Noto Mono" panose="020B0609030804020204" pitchFamily="49" charset="0"/>
                    <a:cs typeface="Noto Mono" panose="020B0609030804020204" pitchFamily="49" charset="0"/>
                  </a:rPr>
                  <a:t> </a:t>
                </a:r>
              </a:p>
            </p:txBody>
          </p:sp>
          <p:sp>
            <p:nvSpPr>
              <p:cNvPr id="365" name="Rectangle: Rounded Corners 364">
                <a:extLst>
                  <a:ext uri="{FF2B5EF4-FFF2-40B4-BE49-F238E27FC236}">
                    <a16:creationId xmlns:a16="http://schemas.microsoft.com/office/drawing/2014/main" id="{6EF39EDD-E077-425B-B857-7FAC2CAA2026}"/>
                  </a:ext>
                </a:extLst>
              </p:cNvPr>
              <p:cNvSpPr/>
              <p:nvPr/>
            </p:nvSpPr>
            <p:spPr>
              <a:xfrm>
                <a:off x="9411021" y="1823445"/>
                <a:ext cx="426591" cy="274320"/>
              </a:xfrm>
              <a:prstGeom prst="roundRect">
                <a:avLst>
                  <a:gd name="adj" fmla="val 5554"/>
                </a:avLst>
              </a:prstGeom>
              <a:grpFill/>
              <a:ln>
                <a:noFill/>
              </a:ln>
              <a:effectLst>
                <a:outerShdw blurRad="50800" dist="254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b="1">
                    <a:solidFill>
                      <a:schemeClr val="bg1"/>
                    </a:solidFill>
                    <a:latin typeface="Noto Mono" panose="020B0609030804020204" pitchFamily="49" charset="0"/>
                    <a:ea typeface="Noto Mono" panose="020B0609030804020204" pitchFamily="49" charset="0"/>
                    <a:cs typeface="Noto Mono" panose="020B0609030804020204" pitchFamily="49" charset="0"/>
                  </a:rPr>
                  <a:t> </a:t>
                </a:r>
              </a:p>
            </p:txBody>
          </p:sp>
          <p:sp>
            <p:nvSpPr>
              <p:cNvPr id="366" name="Rectangle: Rounded Corners 365">
                <a:extLst>
                  <a:ext uri="{FF2B5EF4-FFF2-40B4-BE49-F238E27FC236}">
                    <a16:creationId xmlns:a16="http://schemas.microsoft.com/office/drawing/2014/main" id="{D5567554-E84A-4C2C-96D7-103866143D07}"/>
                  </a:ext>
                </a:extLst>
              </p:cNvPr>
              <p:cNvSpPr/>
              <p:nvPr/>
            </p:nvSpPr>
            <p:spPr>
              <a:xfrm>
                <a:off x="9411021" y="2210261"/>
                <a:ext cx="426591" cy="274320"/>
              </a:xfrm>
              <a:prstGeom prst="roundRect">
                <a:avLst>
                  <a:gd name="adj" fmla="val 5554"/>
                </a:avLst>
              </a:prstGeom>
              <a:grpFill/>
              <a:ln>
                <a:noFill/>
              </a:ln>
              <a:effectLst>
                <a:outerShdw blurRad="50800" dist="254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b="1">
                    <a:solidFill>
                      <a:schemeClr val="bg1"/>
                    </a:solidFill>
                    <a:latin typeface="Noto Mono" panose="020B0609030804020204" pitchFamily="49" charset="0"/>
                    <a:ea typeface="Noto Mono" panose="020B0609030804020204" pitchFamily="49" charset="0"/>
                    <a:cs typeface="Noto Mono" panose="020B0609030804020204" pitchFamily="49" charset="0"/>
                  </a:rPr>
                  <a:t> </a:t>
                </a:r>
              </a:p>
            </p:txBody>
          </p:sp>
          <p:cxnSp>
            <p:nvCxnSpPr>
              <p:cNvPr id="367" name="Straight Arrow Connector 366">
                <a:extLst>
                  <a:ext uri="{FF2B5EF4-FFF2-40B4-BE49-F238E27FC236}">
                    <a16:creationId xmlns:a16="http://schemas.microsoft.com/office/drawing/2014/main" id="{3DF75388-35A2-47E5-A5A8-A727620592B6}"/>
                  </a:ext>
                </a:extLst>
              </p:cNvPr>
              <p:cNvCxnSpPr>
                <a:cxnSpLocks/>
                <a:stCxn id="364" idx="3"/>
                <a:endCxn id="365" idx="1"/>
              </p:cNvCxnSpPr>
              <p:nvPr/>
            </p:nvCxnSpPr>
            <p:spPr>
              <a:xfrm flipV="1">
                <a:off x="9194377" y="1960605"/>
                <a:ext cx="216644" cy="8062"/>
              </a:xfrm>
              <a:prstGeom prst="straightConnector1">
                <a:avLst/>
              </a:prstGeom>
              <a:grpFill/>
              <a:ln w="19050">
                <a:solidFill>
                  <a:srgbClr val="546970"/>
                </a:solidFill>
                <a:tailEnd type="triangle"/>
              </a:ln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68" name="Straight Arrow Connector 367">
                <a:extLst>
                  <a:ext uri="{FF2B5EF4-FFF2-40B4-BE49-F238E27FC236}">
                    <a16:creationId xmlns:a16="http://schemas.microsoft.com/office/drawing/2014/main" id="{FC2C9F3C-A40A-403E-952C-5BAFC8D41B46}"/>
                  </a:ext>
                </a:extLst>
              </p:cNvPr>
              <p:cNvCxnSpPr>
                <a:cxnSpLocks/>
                <a:stCxn id="364" idx="3"/>
                <a:endCxn id="366" idx="1"/>
              </p:cNvCxnSpPr>
              <p:nvPr/>
            </p:nvCxnSpPr>
            <p:spPr>
              <a:xfrm>
                <a:off x="9194377" y="1968667"/>
                <a:ext cx="216644" cy="378754"/>
              </a:xfrm>
              <a:prstGeom prst="straightConnector1">
                <a:avLst/>
              </a:prstGeom>
              <a:grpFill/>
              <a:ln w="19050">
                <a:solidFill>
                  <a:srgbClr val="546970"/>
                </a:solidFill>
                <a:tailEnd type="triangle"/>
              </a:ln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69" name="Straight Arrow Connector 368">
                <a:extLst>
                  <a:ext uri="{FF2B5EF4-FFF2-40B4-BE49-F238E27FC236}">
                    <a16:creationId xmlns:a16="http://schemas.microsoft.com/office/drawing/2014/main" id="{3C753B9A-CBC5-4366-A692-6622D6F8CF8E}"/>
                  </a:ext>
                </a:extLst>
              </p:cNvPr>
              <p:cNvCxnSpPr>
                <a:cxnSpLocks/>
                <a:stCxn id="365" idx="3"/>
                <a:endCxn id="370" idx="1"/>
              </p:cNvCxnSpPr>
              <p:nvPr/>
            </p:nvCxnSpPr>
            <p:spPr>
              <a:xfrm flipV="1">
                <a:off x="9837612" y="1726639"/>
                <a:ext cx="253927" cy="233966"/>
              </a:xfrm>
              <a:prstGeom prst="straightConnector1">
                <a:avLst/>
              </a:prstGeom>
              <a:grpFill/>
              <a:ln w="19050">
                <a:solidFill>
                  <a:srgbClr val="546970"/>
                </a:solidFill>
                <a:tailEnd type="triangle"/>
              </a:ln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370" name="Rectangle: Rounded Corners 369">
                <a:extLst>
                  <a:ext uri="{FF2B5EF4-FFF2-40B4-BE49-F238E27FC236}">
                    <a16:creationId xmlns:a16="http://schemas.microsoft.com/office/drawing/2014/main" id="{DF750F85-8253-43F3-A496-81F37B329D94}"/>
                  </a:ext>
                </a:extLst>
              </p:cNvPr>
              <p:cNvSpPr/>
              <p:nvPr/>
            </p:nvSpPr>
            <p:spPr>
              <a:xfrm>
                <a:off x="10091539" y="1589479"/>
                <a:ext cx="426591" cy="274320"/>
              </a:xfrm>
              <a:prstGeom prst="roundRect">
                <a:avLst>
                  <a:gd name="adj" fmla="val 5554"/>
                </a:avLst>
              </a:prstGeom>
              <a:grpFill/>
              <a:ln>
                <a:noFill/>
              </a:ln>
              <a:effectLst>
                <a:outerShdw blurRad="50800" dist="254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b="1">
                    <a:solidFill>
                      <a:schemeClr val="bg1"/>
                    </a:solidFill>
                    <a:latin typeface="Noto Mono" panose="020B0609030804020204" pitchFamily="49" charset="0"/>
                    <a:ea typeface="Noto Mono" panose="020B0609030804020204" pitchFamily="49" charset="0"/>
                    <a:cs typeface="Noto Mono" panose="020B0609030804020204" pitchFamily="49" charset="0"/>
                  </a:rPr>
                  <a:t> </a:t>
                </a:r>
              </a:p>
            </p:txBody>
          </p:sp>
          <p:sp>
            <p:nvSpPr>
              <p:cNvPr id="371" name="Rectangle: Rounded Corners 370">
                <a:extLst>
                  <a:ext uri="{FF2B5EF4-FFF2-40B4-BE49-F238E27FC236}">
                    <a16:creationId xmlns:a16="http://schemas.microsoft.com/office/drawing/2014/main" id="{6F3291E7-BB28-4A0A-B154-5FD001F69FB5}"/>
                  </a:ext>
                </a:extLst>
              </p:cNvPr>
              <p:cNvSpPr/>
              <p:nvPr/>
            </p:nvSpPr>
            <p:spPr>
              <a:xfrm>
                <a:off x="10091539" y="2037255"/>
                <a:ext cx="426591" cy="274320"/>
              </a:xfrm>
              <a:prstGeom prst="roundRect">
                <a:avLst>
                  <a:gd name="adj" fmla="val 5554"/>
                </a:avLst>
              </a:prstGeom>
              <a:grpFill/>
              <a:ln>
                <a:noFill/>
              </a:ln>
              <a:effectLst>
                <a:outerShdw blurRad="50800" dist="254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b="1">
                    <a:solidFill>
                      <a:schemeClr val="bg1"/>
                    </a:solidFill>
                    <a:latin typeface="Noto Mono" panose="020B0609030804020204" pitchFamily="49" charset="0"/>
                    <a:ea typeface="Noto Mono" panose="020B0609030804020204" pitchFamily="49" charset="0"/>
                    <a:cs typeface="Noto Mono" panose="020B0609030804020204" pitchFamily="49" charset="0"/>
                  </a:rPr>
                  <a:t> </a:t>
                </a:r>
              </a:p>
            </p:txBody>
          </p:sp>
          <p:cxnSp>
            <p:nvCxnSpPr>
              <p:cNvPr id="372" name="Straight Arrow Connector 371">
                <a:extLst>
                  <a:ext uri="{FF2B5EF4-FFF2-40B4-BE49-F238E27FC236}">
                    <a16:creationId xmlns:a16="http://schemas.microsoft.com/office/drawing/2014/main" id="{6FB6E745-F94F-48EF-BA43-10BC938CB5AF}"/>
                  </a:ext>
                </a:extLst>
              </p:cNvPr>
              <p:cNvCxnSpPr>
                <a:cxnSpLocks/>
                <a:stCxn id="365" idx="3"/>
                <a:endCxn id="371" idx="1"/>
              </p:cNvCxnSpPr>
              <p:nvPr/>
            </p:nvCxnSpPr>
            <p:spPr>
              <a:xfrm>
                <a:off x="9837612" y="1960605"/>
                <a:ext cx="253927" cy="213810"/>
              </a:xfrm>
              <a:prstGeom prst="straightConnector1">
                <a:avLst/>
              </a:prstGeom>
              <a:grpFill/>
              <a:ln w="19050">
                <a:solidFill>
                  <a:srgbClr val="546970"/>
                </a:solidFill>
                <a:tailEnd type="triangle"/>
              </a:ln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62" name="Rectangle: Rounded Corners 61">
              <a:extLst>
                <a:ext uri="{FF2B5EF4-FFF2-40B4-BE49-F238E27FC236}">
                  <a16:creationId xmlns:a16="http://schemas.microsoft.com/office/drawing/2014/main" id="{616E9E02-81F0-4393-9E24-3A90293944BE}"/>
                </a:ext>
              </a:extLst>
            </p:cNvPr>
            <p:cNvSpPr/>
            <p:nvPr/>
          </p:nvSpPr>
          <p:spPr>
            <a:xfrm>
              <a:off x="8262798" y="5236899"/>
              <a:ext cx="426591" cy="274320"/>
            </a:xfrm>
            <a:prstGeom prst="roundRect">
              <a:avLst>
                <a:gd name="adj" fmla="val 5554"/>
              </a:avLst>
            </a:prstGeom>
            <a:grpFill/>
            <a:ln>
              <a:noFill/>
            </a:ln>
            <a:effectLst>
              <a:outerShdw blurRad="50800" dist="254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spAutoFit/>
            </a:bodyPr>
            <a:lstStyle/>
            <a:p>
              <a:pPr algn="ctr"/>
              <a:r>
                <a:rPr lang="en-US" b="1">
                  <a:solidFill>
                    <a:schemeClr val="bg1"/>
                  </a:solidFill>
                  <a:latin typeface="Noto Mono" panose="020B0609030804020204" pitchFamily="49" charset="0"/>
                  <a:ea typeface="Noto Mono" panose="020B0609030804020204" pitchFamily="49" charset="0"/>
                  <a:cs typeface="Noto Mono" panose="020B0609030804020204" pitchFamily="49" charset="0"/>
                </a:rPr>
                <a:t> </a:t>
              </a:r>
            </a:p>
          </p:txBody>
        </p:sp>
        <p:cxnSp>
          <p:nvCxnSpPr>
            <p:cNvPr id="374" name="Straight Arrow Connector 373">
              <a:extLst>
                <a:ext uri="{FF2B5EF4-FFF2-40B4-BE49-F238E27FC236}">
                  <a16:creationId xmlns:a16="http://schemas.microsoft.com/office/drawing/2014/main" id="{D3C95BAB-0FD0-4335-ADCD-2237E7E0C9A8}"/>
                </a:ext>
              </a:extLst>
            </p:cNvPr>
            <p:cNvCxnSpPr>
              <a:cxnSpLocks/>
              <a:stCxn id="62" idx="3"/>
              <a:endCxn id="365" idx="1"/>
            </p:cNvCxnSpPr>
            <p:nvPr/>
          </p:nvCxnSpPr>
          <p:spPr>
            <a:xfrm flipV="1">
              <a:off x="8689389" y="4977376"/>
              <a:ext cx="216644" cy="396683"/>
            </a:xfrm>
            <a:prstGeom prst="straightConnector1">
              <a:avLst/>
            </a:prstGeom>
            <a:grpFill/>
            <a:ln w="19050">
              <a:solidFill>
                <a:srgbClr val="546970"/>
              </a:solidFill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375" name="Straight Arrow Connector 374">
              <a:extLst>
                <a:ext uri="{FF2B5EF4-FFF2-40B4-BE49-F238E27FC236}">
                  <a16:creationId xmlns:a16="http://schemas.microsoft.com/office/drawing/2014/main" id="{96F8DD17-463F-48B5-BCC7-493116E1F4EF}"/>
                </a:ext>
              </a:extLst>
            </p:cNvPr>
            <p:cNvCxnSpPr>
              <a:cxnSpLocks/>
              <a:stCxn id="62" idx="3"/>
              <a:endCxn id="366" idx="1"/>
            </p:cNvCxnSpPr>
            <p:nvPr/>
          </p:nvCxnSpPr>
          <p:spPr>
            <a:xfrm flipV="1">
              <a:off x="8689389" y="5364192"/>
              <a:ext cx="216644" cy="9867"/>
            </a:xfrm>
            <a:prstGeom prst="straightConnector1">
              <a:avLst/>
            </a:prstGeom>
            <a:grpFill/>
            <a:ln w="19050">
              <a:solidFill>
                <a:srgbClr val="546970"/>
              </a:solidFill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376" name="Straight Arrow Connector 375">
              <a:extLst>
                <a:ext uri="{FF2B5EF4-FFF2-40B4-BE49-F238E27FC236}">
                  <a16:creationId xmlns:a16="http://schemas.microsoft.com/office/drawing/2014/main" id="{81CD28F5-7DD7-4BBA-8EF9-6D0477D40015}"/>
                </a:ext>
              </a:extLst>
            </p:cNvPr>
            <p:cNvCxnSpPr>
              <a:cxnSpLocks/>
              <a:stCxn id="366" idx="3"/>
              <a:endCxn id="371" idx="1"/>
            </p:cNvCxnSpPr>
            <p:nvPr/>
          </p:nvCxnSpPr>
          <p:spPr>
            <a:xfrm flipV="1">
              <a:off x="9332624" y="5191186"/>
              <a:ext cx="253927" cy="173006"/>
            </a:xfrm>
            <a:prstGeom prst="straightConnector1">
              <a:avLst/>
            </a:prstGeom>
            <a:grpFill/>
            <a:ln w="19050">
              <a:solidFill>
                <a:srgbClr val="546970"/>
              </a:solidFill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377" name="Straight Arrow Connector 376">
              <a:extLst>
                <a:ext uri="{FF2B5EF4-FFF2-40B4-BE49-F238E27FC236}">
                  <a16:creationId xmlns:a16="http://schemas.microsoft.com/office/drawing/2014/main" id="{BB0C6478-764F-4D72-B210-260B720412F0}"/>
                </a:ext>
              </a:extLst>
            </p:cNvPr>
            <p:cNvCxnSpPr>
              <a:cxnSpLocks/>
              <a:stCxn id="366" idx="3"/>
              <a:endCxn id="73" idx="1"/>
            </p:cNvCxnSpPr>
            <p:nvPr/>
          </p:nvCxnSpPr>
          <p:spPr>
            <a:xfrm>
              <a:off x="9332624" y="5364192"/>
              <a:ext cx="253926" cy="268661"/>
            </a:xfrm>
            <a:prstGeom prst="straightConnector1">
              <a:avLst/>
            </a:prstGeom>
            <a:grpFill/>
            <a:ln w="19050">
              <a:solidFill>
                <a:srgbClr val="546970"/>
              </a:solidFill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73" name="Rectangle: Rounded Corners 72">
              <a:extLst>
                <a:ext uri="{FF2B5EF4-FFF2-40B4-BE49-F238E27FC236}">
                  <a16:creationId xmlns:a16="http://schemas.microsoft.com/office/drawing/2014/main" id="{FE16027A-9850-4732-8BE2-6083B1B97AD6}"/>
                </a:ext>
              </a:extLst>
            </p:cNvPr>
            <p:cNvSpPr/>
            <p:nvPr/>
          </p:nvSpPr>
          <p:spPr>
            <a:xfrm>
              <a:off x="9586550" y="5495693"/>
              <a:ext cx="426591" cy="274320"/>
            </a:xfrm>
            <a:prstGeom prst="roundRect">
              <a:avLst>
                <a:gd name="adj" fmla="val 5554"/>
              </a:avLst>
            </a:prstGeom>
            <a:grpFill/>
            <a:ln>
              <a:noFill/>
            </a:ln>
            <a:effectLst>
              <a:outerShdw blurRad="50800" dist="254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spAutoFit/>
            </a:bodyPr>
            <a:lstStyle/>
            <a:p>
              <a:pPr algn="ctr"/>
              <a:r>
                <a:rPr lang="en-US" b="1">
                  <a:solidFill>
                    <a:schemeClr val="bg1"/>
                  </a:solidFill>
                  <a:latin typeface="Noto Mono" panose="020B0609030804020204" pitchFamily="49" charset="0"/>
                  <a:ea typeface="Noto Mono" panose="020B0609030804020204" pitchFamily="49" charset="0"/>
                  <a:cs typeface="Noto Mono" panose="020B0609030804020204" pitchFamily="49" charset="0"/>
                </a:rPr>
                <a:t> </a:t>
              </a:r>
            </a:p>
          </p:txBody>
        </p:sp>
      </p:grpSp>
      <p:grpSp>
        <p:nvGrpSpPr>
          <p:cNvPr id="379" name="Group 378">
            <a:extLst>
              <a:ext uri="{FF2B5EF4-FFF2-40B4-BE49-F238E27FC236}">
                <a16:creationId xmlns:a16="http://schemas.microsoft.com/office/drawing/2014/main" id="{01C3201A-B657-4879-B597-0E5EAF46E63C}"/>
              </a:ext>
            </a:extLst>
          </p:cNvPr>
          <p:cNvGrpSpPr/>
          <p:nvPr/>
        </p:nvGrpSpPr>
        <p:grpSpPr>
          <a:xfrm>
            <a:off x="8221379" y="2962256"/>
            <a:ext cx="1736956" cy="280570"/>
            <a:chOff x="8781174" y="1989567"/>
            <a:chExt cx="1736956" cy="280570"/>
          </a:xfrm>
        </p:grpSpPr>
        <p:sp>
          <p:nvSpPr>
            <p:cNvPr id="380" name="Rectangle: Rounded Corners 379">
              <a:extLst>
                <a:ext uri="{FF2B5EF4-FFF2-40B4-BE49-F238E27FC236}">
                  <a16:creationId xmlns:a16="http://schemas.microsoft.com/office/drawing/2014/main" id="{1FC543AE-94CD-4C76-AF8E-23200CCF0534}"/>
                </a:ext>
              </a:extLst>
            </p:cNvPr>
            <p:cNvSpPr/>
            <p:nvPr/>
          </p:nvSpPr>
          <p:spPr>
            <a:xfrm>
              <a:off x="8781174" y="1995817"/>
              <a:ext cx="426591" cy="274320"/>
            </a:xfrm>
            <a:prstGeom prst="roundRect">
              <a:avLst>
                <a:gd name="adj" fmla="val 5554"/>
              </a:avLst>
            </a:prstGeom>
            <a:solidFill>
              <a:srgbClr val="29758C"/>
            </a:solidFill>
            <a:ln>
              <a:noFill/>
            </a:ln>
            <a:effectLst>
              <a:outerShdw blurRad="50800" dist="254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spAutoFit/>
            </a:bodyPr>
            <a:lstStyle/>
            <a:p>
              <a:pPr algn="ctr"/>
              <a:r>
                <a:rPr lang="en-US" b="1">
                  <a:solidFill>
                    <a:schemeClr val="bg1"/>
                  </a:solidFill>
                  <a:latin typeface="Noto Mono" panose="020B0609030804020204" pitchFamily="49" charset="0"/>
                  <a:ea typeface="Noto Mono" panose="020B0609030804020204" pitchFamily="49" charset="0"/>
                  <a:cs typeface="Noto Mono" panose="020B0609030804020204" pitchFamily="49" charset="0"/>
                </a:rPr>
                <a:t> </a:t>
              </a:r>
            </a:p>
          </p:txBody>
        </p:sp>
        <p:sp>
          <p:nvSpPr>
            <p:cNvPr id="381" name="Rectangle: Rounded Corners 380">
              <a:extLst>
                <a:ext uri="{FF2B5EF4-FFF2-40B4-BE49-F238E27FC236}">
                  <a16:creationId xmlns:a16="http://schemas.microsoft.com/office/drawing/2014/main" id="{F33EF694-A65B-4EE3-9998-03419672BEB0}"/>
                </a:ext>
              </a:extLst>
            </p:cNvPr>
            <p:cNvSpPr/>
            <p:nvPr/>
          </p:nvSpPr>
          <p:spPr>
            <a:xfrm>
              <a:off x="9411021" y="1995817"/>
              <a:ext cx="426591" cy="274320"/>
            </a:xfrm>
            <a:prstGeom prst="roundRect">
              <a:avLst>
                <a:gd name="adj" fmla="val 5554"/>
              </a:avLst>
            </a:prstGeom>
            <a:solidFill>
              <a:srgbClr val="29758C"/>
            </a:solidFill>
            <a:ln>
              <a:noFill/>
            </a:ln>
            <a:effectLst>
              <a:outerShdw blurRad="50800" dist="254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spAutoFit/>
            </a:bodyPr>
            <a:lstStyle/>
            <a:p>
              <a:pPr algn="ctr"/>
              <a:r>
                <a:rPr lang="en-US" b="1">
                  <a:solidFill>
                    <a:schemeClr val="bg1"/>
                  </a:solidFill>
                  <a:latin typeface="Noto Mono" panose="020B0609030804020204" pitchFamily="49" charset="0"/>
                  <a:ea typeface="Noto Mono" panose="020B0609030804020204" pitchFamily="49" charset="0"/>
                  <a:cs typeface="Noto Mono" panose="020B0609030804020204" pitchFamily="49" charset="0"/>
                </a:rPr>
                <a:t> </a:t>
              </a:r>
            </a:p>
          </p:txBody>
        </p:sp>
        <p:cxnSp>
          <p:nvCxnSpPr>
            <p:cNvPr id="383" name="Straight Arrow Connector 382">
              <a:extLst>
                <a:ext uri="{FF2B5EF4-FFF2-40B4-BE49-F238E27FC236}">
                  <a16:creationId xmlns:a16="http://schemas.microsoft.com/office/drawing/2014/main" id="{5A46C9DD-CBF4-4540-A4BE-2B925212EB0A}"/>
                </a:ext>
              </a:extLst>
            </p:cNvPr>
            <p:cNvCxnSpPr>
              <a:cxnSpLocks/>
              <a:stCxn id="380" idx="3"/>
              <a:endCxn id="381" idx="1"/>
            </p:cNvCxnSpPr>
            <p:nvPr/>
          </p:nvCxnSpPr>
          <p:spPr>
            <a:xfrm>
              <a:off x="9207765" y="2132977"/>
              <a:ext cx="203256" cy="0"/>
            </a:xfrm>
            <a:prstGeom prst="straightConnector1">
              <a:avLst/>
            </a:prstGeom>
            <a:ln w="19050">
              <a:solidFill>
                <a:srgbClr val="546970"/>
              </a:solidFill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387" name="Rectangle: Rounded Corners 386">
              <a:extLst>
                <a:ext uri="{FF2B5EF4-FFF2-40B4-BE49-F238E27FC236}">
                  <a16:creationId xmlns:a16="http://schemas.microsoft.com/office/drawing/2014/main" id="{0A7B15CA-E872-4D87-A1F3-9B2360B92C98}"/>
                </a:ext>
              </a:extLst>
            </p:cNvPr>
            <p:cNvSpPr/>
            <p:nvPr/>
          </p:nvSpPr>
          <p:spPr>
            <a:xfrm>
              <a:off x="10091539" y="1989567"/>
              <a:ext cx="426591" cy="274320"/>
            </a:xfrm>
            <a:prstGeom prst="roundRect">
              <a:avLst>
                <a:gd name="adj" fmla="val 5554"/>
              </a:avLst>
            </a:prstGeom>
            <a:solidFill>
              <a:srgbClr val="29758C"/>
            </a:solidFill>
            <a:ln>
              <a:noFill/>
            </a:ln>
            <a:effectLst>
              <a:outerShdw blurRad="50800" dist="254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spAutoFit/>
            </a:bodyPr>
            <a:lstStyle/>
            <a:p>
              <a:pPr algn="ctr"/>
              <a:r>
                <a:rPr lang="en-US" b="1">
                  <a:solidFill>
                    <a:schemeClr val="bg1"/>
                  </a:solidFill>
                  <a:latin typeface="Noto Mono" panose="020B0609030804020204" pitchFamily="49" charset="0"/>
                  <a:ea typeface="Noto Mono" panose="020B0609030804020204" pitchFamily="49" charset="0"/>
                  <a:cs typeface="Noto Mono" panose="020B0609030804020204" pitchFamily="49" charset="0"/>
                </a:rPr>
                <a:t> </a:t>
              </a:r>
            </a:p>
          </p:txBody>
        </p:sp>
        <p:cxnSp>
          <p:nvCxnSpPr>
            <p:cNvPr id="388" name="Straight Arrow Connector 387">
              <a:extLst>
                <a:ext uri="{FF2B5EF4-FFF2-40B4-BE49-F238E27FC236}">
                  <a16:creationId xmlns:a16="http://schemas.microsoft.com/office/drawing/2014/main" id="{A45AFCC8-9639-42E9-9B8A-66AA684EC4DB}"/>
                </a:ext>
              </a:extLst>
            </p:cNvPr>
            <p:cNvCxnSpPr>
              <a:cxnSpLocks/>
              <a:stCxn id="381" idx="3"/>
              <a:endCxn id="387" idx="1"/>
            </p:cNvCxnSpPr>
            <p:nvPr/>
          </p:nvCxnSpPr>
          <p:spPr>
            <a:xfrm flipV="1">
              <a:off x="9837612" y="2126727"/>
              <a:ext cx="253927" cy="6250"/>
            </a:xfrm>
            <a:prstGeom prst="straightConnector1">
              <a:avLst/>
            </a:prstGeom>
            <a:ln w="19050">
              <a:solidFill>
                <a:srgbClr val="546970"/>
              </a:solidFill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390" name="Straight Arrow Connector 389">
            <a:extLst>
              <a:ext uri="{FF2B5EF4-FFF2-40B4-BE49-F238E27FC236}">
                <a16:creationId xmlns:a16="http://schemas.microsoft.com/office/drawing/2014/main" id="{CB7576E2-E3BE-4E83-B0B7-EBA49697E7FA}"/>
              </a:ext>
            </a:extLst>
          </p:cNvPr>
          <p:cNvCxnSpPr>
            <a:cxnSpLocks/>
          </p:cNvCxnSpPr>
          <p:nvPr/>
        </p:nvCxnSpPr>
        <p:spPr>
          <a:xfrm>
            <a:off x="7673446" y="2149182"/>
            <a:ext cx="360524" cy="0"/>
          </a:xfrm>
          <a:prstGeom prst="straightConnector1">
            <a:avLst/>
          </a:prstGeom>
          <a:noFill/>
          <a:ln w="50800" cap="flat" cmpd="sng" algn="ctr">
            <a:solidFill>
              <a:srgbClr val="657B83"/>
            </a:solidFill>
            <a:prstDash val="solid"/>
            <a:round/>
            <a:headEnd type="none" w="med" len="med"/>
            <a:tailEnd type="stealth" w="med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cxnSp>
      <p:cxnSp>
        <p:nvCxnSpPr>
          <p:cNvPr id="391" name="Straight Arrow Connector 390">
            <a:extLst>
              <a:ext uri="{FF2B5EF4-FFF2-40B4-BE49-F238E27FC236}">
                <a16:creationId xmlns:a16="http://schemas.microsoft.com/office/drawing/2014/main" id="{88106CEC-C8E3-48C0-AD05-FD1F8677A32E}"/>
              </a:ext>
            </a:extLst>
          </p:cNvPr>
          <p:cNvCxnSpPr>
            <a:cxnSpLocks/>
          </p:cNvCxnSpPr>
          <p:nvPr/>
        </p:nvCxnSpPr>
        <p:spPr>
          <a:xfrm>
            <a:off x="6907432" y="3127755"/>
            <a:ext cx="1126538" cy="6394"/>
          </a:xfrm>
          <a:prstGeom prst="straightConnector1">
            <a:avLst/>
          </a:prstGeom>
          <a:noFill/>
          <a:ln w="50800" cap="flat" cmpd="sng" algn="ctr">
            <a:solidFill>
              <a:srgbClr val="657B83"/>
            </a:solidFill>
            <a:prstDash val="solid"/>
            <a:round/>
            <a:headEnd type="none" w="med" len="med"/>
            <a:tailEnd type="stealth" w="med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cxnSp>
      <p:cxnSp>
        <p:nvCxnSpPr>
          <p:cNvPr id="392" name="Straight Arrow Connector 391">
            <a:extLst>
              <a:ext uri="{FF2B5EF4-FFF2-40B4-BE49-F238E27FC236}">
                <a16:creationId xmlns:a16="http://schemas.microsoft.com/office/drawing/2014/main" id="{7C373B52-515C-45EE-AC71-6ABB397C7BE0}"/>
              </a:ext>
            </a:extLst>
          </p:cNvPr>
          <p:cNvCxnSpPr>
            <a:cxnSpLocks/>
          </p:cNvCxnSpPr>
          <p:nvPr/>
        </p:nvCxnSpPr>
        <p:spPr>
          <a:xfrm>
            <a:off x="7710022" y="4144867"/>
            <a:ext cx="336977" cy="0"/>
          </a:xfrm>
          <a:prstGeom prst="straightConnector1">
            <a:avLst/>
          </a:prstGeom>
          <a:noFill/>
          <a:ln w="50800" cap="flat" cmpd="sng" algn="ctr">
            <a:solidFill>
              <a:srgbClr val="657B83"/>
            </a:solidFill>
            <a:prstDash val="solid"/>
            <a:round/>
            <a:headEnd type="none" w="med" len="med"/>
            <a:tailEnd type="stealth" w="med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cxnSp>
      <p:sp>
        <p:nvSpPr>
          <p:cNvPr id="397" name="Rectangle: Rounded Corners 396">
            <a:extLst>
              <a:ext uri="{FF2B5EF4-FFF2-40B4-BE49-F238E27FC236}">
                <a16:creationId xmlns:a16="http://schemas.microsoft.com/office/drawing/2014/main" id="{2EE318EB-7CAE-4F72-92DB-295265791DE2}"/>
              </a:ext>
            </a:extLst>
          </p:cNvPr>
          <p:cNvSpPr/>
          <p:nvPr/>
        </p:nvSpPr>
        <p:spPr>
          <a:xfrm>
            <a:off x="304915" y="1369958"/>
            <a:ext cx="1174432" cy="387191"/>
          </a:xfrm>
          <a:prstGeom prst="roundRect">
            <a:avLst>
              <a:gd name="adj" fmla="val 9098"/>
            </a:avLst>
          </a:prstGeom>
          <a:solidFill>
            <a:srgbClr val="FAFAFF"/>
          </a:solidFill>
          <a:ln w="19050">
            <a:solidFill>
              <a:srgbClr val="862286"/>
            </a:solidFill>
          </a:ln>
          <a:effectLst>
            <a:outerShdw blurRad="508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none" rtlCol="0" anchor="ctr">
            <a:spAutoFit/>
          </a:bodyPr>
          <a:lstStyle/>
          <a:p>
            <a:pPr algn="ctr"/>
            <a:r>
              <a:rPr lang="en-US">
                <a:solidFill>
                  <a:srgbClr val="962696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Calibri" panose="020F0502020204030204" pitchFamily="34" charset="0"/>
              </a:rPr>
              <a:t>Zone Files</a:t>
            </a:r>
            <a:endParaRPr lang="en-US">
              <a:solidFill>
                <a:srgbClr val="962696"/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cxnSp>
        <p:nvCxnSpPr>
          <p:cNvPr id="402" name="Straight Arrow Connector 401">
            <a:extLst>
              <a:ext uri="{FF2B5EF4-FFF2-40B4-BE49-F238E27FC236}">
                <a16:creationId xmlns:a16="http://schemas.microsoft.com/office/drawing/2014/main" id="{2481E5F7-A0ED-407E-A4F5-87FD7DFC7F8E}"/>
              </a:ext>
            </a:extLst>
          </p:cNvPr>
          <p:cNvCxnSpPr>
            <a:cxnSpLocks/>
          </p:cNvCxnSpPr>
          <p:nvPr/>
        </p:nvCxnSpPr>
        <p:spPr>
          <a:xfrm>
            <a:off x="6907432" y="5155029"/>
            <a:ext cx="1126538" cy="6394"/>
          </a:xfrm>
          <a:prstGeom prst="straightConnector1">
            <a:avLst/>
          </a:prstGeom>
          <a:noFill/>
          <a:ln w="50800" cap="flat" cmpd="sng" algn="ctr">
            <a:solidFill>
              <a:srgbClr val="657B83"/>
            </a:solidFill>
            <a:prstDash val="solid"/>
            <a:round/>
            <a:headEnd type="none" w="med" len="med"/>
            <a:tailEnd type="stealth" w="med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cxnSp>
      <p:cxnSp>
        <p:nvCxnSpPr>
          <p:cNvPr id="403" name="Straight Arrow Connector 402">
            <a:extLst>
              <a:ext uri="{FF2B5EF4-FFF2-40B4-BE49-F238E27FC236}">
                <a16:creationId xmlns:a16="http://schemas.microsoft.com/office/drawing/2014/main" id="{06B25140-8953-488A-953D-6CD39CAE2355}"/>
              </a:ext>
            </a:extLst>
          </p:cNvPr>
          <p:cNvCxnSpPr>
            <a:cxnSpLocks/>
          </p:cNvCxnSpPr>
          <p:nvPr/>
        </p:nvCxnSpPr>
        <p:spPr>
          <a:xfrm>
            <a:off x="6899861" y="6114350"/>
            <a:ext cx="1126538" cy="6394"/>
          </a:xfrm>
          <a:prstGeom prst="straightConnector1">
            <a:avLst/>
          </a:prstGeom>
          <a:noFill/>
          <a:ln w="50800" cap="flat" cmpd="sng" algn="ctr">
            <a:solidFill>
              <a:srgbClr val="657B83"/>
            </a:solidFill>
            <a:prstDash val="solid"/>
            <a:round/>
            <a:headEnd type="none" w="med" len="med"/>
            <a:tailEnd type="stealth" w="med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cxn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BB96B19E-2996-4EF9-883F-A31CC4D24FDD}"/>
              </a:ext>
            </a:extLst>
          </p:cNvPr>
          <p:cNvSpPr/>
          <p:nvPr/>
        </p:nvSpPr>
        <p:spPr>
          <a:xfrm>
            <a:off x="10712655" y="1237136"/>
            <a:ext cx="1107152" cy="677585"/>
          </a:xfrm>
          <a:prstGeom prst="roundRect">
            <a:avLst>
              <a:gd name="adj" fmla="val 9098"/>
            </a:avLst>
          </a:prstGeom>
          <a:solidFill>
            <a:srgbClr val="FAFAFF"/>
          </a:solidFill>
          <a:ln w="19050">
            <a:solidFill>
              <a:srgbClr val="862286"/>
            </a:solidFill>
          </a:ln>
          <a:effectLst>
            <a:outerShdw blurRad="508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en-US">
                <a:solidFill>
                  <a:srgbClr val="962696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Calibri" panose="020F0502020204030204" pitchFamily="34" charset="0"/>
              </a:rPr>
              <a:t>Property </a:t>
            </a:r>
          </a:p>
          <a:p>
            <a:pPr algn="ctr"/>
            <a:r>
              <a:rPr lang="en-US">
                <a:solidFill>
                  <a:srgbClr val="962696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Calibri" panose="020F0502020204030204" pitchFamily="34" charset="0"/>
              </a:rPr>
              <a:t>Checking</a:t>
            </a:r>
            <a:endParaRPr lang="en-US">
              <a:solidFill>
                <a:srgbClr val="962696"/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ECDB0FF6-0A18-404B-A180-A19CF0B84FF1}"/>
              </a:ext>
            </a:extLst>
          </p:cNvPr>
          <p:cNvSpPr/>
          <p:nvPr/>
        </p:nvSpPr>
        <p:spPr>
          <a:xfrm>
            <a:off x="8052541" y="1382335"/>
            <a:ext cx="2284600" cy="387191"/>
          </a:xfrm>
          <a:prstGeom prst="roundRect">
            <a:avLst>
              <a:gd name="adj" fmla="val 9098"/>
            </a:avLst>
          </a:prstGeom>
          <a:solidFill>
            <a:srgbClr val="FAFAFF"/>
          </a:solidFill>
          <a:ln w="19050">
            <a:solidFill>
              <a:srgbClr val="862286"/>
            </a:solidFill>
          </a:ln>
          <a:effectLst>
            <a:outerShdw blurRad="508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none" rtlCol="0" anchor="ctr">
            <a:spAutoFit/>
          </a:bodyPr>
          <a:lstStyle/>
          <a:p>
            <a:pPr algn="ctr"/>
            <a:r>
              <a:rPr lang="en-US">
                <a:solidFill>
                  <a:srgbClr val="962696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Calibri" panose="020F0502020204030204" pitchFamily="34" charset="0"/>
              </a:rPr>
              <a:t>Interpretation Graphs</a:t>
            </a:r>
            <a:endParaRPr lang="en-US">
              <a:solidFill>
                <a:srgbClr val="962696"/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48" name="Rectangle: Rounded Corners 47">
            <a:extLst>
              <a:ext uri="{FF2B5EF4-FFF2-40B4-BE49-F238E27FC236}">
                <a16:creationId xmlns:a16="http://schemas.microsoft.com/office/drawing/2014/main" id="{629F6FA1-321B-4317-A259-A32912C21F95}"/>
              </a:ext>
            </a:extLst>
          </p:cNvPr>
          <p:cNvSpPr/>
          <p:nvPr/>
        </p:nvSpPr>
        <p:spPr>
          <a:xfrm>
            <a:off x="6980568" y="2835701"/>
            <a:ext cx="913382" cy="613053"/>
          </a:xfrm>
          <a:prstGeom prst="roundRect">
            <a:avLst>
              <a:gd name="adj" fmla="val 9098"/>
            </a:avLst>
          </a:prstGeom>
          <a:solidFill>
            <a:srgbClr val="F3FAFF"/>
          </a:solidFill>
          <a:ln w="19050">
            <a:solidFill>
              <a:srgbClr val="0070C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 lIns="0" rIns="0" rtlCol="0" anchor="ctr">
            <a:spAutoFit/>
          </a:bodyPr>
          <a:lstStyle/>
          <a:p>
            <a:pPr algn="ctr"/>
            <a:r>
              <a:rPr lang="en-US" sz="1600">
                <a:solidFill>
                  <a:srgbClr val="0070C0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Calibri" panose="020F0502020204030204" pitchFamily="34" charset="0"/>
              </a:rPr>
              <a:t>Symbolic </a:t>
            </a:r>
          </a:p>
          <a:p>
            <a:pPr algn="ctr"/>
            <a:r>
              <a:rPr lang="en-US" sz="1600">
                <a:solidFill>
                  <a:srgbClr val="0070C0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Calibri" panose="020F0502020204030204" pitchFamily="34" charset="0"/>
              </a:rPr>
              <a:t>Execution</a:t>
            </a:r>
            <a:endParaRPr lang="en-US" sz="1600">
              <a:solidFill>
                <a:srgbClr val="0070C0"/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cxnSp>
        <p:nvCxnSpPr>
          <p:cNvPr id="172" name="Straight Arrow Connector 171">
            <a:extLst>
              <a:ext uri="{FF2B5EF4-FFF2-40B4-BE49-F238E27FC236}">
                <a16:creationId xmlns:a16="http://schemas.microsoft.com/office/drawing/2014/main" id="{D28AD32B-E08B-4E9C-9A0A-A66105E2FBFC}"/>
              </a:ext>
            </a:extLst>
          </p:cNvPr>
          <p:cNvCxnSpPr>
            <a:cxnSpLocks/>
          </p:cNvCxnSpPr>
          <p:nvPr/>
        </p:nvCxnSpPr>
        <p:spPr>
          <a:xfrm>
            <a:off x="10144369" y="2283995"/>
            <a:ext cx="819673" cy="1207880"/>
          </a:xfrm>
          <a:prstGeom prst="straightConnector1">
            <a:avLst/>
          </a:prstGeom>
          <a:noFill/>
          <a:ln w="50800" cap="flat" cmpd="sng" algn="ctr">
            <a:solidFill>
              <a:srgbClr val="546970"/>
            </a:solidFill>
            <a:prstDash val="solid"/>
            <a:round/>
            <a:headEnd type="none" w="med" len="med"/>
            <a:tailEnd type="stealth" w="med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cxnSp>
      <p:cxnSp>
        <p:nvCxnSpPr>
          <p:cNvPr id="175" name="Straight Arrow Connector 174">
            <a:extLst>
              <a:ext uri="{FF2B5EF4-FFF2-40B4-BE49-F238E27FC236}">
                <a16:creationId xmlns:a16="http://schemas.microsoft.com/office/drawing/2014/main" id="{68516851-CA88-47C1-80A2-654C56D6E7F9}"/>
              </a:ext>
            </a:extLst>
          </p:cNvPr>
          <p:cNvCxnSpPr>
            <a:cxnSpLocks/>
          </p:cNvCxnSpPr>
          <p:nvPr/>
        </p:nvCxnSpPr>
        <p:spPr>
          <a:xfrm>
            <a:off x="10144369" y="3134149"/>
            <a:ext cx="754020" cy="545897"/>
          </a:xfrm>
          <a:prstGeom prst="straightConnector1">
            <a:avLst/>
          </a:prstGeom>
          <a:noFill/>
          <a:ln w="50800" cap="flat" cmpd="sng" algn="ctr">
            <a:solidFill>
              <a:srgbClr val="546970"/>
            </a:solidFill>
            <a:prstDash val="solid"/>
            <a:round/>
            <a:headEnd type="none" w="med" len="med"/>
            <a:tailEnd type="stealth" w="med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cxnSp>
      <p:cxnSp>
        <p:nvCxnSpPr>
          <p:cNvPr id="178" name="Straight Arrow Connector 177">
            <a:extLst>
              <a:ext uri="{FF2B5EF4-FFF2-40B4-BE49-F238E27FC236}">
                <a16:creationId xmlns:a16="http://schemas.microsoft.com/office/drawing/2014/main" id="{55F1CEAE-42D2-4704-B8A1-D3B16812E86B}"/>
              </a:ext>
            </a:extLst>
          </p:cNvPr>
          <p:cNvCxnSpPr>
            <a:cxnSpLocks/>
          </p:cNvCxnSpPr>
          <p:nvPr/>
        </p:nvCxnSpPr>
        <p:spPr>
          <a:xfrm flipV="1">
            <a:off x="10144369" y="3973930"/>
            <a:ext cx="726831" cy="1"/>
          </a:xfrm>
          <a:prstGeom prst="straightConnector1">
            <a:avLst/>
          </a:prstGeom>
          <a:noFill/>
          <a:ln w="50800" cap="flat" cmpd="sng" algn="ctr">
            <a:solidFill>
              <a:srgbClr val="546970"/>
            </a:solidFill>
            <a:prstDash val="solid"/>
            <a:round/>
            <a:headEnd type="none" w="med" len="med"/>
            <a:tailEnd type="stealth" w="med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cxnSp>
      <p:cxnSp>
        <p:nvCxnSpPr>
          <p:cNvPr id="181" name="Straight Arrow Connector 180">
            <a:extLst>
              <a:ext uri="{FF2B5EF4-FFF2-40B4-BE49-F238E27FC236}">
                <a16:creationId xmlns:a16="http://schemas.microsoft.com/office/drawing/2014/main" id="{FC0D31EC-2AE6-43A4-8ECD-467F6C6919B3}"/>
              </a:ext>
            </a:extLst>
          </p:cNvPr>
          <p:cNvCxnSpPr>
            <a:cxnSpLocks/>
          </p:cNvCxnSpPr>
          <p:nvPr/>
        </p:nvCxnSpPr>
        <p:spPr>
          <a:xfrm flipV="1">
            <a:off x="10086061" y="4301658"/>
            <a:ext cx="827067" cy="687384"/>
          </a:xfrm>
          <a:prstGeom prst="straightConnector1">
            <a:avLst/>
          </a:prstGeom>
          <a:noFill/>
          <a:ln w="50800" cap="flat" cmpd="sng" algn="ctr">
            <a:solidFill>
              <a:srgbClr val="546970"/>
            </a:solidFill>
            <a:prstDash val="solid"/>
            <a:round/>
            <a:headEnd type="none" w="med" len="med"/>
            <a:tailEnd type="stealth" w="med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cxnSp>
      <p:cxnSp>
        <p:nvCxnSpPr>
          <p:cNvPr id="183" name="Straight Arrow Connector 182">
            <a:extLst>
              <a:ext uri="{FF2B5EF4-FFF2-40B4-BE49-F238E27FC236}">
                <a16:creationId xmlns:a16="http://schemas.microsoft.com/office/drawing/2014/main" id="{FBDC9C5C-6961-4279-A39A-68F8609B5A28}"/>
              </a:ext>
            </a:extLst>
          </p:cNvPr>
          <p:cNvCxnSpPr>
            <a:cxnSpLocks/>
          </p:cNvCxnSpPr>
          <p:nvPr/>
        </p:nvCxnSpPr>
        <p:spPr>
          <a:xfrm flipV="1">
            <a:off x="10086061" y="4479024"/>
            <a:ext cx="929382" cy="1762911"/>
          </a:xfrm>
          <a:prstGeom prst="straightConnector1">
            <a:avLst/>
          </a:prstGeom>
          <a:noFill/>
          <a:ln w="50800" cap="flat" cmpd="sng" algn="ctr">
            <a:solidFill>
              <a:srgbClr val="546970"/>
            </a:solidFill>
            <a:prstDash val="solid"/>
            <a:round/>
            <a:headEnd type="none" w="med" len="med"/>
            <a:tailEnd type="stealth" w="med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cxnSp>
      <p:pic>
        <p:nvPicPr>
          <p:cNvPr id="194" name="Picture 2" descr="See the source image">
            <a:extLst>
              <a:ext uri="{FF2B5EF4-FFF2-40B4-BE49-F238E27FC236}">
                <a16:creationId xmlns:a16="http://schemas.microsoft.com/office/drawing/2014/main" id="{5DE13DA8-EF82-46F4-9E9C-D0D8C5F236C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9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8" t="15991" r="45116" b="10280"/>
          <a:stretch/>
        </p:blipFill>
        <p:spPr bwMode="auto">
          <a:xfrm>
            <a:off x="11498229" y="3274995"/>
            <a:ext cx="687941" cy="6003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5" name="Picture 2" descr="See the source image">
            <a:extLst>
              <a:ext uri="{FF2B5EF4-FFF2-40B4-BE49-F238E27FC236}">
                <a16:creationId xmlns:a16="http://schemas.microsoft.com/office/drawing/2014/main" id="{C8EB58C7-1475-4264-ADBF-04CD7809DD4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0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226" t="30729" r="5784" b="10072"/>
          <a:stretch/>
        </p:blipFill>
        <p:spPr bwMode="auto">
          <a:xfrm>
            <a:off x="11474878" y="4006136"/>
            <a:ext cx="642772" cy="5833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47" name="Straight Arrow Connector 246">
            <a:extLst>
              <a:ext uri="{FF2B5EF4-FFF2-40B4-BE49-F238E27FC236}">
                <a16:creationId xmlns:a16="http://schemas.microsoft.com/office/drawing/2014/main" id="{33F3DFD6-CC60-4729-8A14-94FF074BD7FF}"/>
              </a:ext>
            </a:extLst>
          </p:cNvPr>
          <p:cNvCxnSpPr>
            <a:cxnSpLocks/>
          </p:cNvCxnSpPr>
          <p:nvPr/>
        </p:nvCxnSpPr>
        <p:spPr>
          <a:xfrm flipV="1">
            <a:off x="11112421" y="3598633"/>
            <a:ext cx="355701" cy="375297"/>
          </a:xfrm>
          <a:prstGeom prst="straightConnector1">
            <a:avLst/>
          </a:prstGeom>
          <a:noFill/>
          <a:ln w="50800" cap="flat" cmpd="sng" algn="ctr">
            <a:solidFill>
              <a:srgbClr val="546970"/>
            </a:solidFill>
            <a:prstDash val="solid"/>
            <a:round/>
            <a:headEnd type="none" w="med" len="med"/>
            <a:tailEnd type="stealth" w="med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cxnSp>
      <p:cxnSp>
        <p:nvCxnSpPr>
          <p:cNvPr id="248" name="Straight Arrow Connector 247">
            <a:extLst>
              <a:ext uri="{FF2B5EF4-FFF2-40B4-BE49-F238E27FC236}">
                <a16:creationId xmlns:a16="http://schemas.microsoft.com/office/drawing/2014/main" id="{72E554C5-06BA-405F-864B-C63B5E393ACE}"/>
              </a:ext>
            </a:extLst>
          </p:cNvPr>
          <p:cNvCxnSpPr>
            <a:cxnSpLocks/>
            <a:endCxn id="195" idx="1"/>
          </p:cNvCxnSpPr>
          <p:nvPr/>
        </p:nvCxnSpPr>
        <p:spPr>
          <a:xfrm>
            <a:off x="11128090" y="3954366"/>
            <a:ext cx="346788" cy="343455"/>
          </a:xfrm>
          <a:prstGeom prst="straightConnector1">
            <a:avLst/>
          </a:prstGeom>
          <a:noFill/>
          <a:ln w="50800" cap="flat" cmpd="sng" algn="ctr">
            <a:solidFill>
              <a:srgbClr val="546970"/>
            </a:solidFill>
            <a:prstDash val="solid"/>
            <a:round/>
            <a:headEnd type="none" w="med" len="med"/>
            <a:tailEnd type="stealth" w="med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cxnSp>
      <p:grpSp>
        <p:nvGrpSpPr>
          <p:cNvPr id="249" name="Group 248">
            <a:extLst>
              <a:ext uri="{FF2B5EF4-FFF2-40B4-BE49-F238E27FC236}">
                <a16:creationId xmlns:a16="http://schemas.microsoft.com/office/drawing/2014/main" id="{7A0D43BF-7D56-4F3D-BAE9-B85E6D5B286C}"/>
              </a:ext>
            </a:extLst>
          </p:cNvPr>
          <p:cNvGrpSpPr/>
          <p:nvPr/>
        </p:nvGrpSpPr>
        <p:grpSpPr>
          <a:xfrm>
            <a:off x="2227857" y="1818921"/>
            <a:ext cx="2809602" cy="3125147"/>
            <a:chOff x="6313692" y="887325"/>
            <a:chExt cx="5339399" cy="4602705"/>
          </a:xfrm>
        </p:grpSpPr>
        <p:sp>
          <p:nvSpPr>
            <p:cNvPr id="251" name="Rectangle: Rounded Corners 250">
              <a:extLst>
                <a:ext uri="{FF2B5EF4-FFF2-40B4-BE49-F238E27FC236}">
                  <a16:creationId xmlns:a16="http://schemas.microsoft.com/office/drawing/2014/main" id="{BA6696B0-61A5-4D82-ACB8-5C81E4AA16F0}"/>
                </a:ext>
              </a:extLst>
            </p:cNvPr>
            <p:cNvSpPr/>
            <p:nvPr/>
          </p:nvSpPr>
          <p:spPr>
            <a:xfrm>
              <a:off x="9372280" y="2357572"/>
              <a:ext cx="815697" cy="419457"/>
            </a:xfrm>
            <a:prstGeom prst="roundRect">
              <a:avLst>
                <a:gd name="adj" fmla="val 9098"/>
              </a:avLst>
            </a:prstGeom>
            <a:solidFill>
              <a:srgbClr val="FFEED9"/>
            </a:solidFill>
            <a:ln w="19050">
              <a:solidFill>
                <a:schemeClr val="accent3">
                  <a:lumMod val="75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wrap="none" rtlCol="0" anchor="ctr">
              <a:noAutofit/>
            </a:bodyPr>
            <a:lstStyle/>
            <a:p>
              <a:pPr algn="ctr"/>
              <a:r>
                <a:rPr lang="en-US" sz="1600" err="1">
                  <a:solidFill>
                    <a:schemeClr val="accent3">
                      <a:lumMod val="75000"/>
                    </a:schemeClr>
                  </a:solidFill>
                  <a:latin typeface="Lucida Sans Typewriter" panose="020B0509030504030204" pitchFamily="49" charset="0"/>
                  <a:ea typeface="Noto Mono" panose="020B0609030804020204" pitchFamily="49" charset="0"/>
                  <a:cs typeface="Noto Mono" panose="020B0609030804020204" pitchFamily="49" charset="0"/>
                </a:rPr>
                <a:t>edu</a:t>
              </a:r>
              <a:endParaRPr lang="en-US" sz="1600">
                <a:solidFill>
                  <a:schemeClr val="accent3">
                    <a:lumMod val="75000"/>
                  </a:schemeClr>
                </a:solidFill>
                <a:latin typeface="Lucida Sans Typewriter" panose="020B0509030504030204" pitchFamily="49" charset="0"/>
                <a:ea typeface="Noto Mono" panose="020B0609030804020204" pitchFamily="49" charset="0"/>
                <a:cs typeface="Noto Mono" panose="020B0609030804020204" pitchFamily="49" charset="0"/>
              </a:endParaRPr>
            </a:p>
          </p:txBody>
        </p:sp>
        <p:sp>
          <p:nvSpPr>
            <p:cNvPr id="252" name="Rectangle: Rounded Corners 251">
              <a:extLst>
                <a:ext uri="{FF2B5EF4-FFF2-40B4-BE49-F238E27FC236}">
                  <a16:creationId xmlns:a16="http://schemas.microsoft.com/office/drawing/2014/main" id="{A28E8B66-A3D9-4ED0-A381-0801572A7913}"/>
                </a:ext>
              </a:extLst>
            </p:cNvPr>
            <p:cNvSpPr/>
            <p:nvPr/>
          </p:nvSpPr>
          <p:spPr>
            <a:xfrm>
              <a:off x="7836501" y="1544144"/>
              <a:ext cx="815697" cy="319683"/>
            </a:xfrm>
            <a:prstGeom prst="roundRect">
              <a:avLst>
                <a:gd name="adj" fmla="val 7396"/>
              </a:avLst>
            </a:prstGeom>
            <a:solidFill>
              <a:srgbClr val="EEF1F2"/>
            </a:solidFill>
            <a:ln w="19050">
              <a:solidFill>
                <a:srgbClr val="70838B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wrap="square" rtlCol="0" anchor="ctr">
              <a:spAutoFit/>
            </a:bodyPr>
            <a:lstStyle/>
            <a:p>
              <a:pPr>
                <a:lnSpc>
                  <a:spcPct val="100000"/>
                </a:lnSpc>
                <a:spcAft>
                  <a:spcPts val="500"/>
                </a:spcAft>
                <a:buClr>
                  <a:srgbClr val="619E64"/>
                </a:buClr>
                <a:buSzPct val="85000"/>
                <a:defRPr/>
              </a:pPr>
              <a:endParaRPr lang="en-US" sz="1400" kern="0">
                <a:solidFill>
                  <a:srgbClr val="619E64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54" name="TextBox 253">
              <a:extLst>
                <a:ext uri="{FF2B5EF4-FFF2-40B4-BE49-F238E27FC236}">
                  <a16:creationId xmlns:a16="http://schemas.microsoft.com/office/drawing/2014/main" id="{3434BB6B-16E0-46F9-A9D6-759216C8A8EC}"/>
                </a:ext>
              </a:extLst>
            </p:cNvPr>
            <p:cNvSpPr txBox="1"/>
            <p:nvPr/>
          </p:nvSpPr>
          <p:spPr>
            <a:xfrm>
              <a:off x="7988910" y="887325"/>
              <a:ext cx="232643" cy="76944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4400" kern="0">
                  <a:solidFill>
                    <a:srgbClr val="70838B"/>
                  </a:solidFill>
                </a:rPr>
                <a:t>.</a:t>
              </a:r>
              <a:endParaRPr lang="en-US" sz="4400">
                <a:solidFill>
                  <a:srgbClr val="70838B"/>
                </a:solidFill>
              </a:endParaRPr>
            </a:p>
          </p:txBody>
        </p:sp>
        <p:cxnSp>
          <p:nvCxnSpPr>
            <p:cNvPr id="255" name="Straight Connector 254">
              <a:extLst>
                <a:ext uri="{FF2B5EF4-FFF2-40B4-BE49-F238E27FC236}">
                  <a16:creationId xmlns:a16="http://schemas.microsoft.com/office/drawing/2014/main" id="{02F11B8B-4316-41C3-A4DA-D177B8B26D6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229600" y="2100045"/>
              <a:ext cx="1550528" cy="0"/>
            </a:xfrm>
            <a:prstGeom prst="line">
              <a:avLst/>
            </a:prstGeom>
            <a:ln w="25400">
              <a:solidFill>
                <a:srgbClr val="005EA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7" name="Straight Connector 256">
              <a:extLst>
                <a:ext uri="{FF2B5EF4-FFF2-40B4-BE49-F238E27FC236}">
                  <a16:creationId xmlns:a16="http://schemas.microsoft.com/office/drawing/2014/main" id="{82828AD1-BB9F-41CE-8267-AC5E82753002}"/>
                </a:ext>
              </a:extLst>
            </p:cNvPr>
            <p:cNvCxnSpPr>
              <a:cxnSpLocks/>
              <a:stCxn id="251" idx="0"/>
            </p:cNvCxnSpPr>
            <p:nvPr/>
          </p:nvCxnSpPr>
          <p:spPr>
            <a:xfrm flipV="1">
              <a:off x="9780129" y="2088615"/>
              <a:ext cx="0" cy="268957"/>
            </a:xfrm>
            <a:prstGeom prst="line">
              <a:avLst/>
            </a:prstGeom>
            <a:ln w="25400">
              <a:solidFill>
                <a:srgbClr val="005EA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8" name="Straight Connector 257">
              <a:extLst>
                <a:ext uri="{FF2B5EF4-FFF2-40B4-BE49-F238E27FC236}">
                  <a16:creationId xmlns:a16="http://schemas.microsoft.com/office/drawing/2014/main" id="{4AEE2C82-EFC0-4B01-9F60-61E3F5623048}"/>
                </a:ext>
              </a:extLst>
            </p:cNvPr>
            <p:cNvCxnSpPr>
              <a:cxnSpLocks/>
              <a:endCxn id="252" idx="2"/>
            </p:cNvCxnSpPr>
            <p:nvPr/>
          </p:nvCxnSpPr>
          <p:spPr>
            <a:xfrm flipV="1">
              <a:off x="8244348" y="1863829"/>
              <a:ext cx="2" cy="229494"/>
            </a:xfrm>
            <a:prstGeom prst="line">
              <a:avLst/>
            </a:prstGeom>
            <a:ln w="25400">
              <a:solidFill>
                <a:srgbClr val="005EA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9" name="Rectangle: Rounded Corners 258">
              <a:extLst>
                <a:ext uri="{FF2B5EF4-FFF2-40B4-BE49-F238E27FC236}">
                  <a16:creationId xmlns:a16="http://schemas.microsoft.com/office/drawing/2014/main" id="{8AC13D7A-5B63-4544-B3B4-A0780EEFCA89}"/>
                </a:ext>
              </a:extLst>
            </p:cNvPr>
            <p:cNvSpPr/>
            <p:nvPr/>
          </p:nvSpPr>
          <p:spPr>
            <a:xfrm>
              <a:off x="8861205" y="3330750"/>
              <a:ext cx="815697" cy="419457"/>
            </a:xfrm>
            <a:prstGeom prst="roundRect">
              <a:avLst>
                <a:gd name="adj" fmla="val 9098"/>
              </a:avLst>
            </a:prstGeom>
            <a:solidFill>
              <a:srgbClr val="F7F1DD"/>
            </a:solidFill>
            <a:ln w="19050">
              <a:solidFill>
                <a:srgbClr val="957922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wrap="none" rtlCol="0" anchor="ctr">
              <a:noAutofit/>
            </a:bodyPr>
            <a:lstStyle/>
            <a:p>
              <a:pPr algn="ctr"/>
              <a:r>
                <a:rPr lang="en-US" sz="1600">
                  <a:solidFill>
                    <a:srgbClr val="957922"/>
                  </a:solidFill>
                  <a:latin typeface="Lucida Sans Typewriter" panose="020B0509030504030204" pitchFamily="49" charset="0"/>
                  <a:ea typeface="Noto Mono" panose="020B0609030804020204" pitchFamily="49" charset="0"/>
                  <a:cs typeface="Noto Mono" panose="020B0609030804020204" pitchFamily="49" charset="0"/>
                </a:rPr>
                <a:t>ns1</a:t>
              </a:r>
            </a:p>
          </p:txBody>
        </p:sp>
        <p:sp>
          <p:nvSpPr>
            <p:cNvPr id="260" name="Rectangle: Rounded Corners 259">
              <a:extLst>
                <a:ext uri="{FF2B5EF4-FFF2-40B4-BE49-F238E27FC236}">
                  <a16:creationId xmlns:a16="http://schemas.microsoft.com/office/drawing/2014/main" id="{0F9B940A-BDD4-46A2-9992-3840DF52F474}"/>
                </a:ext>
              </a:extLst>
            </p:cNvPr>
            <p:cNvSpPr/>
            <p:nvPr/>
          </p:nvSpPr>
          <p:spPr>
            <a:xfrm>
              <a:off x="7700717" y="3330751"/>
              <a:ext cx="988092" cy="419457"/>
            </a:xfrm>
            <a:prstGeom prst="roundRect">
              <a:avLst>
                <a:gd name="adj" fmla="val 9098"/>
              </a:avLst>
            </a:prstGeom>
            <a:solidFill>
              <a:srgbClr val="F7F1DD"/>
            </a:solidFill>
            <a:ln w="19050">
              <a:solidFill>
                <a:srgbClr val="957922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wrap="none" rtlCol="0" anchor="ctr">
              <a:noAutofit/>
            </a:bodyPr>
            <a:lstStyle/>
            <a:p>
              <a:pPr algn="ctr"/>
              <a:r>
                <a:rPr lang="en-US" sz="1600" err="1">
                  <a:solidFill>
                    <a:srgbClr val="957922"/>
                  </a:solidFill>
                  <a:latin typeface="Lucida Sans Typewriter" panose="020B0509030504030204" pitchFamily="49" charset="0"/>
                  <a:ea typeface="Noto Mono" panose="020B0609030804020204" pitchFamily="49" charset="0"/>
                  <a:cs typeface="Noto Mono" panose="020B0609030804020204" pitchFamily="49" charset="0"/>
                </a:rPr>
                <a:t>ucla</a:t>
              </a:r>
              <a:endParaRPr lang="en-US" sz="1600">
                <a:solidFill>
                  <a:srgbClr val="957922"/>
                </a:solidFill>
                <a:latin typeface="Lucida Sans Typewriter" panose="020B0509030504030204" pitchFamily="49" charset="0"/>
                <a:ea typeface="Noto Mono" panose="020B0609030804020204" pitchFamily="49" charset="0"/>
                <a:cs typeface="Noto Mono" panose="020B0609030804020204" pitchFamily="49" charset="0"/>
              </a:endParaRPr>
            </a:p>
          </p:txBody>
        </p:sp>
        <p:sp>
          <p:nvSpPr>
            <p:cNvPr id="261" name="Rectangle: Rounded Corners 260">
              <a:extLst>
                <a:ext uri="{FF2B5EF4-FFF2-40B4-BE49-F238E27FC236}">
                  <a16:creationId xmlns:a16="http://schemas.microsoft.com/office/drawing/2014/main" id="{20F43990-C8F8-4AAD-B547-D1C37CCCE8FD}"/>
                </a:ext>
              </a:extLst>
            </p:cNvPr>
            <p:cNvSpPr/>
            <p:nvPr/>
          </p:nvSpPr>
          <p:spPr>
            <a:xfrm>
              <a:off x="9849300" y="3330750"/>
              <a:ext cx="815697" cy="419457"/>
            </a:xfrm>
            <a:prstGeom prst="roundRect">
              <a:avLst>
                <a:gd name="adj" fmla="val 9098"/>
              </a:avLst>
            </a:prstGeom>
            <a:solidFill>
              <a:srgbClr val="F7F1DD"/>
            </a:solidFill>
            <a:ln w="19050">
              <a:solidFill>
                <a:srgbClr val="957922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wrap="none" rtlCol="0" anchor="ctr">
              <a:noAutofit/>
            </a:bodyPr>
            <a:lstStyle/>
            <a:p>
              <a:pPr algn="ctr"/>
              <a:r>
                <a:rPr lang="en-US" sz="1600">
                  <a:solidFill>
                    <a:srgbClr val="957922"/>
                  </a:solidFill>
                  <a:latin typeface="Lucida Sans Typewriter" panose="020B0509030504030204" pitchFamily="49" charset="0"/>
                  <a:ea typeface="Noto Mono" panose="020B0609030804020204" pitchFamily="49" charset="0"/>
                  <a:cs typeface="Noto Mono" panose="020B0609030804020204" pitchFamily="49" charset="0"/>
                </a:rPr>
                <a:t>ns2</a:t>
              </a:r>
            </a:p>
          </p:txBody>
        </p:sp>
        <p:grpSp>
          <p:nvGrpSpPr>
            <p:cNvPr id="262" name="Group 261">
              <a:extLst>
                <a:ext uri="{FF2B5EF4-FFF2-40B4-BE49-F238E27FC236}">
                  <a16:creationId xmlns:a16="http://schemas.microsoft.com/office/drawing/2014/main" id="{09268734-F802-421B-8E2B-80D0383148DD}"/>
                </a:ext>
              </a:extLst>
            </p:cNvPr>
            <p:cNvGrpSpPr/>
            <p:nvPr/>
          </p:nvGrpSpPr>
          <p:grpSpPr>
            <a:xfrm>
              <a:off x="10824220" y="3227209"/>
              <a:ext cx="828871" cy="522998"/>
              <a:chOff x="11221978" y="3047366"/>
              <a:chExt cx="828871" cy="522998"/>
            </a:xfrm>
          </p:grpSpPr>
          <p:sp>
            <p:nvSpPr>
              <p:cNvPr id="298" name="Rectangle: Rounded Corners 297">
                <a:extLst>
                  <a:ext uri="{FF2B5EF4-FFF2-40B4-BE49-F238E27FC236}">
                    <a16:creationId xmlns:a16="http://schemas.microsoft.com/office/drawing/2014/main" id="{25E232D1-9F18-4904-96C3-E8ABC2F633CB}"/>
                  </a:ext>
                </a:extLst>
              </p:cNvPr>
              <p:cNvSpPr/>
              <p:nvPr/>
            </p:nvSpPr>
            <p:spPr>
              <a:xfrm>
                <a:off x="11235152" y="3150907"/>
                <a:ext cx="815697" cy="419457"/>
              </a:xfrm>
              <a:prstGeom prst="roundRect">
                <a:avLst>
                  <a:gd name="adj" fmla="val 9098"/>
                </a:avLst>
              </a:prstGeom>
              <a:solidFill>
                <a:srgbClr val="F7F1DD"/>
              </a:solidFill>
              <a:ln w="19050">
                <a:solidFill>
                  <a:srgbClr val="957922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wrap="none" rtlCol="0" anchor="ctr">
                <a:noAutofit/>
              </a:bodyPr>
              <a:lstStyle/>
              <a:p>
                <a:pPr algn="ctr"/>
                <a:endParaRPr lang="en-US" sz="1600">
                  <a:solidFill>
                    <a:srgbClr val="957922"/>
                  </a:solidFill>
                  <a:latin typeface="Noto Mono" panose="020B0609030804020204" pitchFamily="49" charset="0"/>
                  <a:ea typeface="Noto Mono" panose="020B0609030804020204" pitchFamily="49" charset="0"/>
                  <a:cs typeface="Noto Mono" panose="020B0609030804020204" pitchFamily="49" charset="0"/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99" name="TextBox 298">
                    <a:extLst>
                      <a:ext uri="{FF2B5EF4-FFF2-40B4-BE49-F238E27FC236}">
                        <a16:creationId xmlns:a16="http://schemas.microsoft.com/office/drawing/2014/main" id="{158ED2BD-C23B-4DBE-BE5B-D639A1229CA1}"/>
                      </a:ext>
                    </a:extLst>
                  </p:cNvPr>
                  <p:cNvSpPr txBox="1"/>
                  <p:nvPr/>
                </p:nvSpPr>
                <p:spPr>
                  <a:xfrm>
                    <a:off x="11221978" y="3047366"/>
                    <a:ext cx="619578" cy="369332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1" i="1" smtClean="0">
                              <a:solidFill>
                                <a:srgbClr val="BC69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Noto Mono" panose="020B0609030804020204" pitchFamily="49" charset="0"/>
                            </a:rPr>
                            <m:t> </m:t>
                          </m:r>
                          <m:r>
                            <a:rPr lang="en-US" b="1" i="1" smtClean="0">
                              <a:solidFill>
                                <a:srgbClr val="957922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Noto Mono" panose="020B0609030804020204" pitchFamily="49" charset="0"/>
                            </a:rPr>
                            <m:t>𝜶</m:t>
                          </m:r>
                        </m:oMath>
                      </m:oMathPara>
                    </a14:m>
                    <a:endParaRPr lang="en-US">
                      <a:solidFill>
                        <a:srgbClr val="BC690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299" name="TextBox 298">
                    <a:extLst>
                      <a:ext uri="{FF2B5EF4-FFF2-40B4-BE49-F238E27FC236}">
                        <a16:creationId xmlns:a16="http://schemas.microsoft.com/office/drawing/2014/main" id="{158ED2BD-C23B-4DBE-BE5B-D639A1229CA1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1221978" y="3047366"/>
                    <a:ext cx="619578" cy="369332"/>
                  </a:xfrm>
                  <a:prstGeom prst="rect">
                    <a:avLst/>
                  </a:prstGeom>
                  <a:blipFill>
                    <a:blip r:embed="rId11"/>
                    <a:stretch>
                      <a:fillRect r="-11321" b="-29268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cxnSp>
          <p:nvCxnSpPr>
            <p:cNvPr id="263" name="Straight Connector 262">
              <a:extLst>
                <a:ext uri="{FF2B5EF4-FFF2-40B4-BE49-F238E27FC236}">
                  <a16:creationId xmlns:a16="http://schemas.microsoft.com/office/drawing/2014/main" id="{5EDEF604-3B21-41BE-9490-5FDB3200CAF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260081" y="3036232"/>
              <a:ext cx="2979446" cy="3813"/>
            </a:xfrm>
            <a:prstGeom prst="line">
              <a:avLst/>
            </a:prstGeom>
            <a:ln w="25400">
              <a:solidFill>
                <a:srgbClr val="005EA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4" name="Straight Connector 263">
              <a:extLst>
                <a:ext uri="{FF2B5EF4-FFF2-40B4-BE49-F238E27FC236}">
                  <a16:creationId xmlns:a16="http://schemas.microsoft.com/office/drawing/2014/main" id="{75454274-752F-44EF-9936-A94D0BBBE36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272069" y="3032420"/>
              <a:ext cx="0" cy="296425"/>
            </a:xfrm>
            <a:prstGeom prst="line">
              <a:avLst/>
            </a:prstGeom>
            <a:ln w="25400">
              <a:solidFill>
                <a:srgbClr val="005EA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5" name="Straight Connector 264">
              <a:extLst>
                <a:ext uri="{FF2B5EF4-FFF2-40B4-BE49-F238E27FC236}">
                  <a16:creationId xmlns:a16="http://schemas.microsoft.com/office/drawing/2014/main" id="{C34968D8-6F61-4E6C-874C-315EC2EAED69}"/>
                </a:ext>
              </a:extLst>
            </p:cNvPr>
            <p:cNvCxnSpPr>
              <a:cxnSpLocks/>
              <a:stCxn id="259" idx="0"/>
            </p:cNvCxnSpPr>
            <p:nvPr/>
          </p:nvCxnSpPr>
          <p:spPr>
            <a:xfrm flipH="1" flipV="1">
              <a:off x="9269053" y="3040045"/>
              <a:ext cx="1" cy="290705"/>
            </a:xfrm>
            <a:prstGeom prst="line">
              <a:avLst/>
            </a:prstGeom>
            <a:ln w="25400">
              <a:solidFill>
                <a:srgbClr val="005EA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6" name="Straight Connector 265">
              <a:extLst>
                <a:ext uri="{FF2B5EF4-FFF2-40B4-BE49-F238E27FC236}">
                  <a16:creationId xmlns:a16="http://schemas.microsoft.com/office/drawing/2014/main" id="{5572952D-7F83-4392-B8C0-BBD6B1B2FFD7}"/>
                </a:ext>
              </a:extLst>
            </p:cNvPr>
            <p:cNvCxnSpPr>
              <a:cxnSpLocks/>
              <a:stCxn id="261" idx="0"/>
            </p:cNvCxnSpPr>
            <p:nvPr/>
          </p:nvCxnSpPr>
          <p:spPr>
            <a:xfrm flipH="1" flipV="1">
              <a:off x="10257148" y="3032420"/>
              <a:ext cx="1" cy="298330"/>
            </a:xfrm>
            <a:prstGeom prst="line">
              <a:avLst/>
            </a:prstGeom>
            <a:ln w="25400">
              <a:solidFill>
                <a:srgbClr val="005EA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7" name="Straight Connector 266">
              <a:extLst>
                <a:ext uri="{FF2B5EF4-FFF2-40B4-BE49-F238E27FC236}">
                  <a16:creationId xmlns:a16="http://schemas.microsoft.com/office/drawing/2014/main" id="{9DE25E50-18BA-4642-B35D-4AF50CF2787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239528" y="3028610"/>
              <a:ext cx="0" cy="298687"/>
            </a:xfrm>
            <a:prstGeom prst="line">
              <a:avLst/>
            </a:prstGeom>
            <a:ln w="25400">
              <a:solidFill>
                <a:srgbClr val="005EA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8" name="Straight Connector 267">
              <a:extLst>
                <a:ext uri="{FF2B5EF4-FFF2-40B4-BE49-F238E27FC236}">
                  <a16:creationId xmlns:a16="http://schemas.microsoft.com/office/drawing/2014/main" id="{A84F5E89-C347-4381-8D64-3D892C180918}"/>
                </a:ext>
              </a:extLst>
            </p:cNvPr>
            <p:cNvCxnSpPr>
              <a:cxnSpLocks/>
              <a:endCxn id="251" idx="2"/>
            </p:cNvCxnSpPr>
            <p:nvPr/>
          </p:nvCxnSpPr>
          <p:spPr>
            <a:xfrm flipV="1">
              <a:off x="9780129" y="2777029"/>
              <a:ext cx="0" cy="268957"/>
            </a:xfrm>
            <a:prstGeom prst="line">
              <a:avLst/>
            </a:prstGeom>
            <a:ln w="25400">
              <a:solidFill>
                <a:srgbClr val="005EA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9" name="Rectangle: Rounded Corners 268">
              <a:extLst>
                <a:ext uri="{FF2B5EF4-FFF2-40B4-BE49-F238E27FC236}">
                  <a16:creationId xmlns:a16="http://schemas.microsoft.com/office/drawing/2014/main" id="{61CF0414-DAF4-4B70-9E86-D2563689F6DB}"/>
                </a:ext>
              </a:extLst>
            </p:cNvPr>
            <p:cNvSpPr/>
            <p:nvPr/>
          </p:nvSpPr>
          <p:spPr>
            <a:xfrm>
              <a:off x="7381326" y="4295265"/>
              <a:ext cx="815697" cy="419457"/>
            </a:xfrm>
            <a:prstGeom prst="roundRect">
              <a:avLst>
                <a:gd name="adj" fmla="val 9098"/>
              </a:avLst>
            </a:prstGeom>
            <a:solidFill>
              <a:srgbClr val="FAFFFA"/>
            </a:solidFill>
            <a:ln w="19050">
              <a:solidFill>
                <a:srgbClr val="619E64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wrap="none" rtlCol="0" anchor="ctr">
              <a:noAutofit/>
            </a:bodyPr>
            <a:lstStyle/>
            <a:p>
              <a:pPr algn="ctr"/>
              <a:r>
                <a:rPr lang="en-US" sz="1600">
                  <a:solidFill>
                    <a:srgbClr val="619E64"/>
                  </a:solidFill>
                  <a:latin typeface="Lucida Sans Typewriter" panose="020B0509030504030204" pitchFamily="49" charset="0"/>
                  <a:ea typeface="Noto Mono" panose="020B0609030804020204" pitchFamily="49" charset="0"/>
                  <a:cs typeface="Noto Mono" panose="020B0609030804020204" pitchFamily="49" charset="0"/>
                </a:rPr>
                <a:t>www</a:t>
              </a:r>
            </a:p>
          </p:txBody>
        </p:sp>
        <p:sp>
          <p:nvSpPr>
            <p:cNvPr id="270" name="Rectangle: Rounded Corners 269">
              <a:extLst>
                <a:ext uri="{FF2B5EF4-FFF2-40B4-BE49-F238E27FC236}">
                  <a16:creationId xmlns:a16="http://schemas.microsoft.com/office/drawing/2014/main" id="{690CC5B1-FC19-4FD9-9BD4-0234C5939CB0}"/>
                </a:ext>
              </a:extLst>
            </p:cNvPr>
            <p:cNvSpPr/>
            <p:nvPr/>
          </p:nvSpPr>
          <p:spPr>
            <a:xfrm>
              <a:off x="8361640" y="4295264"/>
              <a:ext cx="815697" cy="419457"/>
            </a:xfrm>
            <a:prstGeom prst="roundRect">
              <a:avLst>
                <a:gd name="adj" fmla="val 9098"/>
              </a:avLst>
            </a:prstGeom>
            <a:solidFill>
              <a:srgbClr val="FAFFFA"/>
            </a:solidFill>
            <a:ln w="19050">
              <a:solidFill>
                <a:srgbClr val="619E64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wrap="none" rtlCol="0" anchor="ctr">
              <a:noAutofit/>
            </a:bodyPr>
            <a:lstStyle/>
            <a:p>
              <a:pPr algn="ctr"/>
              <a:r>
                <a:rPr lang="en-US" sz="1600">
                  <a:solidFill>
                    <a:srgbClr val="619E64"/>
                  </a:solidFill>
                  <a:latin typeface="Lucida Sans Typewriter" panose="020B0509030504030204" pitchFamily="49" charset="0"/>
                  <a:ea typeface="Noto Mono" panose="020B0609030804020204" pitchFamily="49" charset="0"/>
                  <a:cs typeface="Noto Mono" panose="020B0609030804020204" pitchFamily="49" charset="0"/>
                </a:rPr>
                <a:t>*</a:t>
              </a:r>
            </a:p>
          </p:txBody>
        </p:sp>
        <p:sp>
          <p:nvSpPr>
            <p:cNvPr id="271" name="Rectangle: Rounded Corners 270">
              <a:extLst>
                <a:ext uri="{FF2B5EF4-FFF2-40B4-BE49-F238E27FC236}">
                  <a16:creationId xmlns:a16="http://schemas.microsoft.com/office/drawing/2014/main" id="{9B249AA1-864B-4B34-8830-47202058F509}"/>
                </a:ext>
              </a:extLst>
            </p:cNvPr>
            <p:cNvSpPr/>
            <p:nvPr/>
          </p:nvSpPr>
          <p:spPr>
            <a:xfrm>
              <a:off x="6401012" y="4295265"/>
              <a:ext cx="815697" cy="419457"/>
            </a:xfrm>
            <a:prstGeom prst="roundRect">
              <a:avLst>
                <a:gd name="adj" fmla="val 9098"/>
              </a:avLst>
            </a:prstGeom>
            <a:solidFill>
              <a:srgbClr val="FAFFFA"/>
            </a:solidFill>
            <a:ln w="19050">
              <a:solidFill>
                <a:srgbClr val="619E64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wrap="none" rtlCol="0" anchor="ctr">
              <a:noAutofit/>
            </a:bodyPr>
            <a:lstStyle/>
            <a:p>
              <a:pPr algn="ctr"/>
              <a:r>
                <a:rPr lang="en-US" sz="1600" dirty="0">
                  <a:solidFill>
                    <a:srgbClr val="619E64"/>
                  </a:solidFill>
                  <a:latin typeface="Lucida Sans Typewriter" panose="020B0509030504030204" pitchFamily="49" charset="0"/>
                  <a:ea typeface="Noto Mono" panose="020B0609030804020204" pitchFamily="49" charset="0"/>
                  <a:cs typeface="Noto Mono" panose="020B0609030804020204" pitchFamily="49" charset="0"/>
                </a:rPr>
                <a:t>bio</a:t>
              </a:r>
            </a:p>
          </p:txBody>
        </p:sp>
        <p:cxnSp>
          <p:nvCxnSpPr>
            <p:cNvPr id="272" name="Straight Connector 271">
              <a:extLst>
                <a:ext uri="{FF2B5EF4-FFF2-40B4-BE49-F238E27FC236}">
                  <a16:creationId xmlns:a16="http://schemas.microsoft.com/office/drawing/2014/main" id="{CE28D3D4-0256-406C-A94F-0C31F25BE3FC}"/>
                </a:ext>
              </a:extLst>
            </p:cNvPr>
            <p:cNvCxnSpPr>
              <a:cxnSpLocks/>
              <a:endCxn id="260" idx="2"/>
            </p:cNvCxnSpPr>
            <p:nvPr/>
          </p:nvCxnSpPr>
          <p:spPr>
            <a:xfrm flipH="1" flipV="1">
              <a:off x="8194763" y="3750207"/>
              <a:ext cx="4432" cy="262108"/>
            </a:xfrm>
            <a:prstGeom prst="line">
              <a:avLst/>
            </a:prstGeom>
            <a:ln w="25400">
              <a:solidFill>
                <a:srgbClr val="005EA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3" name="Straight Connector 272">
              <a:extLst>
                <a:ext uri="{FF2B5EF4-FFF2-40B4-BE49-F238E27FC236}">
                  <a16:creationId xmlns:a16="http://schemas.microsoft.com/office/drawing/2014/main" id="{A617FDE5-C699-4D1C-A04B-3BF5559E0D1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800682" y="4024652"/>
              <a:ext cx="2979446" cy="3813"/>
            </a:xfrm>
            <a:prstGeom prst="line">
              <a:avLst/>
            </a:prstGeom>
            <a:ln w="25400">
              <a:solidFill>
                <a:srgbClr val="005EA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4" name="Straight Connector 273">
              <a:extLst>
                <a:ext uri="{FF2B5EF4-FFF2-40B4-BE49-F238E27FC236}">
                  <a16:creationId xmlns:a16="http://schemas.microsoft.com/office/drawing/2014/main" id="{58A51F60-24B3-4B39-982E-0B2A946326C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808861" y="4013200"/>
              <a:ext cx="0" cy="270613"/>
            </a:xfrm>
            <a:prstGeom prst="line">
              <a:avLst/>
            </a:prstGeom>
            <a:ln w="25400">
              <a:solidFill>
                <a:srgbClr val="005EA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5" name="Straight Connector 274">
              <a:extLst>
                <a:ext uri="{FF2B5EF4-FFF2-40B4-BE49-F238E27FC236}">
                  <a16:creationId xmlns:a16="http://schemas.microsoft.com/office/drawing/2014/main" id="{E1075EB8-9D27-49D2-8E69-3FEEB4C43DC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769738" y="4022747"/>
              <a:ext cx="0" cy="270613"/>
            </a:xfrm>
            <a:prstGeom prst="line">
              <a:avLst/>
            </a:prstGeom>
            <a:ln w="25400">
              <a:solidFill>
                <a:srgbClr val="005EA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6" name="Rectangle: Rounded Corners 275">
              <a:extLst>
                <a:ext uri="{FF2B5EF4-FFF2-40B4-BE49-F238E27FC236}">
                  <a16:creationId xmlns:a16="http://schemas.microsoft.com/office/drawing/2014/main" id="{97538E1B-FA9A-4B91-A48A-C5034397331D}"/>
                </a:ext>
              </a:extLst>
            </p:cNvPr>
            <p:cNvSpPr/>
            <p:nvPr/>
          </p:nvSpPr>
          <p:spPr>
            <a:xfrm>
              <a:off x="9341955" y="4295265"/>
              <a:ext cx="815697" cy="419457"/>
            </a:xfrm>
            <a:prstGeom prst="roundRect">
              <a:avLst>
                <a:gd name="adj" fmla="val 9098"/>
              </a:avLst>
            </a:prstGeom>
            <a:solidFill>
              <a:srgbClr val="FAFFFA"/>
            </a:solidFill>
            <a:ln w="19050">
              <a:solidFill>
                <a:srgbClr val="619E64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wrap="none" rtlCol="0" anchor="ctr">
              <a:noAutofit/>
            </a:bodyPr>
            <a:lstStyle/>
            <a:p>
              <a:pPr algn="ctr"/>
              <a:endParaRPr lang="en-US" sz="1600">
                <a:solidFill>
                  <a:srgbClr val="957922"/>
                </a:solidFill>
                <a:latin typeface="Noto Mono" panose="020B0609030804020204" pitchFamily="49" charset="0"/>
                <a:ea typeface="Noto Mono" panose="020B0609030804020204" pitchFamily="49" charset="0"/>
                <a:cs typeface="Noto Mono" panose="020B0609030804020204" pitchFamily="49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7" name="TextBox 276">
                  <a:extLst>
                    <a:ext uri="{FF2B5EF4-FFF2-40B4-BE49-F238E27FC236}">
                      <a16:creationId xmlns:a16="http://schemas.microsoft.com/office/drawing/2014/main" id="{CB07A21F-4D99-48BC-8818-10842F7201FB}"/>
                    </a:ext>
                  </a:extLst>
                </p:cNvPr>
                <p:cNvSpPr txBox="1"/>
                <p:nvPr/>
              </p:nvSpPr>
              <p:spPr>
                <a:xfrm>
                  <a:off x="9328782" y="4191725"/>
                  <a:ext cx="619578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smtClean="0">
                            <a:solidFill>
                              <a:srgbClr val="BC69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Noto Mono" panose="020B0609030804020204" pitchFamily="49" charset="0"/>
                          </a:rPr>
                          <m:t> </m:t>
                        </m:r>
                        <m:r>
                          <a:rPr lang="en-US" b="1" i="1" smtClean="0">
                            <a:solidFill>
                              <a:srgbClr val="619E64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Noto Mono" panose="020B0609030804020204" pitchFamily="49" charset="0"/>
                          </a:rPr>
                          <m:t>𝜶</m:t>
                        </m:r>
                      </m:oMath>
                    </m:oMathPara>
                  </a14:m>
                  <a:endParaRPr lang="en-US">
                    <a:solidFill>
                      <a:srgbClr val="BC6900"/>
                    </a:solidFill>
                  </a:endParaRPr>
                </a:p>
              </p:txBody>
            </p:sp>
          </mc:Choice>
          <mc:Fallback xmlns="">
            <p:sp>
              <p:nvSpPr>
                <p:cNvPr id="277" name="TextBox 276">
                  <a:extLst>
                    <a:ext uri="{FF2B5EF4-FFF2-40B4-BE49-F238E27FC236}">
                      <a16:creationId xmlns:a16="http://schemas.microsoft.com/office/drawing/2014/main" id="{CB07A21F-4D99-48BC-8818-10842F7201F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328782" y="4191725"/>
                  <a:ext cx="619578" cy="369332"/>
                </a:xfrm>
                <a:prstGeom prst="rect">
                  <a:avLst/>
                </a:prstGeom>
                <a:blipFill>
                  <a:blip r:embed="rId12"/>
                  <a:stretch>
                    <a:fillRect r="-11321" b="-2857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78" name="Straight Connector 277">
              <a:extLst>
                <a:ext uri="{FF2B5EF4-FFF2-40B4-BE49-F238E27FC236}">
                  <a16:creationId xmlns:a16="http://schemas.microsoft.com/office/drawing/2014/main" id="{A1893803-3187-41E8-9B4F-8C97FD7C7A11}"/>
                </a:ext>
              </a:extLst>
            </p:cNvPr>
            <p:cNvCxnSpPr>
              <a:cxnSpLocks/>
              <a:stCxn id="269" idx="0"/>
            </p:cNvCxnSpPr>
            <p:nvPr/>
          </p:nvCxnSpPr>
          <p:spPr>
            <a:xfrm flipV="1">
              <a:off x="7789175" y="4028465"/>
              <a:ext cx="0" cy="266800"/>
            </a:xfrm>
            <a:prstGeom prst="line">
              <a:avLst/>
            </a:prstGeom>
            <a:ln w="25400">
              <a:solidFill>
                <a:srgbClr val="005EA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9" name="Straight Connector 278">
              <a:extLst>
                <a:ext uri="{FF2B5EF4-FFF2-40B4-BE49-F238E27FC236}">
                  <a16:creationId xmlns:a16="http://schemas.microsoft.com/office/drawing/2014/main" id="{C42C34A6-21A3-4153-988A-82A01EC2894D}"/>
                </a:ext>
              </a:extLst>
            </p:cNvPr>
            <p:cNvCxnSpPr>
              <a:cxnSpLocks/>
              <a:stCxn id="270" idx="0"/>
            </p:cNvCxnSpPr>
            <p:nvPr/>
          </p:nvCxnSpPr>
          <p:spPr>
            <a:xfrm flipH="1" flipV="1">
              <a:off x="8768575" y="4028465"/>
              <a:ext cx="914" cy="266799"/>
            </a:xfrm>
            <a:prstGeom prst="line">
              <a:avLst/>
            </a:prstGeom>
            <a:ln w="25400">
              <a:solidFill>
                <a:srgbClr val="005EA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0" name="Straight Connector 279">
              <a:extLst>
                <a:ext uri="{FF2B5EF4-FFF2-40B4-BE49-F238E27FC236}">
                  <a16:creationId xmlns:a16="http://schemas.microsoft.com/office/drawing/2014/main" id="{F33A5895-17D3-410F-8354-2196F2B2A1B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721541" y="2100045"/>
              <a:ext cx="1550528" cy="0"/>
            </a:xfrm>
            <a:prstGeom prst="line">
              <a:avLst/>
            </a:prstGeom>
            <a:ln w="25400">
              <a:solidFill>
                <a:srgbClr val="005EA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1" name="Straight Connector 280">
              <a:extLst>
                <a:ext uri="{FF2B5EF4-FFF2-40B4-BE49-F238E27FC236}">
                  <a16:creationId xmlns:a16="http://schemas.microsoft.com/office/drawing/2014/main" id="{63842F44-1B2A-49AA-B895-8E81CB856E5C}"/>
                </a:ext>
              </a:extLst>
            </p:cNvPr>
            <p:cNvCxnSpPr>
              <a:cxnSpLocks/>
              <a:stCxn id="282" idx="0"/>
            </p:cNvCxnSpPr>
            <p:nvPr/>
          </p:nvCxnSpPr>
          <p:spPr>
            <a:xfrm flipV="1">
              <a:off x="6721541" y="2088616"/>
              <a:ext cx="1129" cy="263272"/>
            </a:xfrm>
            <a:prstGeom prst="line">
              <a:avLst/>
            </a:prstGeom>
            <a:ln w="25400">
              <a:solidFill>
                <a:srgbClr val="005EA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2" name="Rectangle: Rounded Corners 281">
                  <a:extLst>
                    <a:ext uri="{FF2B5EF4-FFF2-40B4-BE49-F238E27FC236}">
                      <a16:creationId xmlns:a16="http://schemas.microsoft.com/office/drawing/2014/main" id="{CFE89345-3E32-4C7C-B57D-751038742650}"/>
                    </a:ext>
                  </a:extLst>
                </p:cNvPr>
                <p:cNvSpPr/>
                <p:nvPr/>
              </p:nvSpPr>
              <p:spPr>
                <a:xfrm>
                  <a:off x="6313692" y="2351888"/>
                  <a:ext cx="815697" cy="419457"/>
                </a:xfrm>
                <a:prstGeom prst="roundRect">
                  <a:avLst>
                    <a:gd name="adj" fmla="val 9098"/>
                  </a:avLst>
                </a:prstGeom>
                <a:solidFill>
                  <a:srgbClr val="FFEED9"/>
                </a:solidFill>
                <a:ln w="19050">
                  <a:solidFill>
                    <a:schemeClr val="accent3">
                      <a:lumMod val="75000"/>
                    </a:schemeClr>
                  </a:solidFill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6">
                    <a:shade val="50000"/>
                  </a:schemeClr>
                </a:lnRef>
                <a:fillRef idx="1">
                  <a:schemeClr val="accent6"/>
                </a:fillRef>
                <a:effectRef idx="0">
                  <a:schemeClr val="accent6"/>
                </a:effectRef>
                <a:fontRef idx="minor">
                  <a:schemeClr val="lt1"/>
                </a:fontRef>
              </p:style>
              <p:txBody>
                <a:bodyPr wrap="none" rtlCol="0" anchor="ctr">
                  <a:no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1" i="1" smtClean="0">
                            <a:solidFill>
                              <a:srgbClr val="BC69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Noto Mono" panose="020B0609030804020204" pitchFamily="49" charset="0"/>
                          </a:rPr>
                          <m:t>   </m:t>
                        </m:r>
                      </m:oMath>
                    </m:oMathPara>
                  </a14:m>
                  <a:endParaRPr lang="en-US" sz="2000">
                    <a:solidFill>
                      <a:srgbClr val="BC6900"/>
                    </a:solidFill>
                    <a:latin typeface="Noto Mono" panose="020B0609030804020204" pitchFamily="49" charset="0"/>
                    <a:ea typeface="Noto Mono" panose="020B0609030804020204" pitchFamily="49" charset="0"/>
                    <a:cs typeface="Noto Mono" panose="020B0609030804020204" pitchFamily="49" charset="0"/>
                  </a:endParaRPr>
                </a:p>
              </p:txBody>
            </p:sp>
          </mc:Choice>
          <mc:Fallback xmlns="">
            <p:sp>
              <p:nvSpPr>
                <p:cNvPr id="282" name="Rectangle: Rounded Corners 281">
                  <a:extLst>
                    <a:ext uri="{FF2B5EF4-FFF2-40B4-BE49-F238E27FC236}">
                      <a16:creationId xmlns:a16="http://schemas.microsoft.com/office/drawing/2014/main" id="{CFE89345-3E32-4C7C-B57D-751038742650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13692" y="2351888"/>
                  <a:ext cx="815697" cy="419457"/>
                </a:xfrm>
                <a:prstGeom prst="roundRect">
                  <a:avLst>
                    <a:gd name="adj" fmla="val 9098"/>
                  </a:avLst>
                </a:prstGeom>
                <a:blipFill>
                  <a:blip r:embed="rId13"/>
                  <a:stretch>
                    <a:fillRect/>
                  </a:stretch>
                </a:blipFill>
                <a:ln w="19050">
                  <a:solidFill>
                    <a:schemeClr val="accent3">
                      <a:lumMod val="75000"/>
                    </a:schemeClr>
                  </a:solidFill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3" name="TextBox 282">
                  <a:extLst>
                    <a:ext uri="{FF2B5EF4-FFF2-40B4-BE49-F238E27FC236}">
                      <a16:creationId xmlns:a16="http://schemas.microsoft.com/office/drawing/2014/main" id="{402A09B3-8469-41E2-A4F1-1EC8456044D0}"/>
                    </a:ext>
                  </a:extLst>
                </p:cNvPr>
                <p:cNvSpPr txBox="1"/>
                <p:nvPr/>
              </p:nvSpPr>
              <p:spPr>
                <a:xfrm>
                  <a:off x="6324285" y="2263232"/>
                  <a:ext cx="417638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smtClean="0">
                            <a:solidFill>
                              <a:srgbClr val="BC69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Noto Mono" panose="020B0609030804020204" pitchFamily="49" charset="0"/>
                          </a:rPr>
                          <m:t> </m:t>
                        </m:r>
                        <m:r>
                          <a:rPr lang="en-US" b="1" i="1" smtClean="0">
                            <a:solidFill>
                              <a:srgbClr val="BC69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Noto Mono" panose="020B0609030804020204" pitchFamily="49" charset="0"/>
                          </a:rPr>
                          <m:t>𝜶</m:t>
                        </m:r>
                      </m:oMath>
                    </m:oMathPara>
                  </a14:m>
                  <a:endParaRPr lang="en-US">
                    <a:solidFill>
                      <a:srgbClr val="BC6900"/>
                    </a:solidFill>
                  </a:endParaRPr>
                </a:p>
              </p:txBody>
            </p:sp>
          </mc:Choice>
          <mc:Fallback xmlns="">
            <p:sp>
              <p:nvSpPr>
                <p:cNvPr id="283" name="TextBox 282">
                  <a:extLst>
                    <a:ext uri="{FF2B5EF4-FFF2-40B4-BE49-F238E27FC236}">
                      <a16:creationId xmlns:a16="http://schemas.microsoft.com/office/drawing/2014/main" id="{402A09B3-8469-41E2-A4F1-1EC8456044D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24285" y="2263232"/>
                  <a:ext cx="417638" cy="369332"/>
                </a:xfrm>
                <a:prstGeom prst="rect">
                  <a:avLst/>
                </a:prstGeom>
                <a:blipFill>
                  <a:blip r:embed="rId14"/>
                  <a:stretch>
                    <a:fillRect r="-63889" b="-2926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284" name="Group 283">
              <a:extLst>
                <a:ext uri="{FF2B5EF4-FFF2-40B4-BE49-F238E27FC236}">
                  <a16:creationId xmlns:a16="http://schemas.microsoft.com/office/drawing/2014/main" id="{351ACDCA-8B1F-4257-9B59-1C1C9F339E91}"/>
                </a:ext>
              </a:extLst>
            </p:cNvPr>
            <p:cNvGrpSpPr/>
            <p:nvPr/>
          </p:nvGrpSpPr>
          <p:grpSpPr>
            <a:xfrm>
              <a:off x="6361449" y="4961091"/>
              <a:ext cx="855260" cy="522998"/>
              <a:chOff x="9454792" y="4344124"/>
              <a:chExt cx="855260" cy="522998"/>
            </a:xfrm>
          </p:grpSpPr>
          <p:sp>
            <p:nvSpPr>
              <p:cNvPr id="296" name="Rectangle: Rounded Corners 295">
                <a:extLst>
                  <a:ext uri="{FF2B5EF4-FFF2-40B4-BE49-F238E27FC236}">
                    <a16:creationId xmlns:a16="http://schemas.microsoft.com/office/drawing/2014/main" id="{8BC9E157-E420-4DDA-B66D-77DB106B6F29}"/>
                  </a:ext>
                </a:extLst>
              </p:cNvPr>
              <p:cNvSpPr/>
              <p:nvPr/>
            </p:nvSpPr>
            <p:spPr>
              <a:xfrm>
                <a:off x="9494355" y="4447665"/>
                <a:ext cx="815697" cy="419457"/>
              </a:xfrm>
              <a:prstGeom prst="roundRect">
                <a:avLst>
                  <a:gd name="adj" fmla="val 9098"/>
                </a:avLst>
              </a:prstGeom>
              <a:solidFill>
                <a:srgbClr val="FAFFFA"/>
              </a:solidFill>
              <a:ln w="19050">
                <a:solidFill>
                  <a:srgbClr val="619E64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wrap="none" rtlCol="0" anchor="ctr">
                <a:noAutofit/>
              </a:bodyPr>
              <a:lstStyle/>
              <a:p>
                <a:pPr algn="ctr"/>
                <a:endParaRPr lang="en-US" sz="1600">
                  <a:solidFill>
                    <a:srgbClr val="957922"/>
                  </a:solidFill>
                  <a:latin typeface="Noto Mono" panose="020B0609030804020204" pitchFamily="49" charset="0"/>
                  <a:ea typeface="Noto Mono" panose="020B0609030804020204" pitchFamily="49" charset="0"/>
                  <a:cs typeface="Noto Mono" panose="020B0609030804020204" pitchFamily="49" charset="0"/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97" name="TextBox 296">
                    <a:extLst>
                      <a:ext uri="{FF2B5EF4-FFF2-40B4-BE49-F238E27FC236}">
                        <a16:creationId xmlns:a16="http://schemas.microsoft.com/office/drawing/2014/main" id="{D7B72240-803F-49E0-91F0-3E2BCE618ACC}"/>
                      </a:ext>
                    </a:extLst>
                  </p:cNvPr>
                  <p:cNvSpPr txBox="1"/>
                  <p:nvPr/>
                </p:nvSpPr>
                <p:spPr>
                  <a:xfrm>
                    <a:off x="9454792" y="4344124"/>
                    <a:ext cx="619578" cy="369332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1" i="1" smtClean="0">
                              <a:solidFill>
                                <a:srgbClr val="BC69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Noto Mono" panose="020B0609030804020204" pitchFamily="49" charset="0"/>
                            </a:rPr>
                            <m:t> </m:t>
                          </m:r>
                          <m:r>
                            <a:rPr lang="en-US" b="1" i="1" smtClean="0">
                              <a:solidFill>
                                <a:srgbClr val="619E64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Noto Mono" panose="020B0609030804020204" pitchFamily="49" charset="0"/>
                            </a:rPr>
                            <m:t>𝜶</m:t>
                          </m:r>
                        </m:oMath>
                      </m:oMathPara>
                    </a14:m>
                    <a:endParaRPr lang="en-US">
                      <a:solidFill>
                        <a:srgbClr val="BC690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297" name="TextBox 296">
                    <a:extLst>
                      <a:ext uri="{FF2B5EF4-FFF2-40B4-BE49-F238E27FC236}">
                        <a16:creationId xmlns:a16="http://schemas.microsoft.com/office/drawing/2014/main" id="{D7B72240-803F-49E0-91F0-3E2BCE618ACC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454792" y="4344124"/>
                    <a:ext cx="619578" cy="369332"/>
                  </a:xfrm>
                  <a:prstGeom prst="rect">
                    <a:avLst/>
                  </a:prstGeom>
                  <a:blipFill>
                    <a:blip r:embed="rId12"/>
                    <a:stretch>
                      <a:fillRect r="-11321" b="-31707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cxnSp>
          <p:nvCxnSpPr>
            <p:cNvPr id="285" name="Straight Connector 284">
              <a:extLst>
                <a:ext uri="{FF2B5EF4-FFF2-40B4-BE49-F238E27FC236}">
                  <a16:creationId xmlns:a16="http://schemas.microsoft.com/office/drawing/2014/main" id="{B5B287C3-8997-4B04-A455-5648ABCEF4C1}"/>
                </a:ext>
              </a:extLst>
            </p:cNvPr>
            <p:cNvCxnSpPr>
              <a:cxnSpLocks/>
              <a:stCxn id="296" idx="0"/>
              <a:endCxn id="271" idx="2"/>
            </p:cNvCxnSpPr>
            <p:nvPr/>
          </p:nvCxnSpPr>
          <p:spPr>
            <a:xfrm flipV="1">
              <a:off x="6808861" y="4714722"/>
              <a:ext cx="0" cy="349910"/>
            </a:xfrm>
            <a:prstGeom prst="line">
              <a:avLst/>
            </a:prstGeom>
            <a:ln w="25400">
              <a:solidFill>
                <a:srgbClr val="005EA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86" name="Group 285">
              <a:extLst>
                <a:ext uri="{FF2B5EF4-FFF2-40B4-BE49-F238E27FC236}">
                  <a16:creationId xmlns:a16="http://schemas.microsoft.com/office/drawing/2014/main" id="{084A5167-4222-4288-A9A9-CBC8CDA963BE}"/>
                </a:ext>
              </a:extLst>
            </p:cNvPr>
            <p:cNvGrpSpPr/>
            <p:nvPr/>
          </p:nvGrpSpPr>
          <p:grpSpPr>
            <a:xfrm>
              <a:off x="7371469" y="4955521"/>
              <a:ext cx="825554" cy="534509"/>
              <a:chOff x="9484498" y="4332613"/>
              <a:chExt cx="825554" cy="534509"/>
            </a:xfrm>
          </p:grpSpPr>
          <p:sp>
            <p:nvSpPr>
              <p:cNvPr id="294" name="Rectangle: Rounded Corners 293">
                <a:extLst>
                  <a:ext uri="{FF2B5EF4-FFF2-40B4-BE49-F238E27FC236}">
                    <a16:creationId xmlns:a16="http://schemas.microsoft.com/office/drawing/2014/main" id="{A55EA893-F253-40EA-9D95-E7355E9A8CE8}"/>
                  </a:ext>
                </a:extLst>
              </p:cNvPr>
              <p:cNvSpPr/>
              <p:nvPr/>
            </p:nvSpPr>
            <p:spPr>
              <a:xfrm>
                <a:off x="9494355" y="4447665"/>
                <a:ext cx="815697" cy="419457"/>
              </a:xfrm>
              <a:prstGeom prst="roundRect">
                <a:avLst>
                  <a:gd name="adj" fmla="val 9098"/>
                </a:avLst>
              </a:prstGeom>
              <a:solidFill>
                <a:srgbClr val="FAFFFA"/>
              </a:solidFill>
              <a:ln w="19050">
                <a:solidFill>
                  <a:srgbClr val="619E64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wrap="none" rtlCol="0" anchor="ctr">
                <a:noAutofit/>
              </a:bodyPr>
              <a:lstStyle/>
              <a:p>
                <a:pPr algn="ctr"/>
                <a:endParaRPr lang="en-US" sz="1600">
                  <a:solidFill>
                    <a:srgbClr val="957922"/>
                  </a:solidFill>
                  <a:latin typeface="Noto Mono" panose="020B0609030804020204" pitchFamily="49" charset="0"/>
                  <a:ea typeface="Noto Mono" panose="020B0609030804020204" pitchFamily="49" charset="0"/>
                  <a:cs typeface="Noto Mono" panose="020B0609030804020204" pitchFamily="49" charset="0"/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95" name="TextBox 294">
                    <a:extLst>
                      <a:ext uri="{FF2B5EF4-FFF2-40B4-BE49-F238E27FC236}">
                        <a16:creationId xmlns:a16="http://schemas.microsoft.com/office/drawing/2014/main" id="{7E5D99FC-6971-4F9A-9579-00554E2BA7BB}"/>
                      </a:ext>
                    </a:extLst>
                  </p:cNvPr>
                  <p:cNvSpPr txBox="1"/>
                  <p:nvPr/>
                </p:nvSpPr>
                <p:spPr>
                  <a:xfrm>
                    <a:off x="9484498" y="4332613"/>
                    <a:ext cx="619578" cy="369332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1" i="1" smtClean="0">
                              <a:solidFill>
                                <a:srgbClr val="BC69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Noto Mono" panose="020B0609030804020204" pitchFamily="49" charset="0"/>
                            </a:rPr>
                            <m:t> </m:t>
                          </m:r>
                          <m:r>
                            <a:rPr lang="en-US" b="1" i="1" smtClean="0">
                              <a:solidFill>
                                <a:srgbClr val="619E64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Noto Mono" panose="020B0609030804020204" pitchFamily="49" charset="0"/>
                            </a:rPr>
                            <m:t>𝜶</m:t>
                          </m:r>
                        </m:oMath>
                      </m:oMathPara>
                    </a14:m>
                    <a:endParaRPr lang="en-US">
                      <a:solidFill>
                        <a:srgbClr val="BC690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295" name="TextBox 294">
                    <a:extLst>
                      <a:ext uri="{FF2B5EF4-FFF2-40B4-BE49-F238E27FC236}">
                        <a16:creationId xmlns:a16="http://schemas.microsoft.com/office/drawing/2014/main" id="{7E5D99FC-6971-4F9A-9579-00554E2BA7BB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484498" y="4332613"/>
                    <a:ext cx="619578" cy="369332"/>
                  </a:xfrm>
                  <a:prstGeom prst="rect">
                    <a:avLst/>
                  </a:prstGeom>
                  <a:blipFill>
                    <a:blip r:embed="rId15"/>
                    <a:stretch>
                      <a:fillRect r="-11321" b="-29268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cxnSp>
          <p:nvCxnSpPr>
            <p:cNvPr id="287" name="Straight Connector 286">
              <a:extLst>
                <a:ext uri="{FF2B5EF4-FFF2-40B4-BE49-F238E27FC236}">
                  <a16:creationId xmlns:a16="http://schemas.microsoft.com/office/drawing/2014/main" id="{012CDCB1-856C-4177-810F-98401B9CC93A}"/>
                </a:ext>
              </a:extLst>
            </p:cNvPr>
            <p:cNvCxnSpPr>
              <a:cxnSpLocks/>
              <a:stCxn id="294" idx="0"/>
              <a:endCxn id="269" idx="2"/>
            </p:cNvCxnSpPr>
            <p:nvPr/>
          </p:nvCxnSpPr>
          <p:spPr>
            <a:xfrm flipV="1">
              <a:off x="7789175" y="4714722"/>
              <a:ext cx="0" cy="355851"/>
            </a:xfrm>
            <a:prstGeom prst="line">
              <a:avLst/>
            </a:prstGeom>
            <a:ln w="25400">
              <a:solidFill>
                <a:srgbClr val="005EA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88" name="Group 287">
              <a:extLst>
                <a:ext uri="{FF2B5EF4-FFF2-40B4-BE49-F238E27FC236}">
                  <a16:creationId xmlns:a16="http://schemas.microsoft.com/office/drawing/2014/main" id="{B033DE7B-6A5C-47F1-80B5-AD3083082D78}"/>
                </a:ext>
              </a:extLst>
            </p:cNvPr>
            <p:cNvGrpSpPr/>
            <p:nvPr/>
          </p:nvGrpSpPr>
          <p:grpSpPr>
            <a:xfrm>
              <a:off x="8331824" y="4957474"/>
              <a:ext cx="840406" cy="522998"/>
              <a:chOff x="9469646" y="4344124"/>
              <a:chExt cx="840406" cy="522998"/>
            </a:xfrm>
          </p:grpSpPr>
          <p:sp>
            <p:nvSpPr>
              <p:cNvPr id="292" name="Rectangle: Rounded Corners 291">
                <a:extLst>
                  <a:ext uri="{FF2B5EF4-FFF2-40B4-BE49-F238E27FC236}">
                    <a16:creationId xmlns:a16="http://schemas.microsoft.com/office/drawing/2014/main" id="{C41C2023-A4D6-477E-B587-AD1124F252E4}"/>
                  </a:ext>
                </a:extLst>
              </p:cNvPr>
              <p:cNvSpPr/>
              <p:nvPr/>
            </p:nvSpPr>
            <p:spPr>
              <a:xfrm>
                <a:off x="9494355" y="4447665"/>
                <a:ext cx="815697" cy="419457"/>
              </a:xfrm>
              <a:prstGeom prst="roundRect">
                <a:avLst>
                  <a:gd name="adj" fmla="val 9098"/>
                </a:avLst>
              </a:prstGeom>
              <a:solidFill>
                <a:srgbClr val="FAFFFA"/>
              </a:solidFill>
              <a:ln w="19050">
                <a:solidFill>
                  <a:srgbClr val="619E64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wrap="none" rtlCol="0" anchor="ctr">
                <a:noAutofit/>
              </a:bodyPr>
              <a:lstStyle/>
              <a:p>
                <a:pPr algn="ctr"/>
                <a:endParaRPr lang="en-US" sz="1600">
                  <a:solidFill>
                    <a:srgbClr val="957922"/>
                  </a:solidFill>
                  <a:latin typeface="Noto Mono" panose="020B0609030804020204" pitchFamily="49" charset="0"/>
                  <a:ea typeface="Noto Mono" panose="020B0609030804020204" pitchFamily="49" charset="0"/>
                  <a:cs typeface="Noto Mono" panose="020B0609030804020204" pitchFamily="49" charset="0"/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93" name="TextBox 292">
                    <a:extLst>
                      <a:ext uri="{FF2B5EF4-FFF2-40B4-BE49-F238E27FC236}">
                        <a16:creationId xmlns:a16="http://schemas.microsoft.com/office/drawing/2014/main" id="{A972C85D-E2D0-40CD-9FA3-CCE0DEA36833}"/>
                      </a:ext>
                    </a:extLst>
                  </p:cNvPr>
                  <p:cNvSpPr txBox="1"/>
                  <p:nvPr/>
                </p:nvSpPr>
                <p:spPr>
                  <a:xfrm>
                    <a:off x="9469646" y="4344124"/>
                    <a:ext cx="619578" cy="369334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1" i="1" smtClean="0">
                              <a:solidFill>
                                <a:srgbClr val="BC69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Noto Mono" panose="020B0609030804020204" pitchFamily="49" charset="0"/>
                            </a:rPr>
                            <m:t> </m:t>
                          </m:r>
                          <m:r>
                            <a:rPr lang="en-US" b="1" i="1" smtClean="0">
                              <a:solidFill>
                                <a:srgbClr val="619E64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Noto Mono" panose="020B0609030804020204" pitchFamily="49" charset="0"/>
                            </a:rPr>
                            <m:t>𝜶</m:t>
                          </m:r>
                        </m:oMath>
                      </m:oMathPara>
                    </a14:m>
                    <a:endParaRPr lang="en-US">
                      <a:solidFill>
                        <a:srgbClr val="BC690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293" name="TextBox 292">
                    <a:extLst>
                      <a:ext uri="{FF2B5EF4-FFF2-40B4-BE49-F238E27FC236}">
                        <a16:creationId xmlns:a16="http://schemas.microsoft.com/office/drawing/2014/main" id="{A972C85D-E2D0-40CD-9FA3-CCE0DEA36833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469646" y="4344124"/>
                    <a:ext cx="619578" cy="369334"/>
                  </a:xfrm>
                  <a:prstGeom prst="rect">
                    <a:avLst/>
                  </a:prstGeom>
                  <a:blipFill>
                    <a:blip r:embed="rId15"/>
                    <a:stretch>
                      <a:fillRect r="-11321" b="-29268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cxnSp>
          <p:nvCxnSpPr>
            <p:cNvPr id="289" name="Straight Connector 288">
              <a:extLst>
                <a:ext uri="{FF2B5EF4-FFF2-40B4-BE49-F238E27FC236}">
                  <a16:creationId xmlns:a16="http://schemas.microsoft.com/office/drawing/2014/main" id="{2A610B8E-858A-4899-90D5-7E198FCBDB06}"/>
                </a:ext>
              </a:extLst>
            </p:cNvPr>
            <p:cNvCxnSpPr>
              <a:cxnSpLocks/>
              <a:stCxn id="292" idx="0"/>
            </p:cNvCxnSpPr>
            <p:nvPr/>
          </p:nvCxnSpPr>
          <p:spPr>
            <a:xfrm flipV="1">
              <a:off x="8764382" y="4711105"/>
              <a:ext cx="0" cy="349910"/>
            </a:xfrm>
            <a:prstGeom prst="line">
              <a:avLst/>
            </a:prstGeom>
            <a:ln w="25400">
              <a:solidFill>
                <a:srgbClr val="005EA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0" name="Straight Connector 289">
              <a:extLst>
                <a:ext uri="{FF2B5EF4-FFF2-40B4-BE49-F238E27FC236}">
                  <a16:creationId xmlns:a16="http://schemas.microsoft.com/office/drawing/2014/main" id="{1263B5C2-13D5-4DCC-8CC9-9E2CAB212D1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252850" y="3750207"/>
              <a:ext cx="0" cy="146153"/>
            </a:xfrm>
            <a:prstGeom prst="line">
              <a:avLst/>
            </a:prstGeom>
            <a:ln w="25400">
              <a:solidFill>
                <a:srgbClr val="005EA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1" name="Straight Connector 290">
              <a:extLst>
                <a:ext uri="{FF2B5EF4-FFF2-40B4-BE49-F238E27FC236}">
                  <a16:creationId xmlns:a16="http://schemas.microsoft.com/office/drawing/2014/main" id="{3CD48B21-B85E-41F3-8EC6-FAFD7278102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259318" y="3750207"/>
              <a:ext cx="0" cy="146153"/>
            </a:xfrm>
            <a:prstGeom prst="line">
              <a:avLst/>
            </a:prstGeom>
            <a:ln w="25400">
              <a:solidFill>
                <a:srgbClr val="005EA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36549702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65;p14">
            <a:extLst>
              <a:ext uri="{FF2B5EF4-FFF2-40B4-BE49-F238E27FC236}">
                <a16:creationId xmlns:a16="http://schemas.microsoft.com/office/drawing/2014/main" id="{E98430C3-8C56-47EF-8D13-F1BC5B855A4C}"/>
              </a:ext>
            </a:extLst>
          </p:cNvPr>
          <p:cNvSpPr txBox="1">
            <a:spLocks/>
          </p:cNvSpPr>
          <p:nvPr/>
        </p:nvSpPr>
        <p:spPr>
          <a:xfrm>
            <a:off x="4025261" y="209319"/>
            <a:ext cx="4141478" cy="800179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121900" tIns="121900" rIns="121900" bIns="12190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 b="0" i="0" u="none" strike="noStrike" cap="non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 b="0" i="0" u="none" strike="noStrike" cap="non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 b="0" i="0" u="none" strike="noStrike" cap="non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 b="0" i="0" u="none" strike="noStrike" cap="non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 b="0" i="0" u="none" strike="noStrike" cap="non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 b="0" i="0" u="none" strike="noStrike" cap="non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 b="0" i="0" u="none" strike="noStrike" cap="non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 b="0" i="0" u="none" strike="noStrike" cap="non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 b="0" i="0" u="none" strike="noStrike" cap="non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9pPr>
          </a:lstStyle>
          <a:p>
            <a:pPr defTabSz="914400"/>
            <a:r>
              <a:rPr lang="en-US" sz="3600" b="1" kern="0" cap="small" err="1">
                <a:solidFill>
                  <a:srgbClr val="546970"/>
                </a:solidFill>
                <a:latin typeface="Bookman Old Style" panose="02050604050505020204" pitchFamily="18" charset="0"/>
              </a:rPr>
              <a:t>GRoot</a:t>
            </a:r>
            <a:r>
              <a:rPr lang="en-US" sz="3600" b="1" kern="0">
                <a:solidFill>
                  <a:srgbClr val="546970"/>
                </a:solidFill>
                <a:latin typeface="Bookman Old Style" panose="02050604050505020204" pitchFamily="18" charset="0"/>
              </a:rPr>
              <a:t> Internals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2D906CAF-ED1E-4497-9E16-1CE9DB305745}"/>
              </a:ext>
            </a:extLst>
          </p:cNvPr>
          <p:cNvSpPr/>
          <p:nvPr/>
        </p:nvSpPr>
        <p:spPr>
          <a:xfrm flipV="1">
            <a:off x="4145001" y="886094"/>
            <a:ext cx="3901998" cy="27432"/>
          </a:xfrm>
          <a:prstGeom prst="roundRect">
            <a:avLst/>
          </a:prstGeom>
          <a:solidFill>
            <a:srgbClr val="26A69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1FF0F39B-00B2-4DD6-9CF9-0A6A6B53ACC8}"/>
              </a:ext>
            </a:extLst>
          </p:cNvPr>
          <p:cNvGrpSpPr/>
          <p:nvPr/>
        </p:nvGrpSpPr>
        <p:grpSpPr>
          <a:xfrm>
            <a:off x="546426" y="2232251"/>
            <a:ext cx="582373" cy="576449"/>
            <a:chOff x="597231" y="3855347"/>
            <a:chExt cx="275548" cy="278982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7C26E53C-31E7-4BA4-8809-D1BF8ADABE17}"/>
                </a:ext>
              </a:extLst>
            </p:cNvPr>
            <p:cNvSpPr/>
            <p:nvPr/>
          </p:nvSpPr>
          <p:spPr>
            <a:xfrm>
              <a:off x="634989" y="3855347"/>
              <a:ext cx="204277" cy="27898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pic>
          <p:nvPicPr>
            <p:cNvPr id="11" name="Picture 2" descr="See the source image">
              <a:extLst>
                <a:ext uri="{FF2B5EF4-FFF2-40B4-BE49-F238E27FC236}">
                  <a16:creationId xmlns:a16="http://schemas.microsoft.com/office/drawing/2014/main" id="{612BEC31-04EC-418D-8932-1B133B0F8FD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 cstate="print">
              <a:clrChange>
                <a:clrFrom>
                  <a:srgbClr val="000000">
                    <a:alpha val="0"/>
                  </a:srgbClr>
                </a:clrFrom>
                <a:clrTo>
                  <a:srgbClr val="000000">
                    <a:alpha val="0"/>
                  </a:srgbClr>
                </a:clrTo>
              </a:clrChange>
              <a:duotone>
                <a:schemeClr val="accent4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97231" y="3855347"/>
              <a:ext cx="275548" cy="25369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B3CD47D2-5C29-470E-82FA-2252AD4384DC}"/>
              </a:ext>
            </a:extLst>
          </p:cNvPr>
          <p:cNvGrpSpPr/>
          <p:nvPr/>
        </p:nvGrpSpPr>
        <p:grpSpPr>
          <a:xfrm>
            <a:off x="569654" y="2987368"/>
            <a:ext cx="535916" cy="611265"/>
            <a:chOff x="597231" y="3855347"/>
            <a:chExt cx="275548" cy="278982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2EFA4E46-3989-4F94-9FCE-D44D56B60582}"/>
                </a:ext>
              </a:extLst>
            </p:cNvPr>
            <p:cNvSpPr/>
            <p:nvPr/>
          </p:nvSpPr>
          <p:spPr>
            <a:xfrm>
              <a:off x="634989" y="3855347"/>
              <a:ext cx="204277" cy="27898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pic>
          <p:nvPicPr>
            <p:cNvPr id="14" name="Picture 2" descr="See the source image">
              <a:extLst>
                <a:ext uri="{FF2B5EF4-FFF2-40B4-BE49-F238E27FC236}">
                  <a16:creationId xmlns:a16="http://schemas.microsoft.com/office/drawing/2014/main" id="{228F6F65-0431-4A0F-9975-96FA8B13721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 cstate="print">
              <a:duotone>
                <a:schemeClr val="accent6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97231" y="3855347"/>
              <a:ext cx="275548" cy="25369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45D29CB6-7934-4484-A59B-81E1EFAFC415}"/>
              </a:ext>
            </a:extLst>
          </p:cNvPr>
          <p:cNvGrpSpPr/>
          <p:nvPr/>
        </p:nvGrpSpPr>
        <p:grpSpPr>
          <a:xfrm>
            <a:off x="566840" y="4547307"/>
            <a:ext cx="541545" cy="591160"/>
            <a:chOff x="597231" y="3855347"/>
            <a:chExt cx="275548" cy="278982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F48D7129-2757-48F6-B4C9-DB57D2A2D272}"/>
                </a:ext>
              </a:extLst>
            </p:cNvPr>
            <p:cNvSpPr/>
            <p:nvPr/>
          </p:nvSpPr>
          <p:spPr>
            <a:xfrm>
              <a:off x="634989" y="3855347"/>
              <a:ext cx="204277" cy="27898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pic>
          <p:nvPicPr>
            <p:cNvPr id="17" name="Picture 2" descr="See the source image">
              <a:extLst>
                <a:ext uri="{FF2B5EF4-FFF2-40B4-BE49-F238E27FC236}">
                  <a16:creationId xmlns:a16="http://schemas.microsoft.com/office/drawing/2014/main" id="{791DF4F5-F3BE-4987-B7F2-001A2C015EE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 cstate="print">
              <a:duotone>
                <a:schemeClr val="accent3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97231" y="3855347"/>
              <a:ext cx="275548" cy="25369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1B3EB7AC-D689-46A8-8173-0E377127AE83}"/>
              </a:ext>
            </a:extLst>
          </p:cNvPr>
          <p:cNvGrpSpPr/>
          <p:nvPr/>
        </p:nvGrpSpPr>
        <p:grpSpPr>
          <a:xfrm>
            <a:off x="542022" y="5205388"/>
            <a:ext cx="591180" cy="672621"/>
            <a:chOff x="597231" y="3855347"/>
            <a:chExt cx="275548" cy="278982"/>
          </a:xfrm>
        </p:grpSpPr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363E4B6E-F3D9-4D5F-87B9-2C8C6A6DE83E}"/>
                </a:ext>
              </a:extLst>
            </p:cNvPr>
            <p:cNvSpPr/>
            <p:nvPr/>
          </p:nvSpPr>
          <p:spPr>
            <a:xfrm>
              <a:off x="634989" y="3855347"/>
              <a:ext cx="204277" cy="27898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pic>
          <p:nvPicPr>
            <p:cNvPr id="20" name="Picture 2" descr="See the source image">
              <a:extLst>
                <a:ext uri="{FF2B5EF4-FFF2-40B4-BE49-F238E27FC236}">
                  <a16:creationId xmlns:a16="http://schemas.microsoft.com/office/drawing/2014/main" id="{267A6525-2D0E-4DA5-9A25-0D3F8A87B41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 cstate="print">
              <a:duotone>
                <a:schemeClr val="accent5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97231" y="3855347"/>
              <a:ext cx="275548" cy="25369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4E5D3F03-FB0D-4516-8257-009A3EBFF03B}"/>
              </a:ext>
            </a:extLst>
          </p:cNvPr>
          <p:cNvGrpSpPr/>
          <p:nvPr/>
        </p:nvGrpSpPr>
        <p:grpSpPr>
          <a:xfrm>
            <a:off x="563992" y="3760530"/>
            <a:ext cx="547241" cy="595058"/>
            <a:chOff x="597231" y="3855347"/>
            <a:chExt cx="275548" cy="278982"/>
          </a:xfrm>
        </p:grpSpPr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A7FDD109-5A1B-480D-A0D8-FB2B3876FD86}"/>
                </a:ext>
              </a:extLst>
            </p:cNvPr>
            <p:cNvSpPr/>
            <p:nvPr/>
          </p:nvSpPr>
          <p:spPr>
            <a:xfrm>
              <a:off x="634989" y="3855347"/>
              <a:ext cx="204277" cy="27898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pic>
          <p:nvPicPr>
            <p:cNvPr id="23" name="Picture 2" descr="See the source image">
              <a:extLst>
                <a:ext uri="{FF2B5EF4-FFF2-40B4-BE49-F238E27FC236}">
                  <a16:creationId xmlns:a16="http://schemas.microsoft.com/office/drawing/2014/main" id="{82661E78-463B-4157-B1CA-0BFF5A667A7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 cstate="print">
              <a:duotone>
                <a:prstClr val="black"/>
                <a:schemeClr val="accent1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97231" y="3855347"/>
              <a:ext cx="275548" cy="25369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89E24C34-9778-4864-8AEF-7808583C41D3}"/>
              </a:ext>
            </a:extLst>
          </p:cNvPr>
          <p:cNvCxnSpPr>
            <a:cxnSpLocks/>
          </p:cNvCxnSpPr>
          <p:nvPr/>
        </p:nvCxnSpPr>
        <p:spPr>
          <a:xfrm>
            <a:off x="1128799" y="2494354"/>
            <a:ext cx="1074526" cy="195400"/>
          </a:xfrm>
          <a:prstGeom prst="straightConnector1">
            <a:avLst/>
          </a:prstGeom>
          <a:ln w="28575">
            <a:solidFill>
              <a:schemeClr val="accent4">
                <a:lumMod val="75000"/>
              </a:schemeClr>
            </a:solidFill>
            <a:tailEnd type="stealth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D144F3CD-08FC-450F-9193-3F41D3F541AE}"/>
              </a:ext>
            </a:extLst>
          </p:cNvPr>
          <p:cNvCxnSpPr>
            <a:cxnSpLocks/>
          </p:cNvCxnSpPr>
          <p:nvPr/>
        </p:nvCxnSpPr>
        <p:spPr>
          <a:xfrm flipV="1">
            <a:off x="1105570" y="3244317"/>
            <a:ext cx="1065024" cy="20985"/>
          </a:xfrm>
          <a:prstGeom prst="straightConnector1">
            <a:avLst/>
          </a:prstGeom>
          <a:ln w="28575">
            <a:solidFill>
              <a:srgbClr val="B95757"/>
            </a:solidFill>
            <a:tailEnd type="stealth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9A909963-F5BC-4F6A-B44E-34D627065580}"/>
              </a:ext>
            </a:extLst>
          </p:cNvPr>
          <p:cNvCxnSpPr>
            <a:cxnSpLocks/>
          </p:cNvCxnSpPr>
          <p:nvPr/>
        </p:nvCxnSpPr>
        <p:spPr>
          <a:xfrm flipV="1">
            <a:off x="1111233" y="3760530"/>
            <a:ext cx="1059361" cy="270565"/>
          </a:xfrm>
          <a:prstGeom prst="straightConnector1">
            <a:avLst/>
          </a:prstGeom>
          <a:ln w="28575">
            <a:solidFill>
              <a:schemeClr val="tx1"/>
            </a:solidFill>
            <a:tailEnd type="stealth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9EEE4ABE-53BD-47B2-841C-B435046F57D9}"/>
              </a:ext>
            </a:extLst>
          </p:cNvPr>
          <p:cNvCxnSpPr>
            <a:cxnSpLocks/>
          </p:cNvCxnSpPr>
          <p:nvPr/>
        </p:nvCxnSpPr>
        <p:spPr>
          <a:xfrm flipV="1">
            <a:off x="1108385" y="4183881"/>
            <a:ext cx="1062209" cy="632219"/>
          </a:xfrm>
          <a:prstGeom prst="straightConnector1">
            <a:avLst/>
          </a:prstGeom>
          <a:ln w="28575">
            <a:solidFill>
              <a:srgbClr val="CF6300"/>
            </a:solidFill>
            <a:tailEnd type="stealth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3D697800-9596-4674-8670-CCDB54A393F0}"/>
              </a:ext>
            </a:extLst>
          </p:cNvPr>
          <p:cNvCxnSpPr>
            <a:cxnSpLocks/>
          </p:cNvCxnSpPr>
          <p:nvPr/>
        </p:nvCxnSpPr>
        <p:spPr>
          <a:xfrm flipV="1">
            <a:off x="1133202" y="4630198"/>
            <a:ext cx="1108764" cy="881023"/>
          </a:xfrm>
          <a:prstGeom prst="straightConnector1">
            <a:avLst/>
          </a:prstGeom>
          <a:ln w="28575">
            <a:solidFill>
              <a:schemeClr val="accent5">
                <a:lumMod val="75000"/>
              </a:schemeClr>
            </a:solidFill>
            <a:tailEnd type="stealth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6064B5D0-3EAD-4FB6-9874-6CB2BAE8FBD3}"/>
              </a:ext>
            </a:extLst>
          </p:cNvPr>
          <p:cNvCxnSpPr>
            <a:cxnSpLocks/>
          </p:cNvCxnSpPr>
          <p:nvPr/>
        </p:nvCxnSpPr>
        <p:spPr>
          <a:xfrm flipV="1">
            <a:off x="1111233" y="5007819"/>
            <a:ext cx="1265111" cy="1284333"/>
          </a:xfrm>
          <a:prstGeom prst="straightConnector1">
            <a:avLst/>
          </a:prstGeom>
          <a:ln w="28575">
            <a:solidFill>
              <a:srgbClr val="4A8522"/>
            </a:solidFill>
            <a:tailEnd type="stealth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grpSp>
        <p:nvGrpSpPr>
          <p:cNvPr id="35" name="Group 34">
            <a:extLst>
              <a:ext uri="{FF2B5EF4-FFF2-40B4-BE49-F238E27FC236}">
                <a16:creationId xmlns:a16="http://schemas.microsoft.com/office/drawing/2014/main" id="{46B98D7D-2C93-4634-A13E-7C9B8074A5A2}"/>
              </a:ext>
            </a:extLst>
          </p:cNvPr>
          <p:cNvGrpSpPr/>
          <p:nvPr/>
        </p:nvGrpSpPr>
        <p:grpSpPr>
          <a:xfrm>
            <a:off x="540961" y="6016979"/>
            <a:ext cx="535916" cy="611265"/>
            <a:chOff x="597231" y="3855347"/>
            <a:chExt cx="275548" cy="278982"/>
          </a:xfrm>
        </p:grpSpPr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29263929-E2C5-470F-86C5-F7FF021C3797}"/>
                </a:ext>
              </a:extLst>
            </p:cNvPr>
            <p:cNvSpPr/>
            <p:nvPr/>
          </p:nvSpPr>
          <p:spPr>
            <a:xfrm>
              <a:off x="634989" y="3855347"/>
              <a:ext cx="204277" cy="278982"/>
            </a:xfrm>
            <a:prstGeom prst="rect">
              <a:avLst/>
            </a:prstGeom>
            <a:solidFill>
              <a:sysClr val="window" lastClr="FFFFFF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pic>
          <p:nvPicPr>
            <p:cNvPr id="37" name="Picture 2" descr="See the source image">
              <a:extLst>
                <a:ext uri="{FF2B5EF4-FFF2-40B4-BE49-F238E27FC236}">
                  <a16:creationId xmlns:a16="http://schemas.microsoft.com/office/drawing/2014/main" id="{300EA4DB-C6B9-471A-A2D5-1173C77D090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 cstate="print">
              <a:duotone>
                <a:srgbClr val="70AD47">
                  <a:shade val="45000"/>
                  <a:satMod val="135000"/>
                </a:srgb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97231" y="3855347"/>
              <a:ext cx="275548" cy="25369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D267279F-0DED-4DF2-87D5-694064621FD8}"/>
              </a:ext>
            </a:extLst>
          </p:cNvPr>
          <p:cNvSpPr/>
          <p:nvPr/>
        </p:nvSpPr>
        <p:spPr>
          <a:xfrm>
            <a:off x="2680587" y="1374408"/>
            <a:ext cx="1367961" cy="387191"/>
          </a:xfrm>
          <a:prstGeom prst="roundRect">
            <a:avLst>
              <a:gd name="adj" fmla="val 9098"/>
            </a:avLst>
          </a:prstGeom>
          <a:solidFill>
            <a:srgbClr val="FAFAFF"/>
          </a:solidFill>
          <a:ln w="19050">
            <a:solidFill>
              <a:srgbClr val="862286"/>
            </a:solidFill>
          </a:ln>
          <a:effectLst>
            <a:outerShdw blurRad="508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none" rtlCol="0" anchor="ctr">
            <a:spAutoFit/>
          </a:bodyPr>
          <a:lstStyle/>
          <a:p>
            <a:pPr algn="ctr"/>
            <a:r>
              <a:rPr lang="en-US">
                <a:solidFill>
                  <a:srgbClr val="962696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Calibri" panose="020F0502020204030204" pitchFamily="34" charset="0"/>
              </a:rPr>
              <a:t>Label Graph</a:t>
            </a:r>
            <a:endParaRPr lang="en-US">
              <a:solidFill>
                <a:srgbClr val="962696"/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cxnSp>
        <p:nvCxnSpPr>
          <p:cNvPr id="82" name="Straight Arrow Connector 81">
            <a:extLst>
              <a:ext uri="{FF2B5EF4-FFF2-40B4-BE49-F238E27FC236}">
                <a16:creationId xmlns:a16="http://schemas.microsoft.com/office/drawing/2014/main" id="{A416635B-1918-4517-9A5C-502C0322A6B5}"/>
              </a:ext>
            </a:extLst>
          </p:cNvPr>
          <p:cNvCxnSpPr>
            <a:cxnSpLocks/>
          </p:cNvCxnSpPr>
          <p:nvPr/>
        </p:nvCxnSpPr>
        <p:spPr>
          <a:xfrm>
            <a:off x="4828032" y="4132189"/>
            <a:ext cx="334420" cy="0"/>
          </a:xfrm>
          <a:prstGeom prst="straightConnector1">
            <a:avLst/>
          </a:prstGeom>
          <a:noFill/>
          <a:ln w="50800" cap="flat" cmpd="sng" algn="ctr">
            <a:solidFill>
              <a:srgbClr val="657B83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cxnSp>
      <p:cxnSp>
        <p:nvCxnSpPr>
          <p:cNvPr id="83" name="Straight Arrow Connector 82">
            <a:extLst>
              <a:ext uri="{FF2B5EF4-FFF2-40B4-BE49-F238E27FC236}">
                <a16:creationId xmlns:a16="http://schemas.microsoft.com/office/drawing/2014/main" id="{9546FCE3-0A32-4E30-92C5-9CEA2B154F5A}"/>
              </a:ext>
            </a:extLst>
          </p:cNvPr>
          <p:cNvCxnSpPr>
            <a:cxnSpLocks/>
          </p:cNvCxnSpPr>
          <p:nvPr/>
        </p:nvCxnSpPr>
        <p:spPr>
          <a:xfrm>
            <a:off x="5162452" y="2134143"/>
            <a:ext cx="360524" cy="0"/>
          </a:xfrm>
          <a:prstGeom prst="straightConnector1">
            <a:avLst/>
          </a:prstGeom>
          <a:noFill/>
          <a:ln w="50800" cap="flat" cmpd="sng" algn="ctr">
            <a:solidFill>
              <a:srgbClr val="657B83"/>
            </a:solidFill>
            <a:prstDash val="solid"/>
            <a:round/>
            <a:headEnd type="none" w="med" len="med"/>
            <a:tailEnd type="stealth" w="med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cxnSp>
      <p:cxnSp>
        <p:nvCxnSpPr>
          <p:cNvPr id="84" name="Straight Arrow Connector 83">
            <a:extLst>
              <a:ext uri="{FF2B5EF4-FFF2-40B4-BE49-F238E27FC236}">
                <a16:creationId xmlns:a16="http://schemas.microsoft.com/office/drawing/2014/main" id="{034BC7FF-41A1-4202-A4C3-5F9D14C01F5B}"/>
              </a:ext>
            </a:extLst>
          </p:cNvPr>
          <p:cNvCxnSpPr>
            <a:cxnSpLocks/>
          </p:cNvCxnSpPr>
          <p:nvPr/>
        </p:nvCxnSpPr>
        <p:spPr>
          <a:xfrm>
            <a:off x="5162452" y="3134149"/>
            <a:ext cx="360524" cy="0"/>
          </a:xfrm>
          <a:prstGeom prst="straightConnector1">
            <a:avLst/>
          </a:prstGeom>
          <a:noFill/>
          <a:ln w="50800" cap="flat" cmpd="sng" algn="ctr">
            <a:solidFill>
              <a:srgbClr val="657B83"/>
            </a:solidFill>
            <a:prstDash val="solid"/>
            <a:round/>
            <a:headEnd type="none" w="med" len="med"/>
            <a:tailEnd type="stealth" w="med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cxnSp>
      <p:cxnSp>
        <p:nvCxnSpPr>
          <p:cNvPr id="85" name="Straight Arrow Connector 84">
            <a:extLst>
              <a:ext uri="{FF2B5EF4-FFF2-40B4-BE49-F238E27FC236}">
                <a16:creationId xmlns:a16="http://schemas.microsoft.com/office/drawing/2014/main" id="{581ECCC5-1269-4548-A4AB-3C84860CCED6}"/>
              </a:ext>
            </a:extLst>
          </p:cNvPr>
          <p:cNvCxnSpPr>
            <a:cxnSpLocks/>
          </p:cNvCxnSpPr>
          <p:nvPr/>
        </p:nvCxnSpPr>
        <p:spPr>
          <a:xfrm flipV="1">
            <a:off x="5162452" y="4132189"/>
            <a:ext cx="360524" cy="1516"/>
          </a:xfrm>
          <a:prstGeom prst="straightConnector1">
            <a:avLst/>
          </a:prstGeom>
          <a:noFill/>
          <a:ln w="50800" cap="flat" cmpd="sng" algn="ctr">
            <a:solidFill>
              <a:srgbClr val="657B83"/>
            </a:solidFill>
            <a:prstDash val="solid"/>
            <a:round/>
            <a:headEnd type="none" w="med" len="med"/>
            <a:tailEnd type="stealth" w="med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cxnSp>
      <p:cxnSp>
        <p:nvCxnSpPr>
          <p:cNvPr id="86" name="Straight Arrow Connector 85">
            <a:extLst>
              <a:ext uri="{FF2B5EF4-FFF2-40B4-BE49-F238E27FC236}">
                <a16:creationId xmlns:a16="http://schemas.microsoft.com/office/drawing/2014/main" id="{7714AE3D-B2A8-4F6B-91DA-79499A7855FA}"/>
              </a:ext>
            </a:extLst>
          </p:cNvPr>
          <p:cNvCxnSpPr>
            <a:cxnSpLocks/>
          </p:cNvCxnSpPr>
          <p:nvPr/>
        </p:nvCxnSpPr>
        <p:spPr>
          <a:xfrm>
            <a:off x="5162452" y="5133261"/>
            <a:ext cx="360524" cy="5206"/>
          </a:xfrm>
          <a:prstGeom prst="straightConnector1">
            <a:avLst/>
          </a:prstGeom>
          <a:noFill/>
          <a:ln w="50800" cap="flat" cmpd="sng" algn="ctr">
            <a:solidFill>
              <a:srgbClr val="657B83"/>
            </a:solidFill>
            <a:prstDash val="solid"/>
            <a:round/>
            <a:headEnd type="none" w="med" len="med"/>
            <a:tailEnd type="stealth" w="med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cxnSp>
      <p:cxnSp>
        <p:nvCxnSpPr>
          <p:cNvPr id="87" name="Straight Arrow Connector 86">
            <a:extLst>
              <a:ext uri="{FF2B5EF4-FFF2-40B4-BE49-F238E27FC236}">
                <a16:creationId xmlns:a16="http://schemas.microsoft.com/office/drawing/2014/main" id="{C401F911-034B-438C-9AAC-962CC694D1D2}"/>
              </a:ext>
            </a:extLst>
          </p:cNvPr>
          <p:cNvCxnSpPr>
            <a:cxnSpLocks/>
          </p:cNvCxnSpPr>
          <p:nvPr/>
        </p:nvCxnSpPr>
        <p:spPr>
          <a:xfrm>
            <a:off x="5162452" y="6132818"/>
            <a:ext cx="360524" cy="0"/>
          </a:xfrm>
          <a:prstGeom prst="straightConnector1">
            <a:avLst/>
          </a:prstGeom>
          <a:noFill/>
          <a:ln w="50800" cap="flat" cmpd="sng" algn="ctr">
            <a:solidFill>
              <a:srgbClr val="657B83"/>
            </a:solidFill>
            <a:prstDash val="solid"/>
            <a:round/>
            <a:headEnd type="none" w="med" len="med"/>
            <a:tailEnd type="stealth" w="med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cxnSp>
      <p:cxnSp>
        <p:nvCxnSpPr>
          <p:cNvPr id="88" name="Straight Arrow Connector 87">
            <a:extLst>
              <a:ext uri="{FF2B5EF4-FFF2-40B4-BE49-F238E27FC236}">
                <a16:creationId xmlns:a16="http://schemas.microsoft.com/office/drawing/2014/main" id="{F8B16CE0-E491-4CE9-BCB8-5D8E11360680}"/>
              </a:ext>
            </a:extLst>
          </p:cNvPr>
          <p:cNvCxnSpPr>
            <a:cxnSpLocks/>
          </p:cNvCxnSpPr>
          <p:nvPr/>
        </p:nvCxnSpPr>
        <p:spPr>
          <a:xfrm>
            <a:off x="5143874" y="2107888"/>
            <a:ext cx="18578" cy="4052372"/>
          </a:xfrm>
          <a:prstGeom prst="straightConnector1">
            <a:avLst/>
          </a:prstGeom>
          <a:noFill/>
          <a:ln w="50800" cap="flat" cmpd="sng" algn="ctr">
            <a:solidFill>
              <a:srgbClr val="657B83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cxnSp>
      <p:sp>
        <p:nvSpPr>
          <p:cNvPr id="94" name="Rectangle: Rounded Corners 93">
            <a:extLst>
              <a:ext uri="{FF2B5EF4-FFF2-40B4-BE49-F238E27FC236}">
                <a16:creationId xmlns:a16="http://schemas.microsoft.com/office/drawing/2014/main" id="{9163BB35-FD18-483E-8096-18D5493055BA}"/>
              </a:ext>
            </a:extLst>
          </p:cNvPr>
          <p:cNvSpPr/>
          <p:nvPr/>
        </p:nvSpPr>
        <p:spPr>
          <a:xfrm>
            <a:off x="4828032" y="1374408"/>
            <a:ext cx="2743059" cy="387191"/>
          </a:xfrm>
          <a:prstGeom prst="roundRect">
            <a:avLst>
              <a:gd name="adj" fmla="val 9098"/>
            </a:avLst>
          </a:prstGeom>
          <a:solidFill>
            <a:srgbClr val="FAFAFF"/>
          </a:solidFill>
          <a:ln w="19050">
            <a:solidFill>
              <a:srgbClr val="862286"/>
            </a:solidFill>
          </a:ln>
          <a:effectLst>
            <a:outerShdw blurRad="508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none" rtlCol="0" anchor="ctr">
            <a:spAutoFit/>
          </a:bodyPr>
          <a:lstStyle/>
          <a:p>
            <a:pPr algn="ctr"/>
            <a:r>
              <a:rPr lang="en-US">
                <a:solidFill>
                  <a:srgbClr val="962696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Calibri" panose="020F0502020204030204" pitchFamily="34" charset="0"/>
              </a:rPr>
              <a:t>Query Equivalence Classes</a:t>
            </a:r>
            <a:endParaRPr lang="en-US">
              <a:solidFill>
                <a:srgbClr val="962696"/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078489DA-E89F-4953-8B62-61BFD1B93197}"/>
                  </a:ext>
                </a:extLst>
              </p:cNvPr>
              <p:cNvSpPr txBox="1"/>
              <p:nvPr/>
            </p:nvSpPr>
            <p:spPr>
              <a:xfrm>
                <a:off x="5580008" y="1984628"/>
                <a:ext cx="2046088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en-US" b="0" i="1" smtClean="0">
                              <a:solidFill>
                                <a:srgbClr val="808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rgbClr val="808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rgbClr val="808000"/>
                                  </a:solidFill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rgbClr val="808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b="0" i="1" smtClean="0">
                              <a:solidFill>
                                <a:srgbClr val="808000"/>
                              </a:solidFill>
                              <a:latin typeface="Cambria Math" panose="02040503050406030204" pitchFamily="18" charset="0"/>
                            </a:rPr>
                            <m:t>, </m:t>
                          </m:r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rgbClr val="808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rgbClr val="808000"/>
                                  </a:solidFill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rgbClr val="808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b="0" i="1" smtClean="0">
                              <a:solidFill>
                                <a:srgbClr val="808000"/>
                              </a:solidFill>
                              <a:latin typeface="Cambria Math" panose="02040503050406030204" pitchFamily="18" charset="0"/>
                            </a:rPr>
                            <m:t>, </m:t>
                          </m:r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rgbClr val="808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rgbClr val="808000"/>
                                  </a:solidFill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rgbClr val="808000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en-US" b="0" i="1" smtClean="0">
                              <a:solidFill>
                                <a:srgbClr val="808000"/>
                              </a:solidFill>
                              <a:latin typeface="Cambria Math" panose="02040503050406030204" pitchFamily="18" charset="0"/>
                            </a:rPr>
                            <m:t>,…</m:t>
                          </m:r>
                        </m:e>
                      </m:d>
                      <m:r>
                        <a:rPr lang="en-US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≡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>
                  <a:solidFill>
                    <a:srgbClr val="808000"/>
                  </a:solidFill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078489DA-E89F-4953-8B62-61BFD1B931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80008" y="1984628"/>
                <a:ext cx="2046088" cy="276999"/>
              </a:xfrm>
              <a:prstGeom prst="rect">
                <a:avLst/>
              </a:prstGeom>
              <a:blipFill>
                <a:blip r:embed="rId3"/>
                <a:stretch>
                  <a:fillRect b="-288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A3D655C-CEEE-4739-8A43-1C9DDA906DA9}"/>
                  </a:ext>
                </a:extLst>
              </p:cNvPr>
              <p:cNvSpPr txBox="1"/>
              <p:nvPr/>
            </p:nvSpPr>
            <p:spPr>
              <a:xfrm>
                <a:off x="5601020" y="3973929"/>
                <a:ext cx="207242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en-US" b="0" i="1" smtClean="0">
                              <a:solidFill>
                                <a:srgbClr val="808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rgbClr val="808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rgbClr val="808000"/>
                                  </a:solidFill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rgbClr val="808000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sub>
                          </m:sSub>
                          <m:r>
                            <a:rPr lang="en-US" b="0" i="1" smtClean="0">
                              <a:solidFill>
                                <a:srgbClr val="808000"/>
                              </a:solidFill>
                              <a:latin typeface="Cambria Math" panose="02040503050406030204" pitchFamily="18" charset="0"/>
                            </a:rPr>
                            <m:t>, </m:t>
                          </m:r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rgbClr val="808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rgbClr val="808000"/>
                                  </a:solidFill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rgbClr val="808000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sub>
                          </m:sSub>
                          <m:r>
                            <a:rPr lang="en-US" b="0" i="1" smtClean="0">
                              <a:solidFill>
                                <a:srgbClr val="808000"/>
                              </a:solidFill>
                              <a:latin typeface="Cambria Math" panose="02040503050406030204" pitchFamily="18" charset="0"/>
                            </a:rPr>
                            <m:t>, </m:t>
                          </m:r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rgbClr val="808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rgbClr val="808000"/>
                                  </a:solidFill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rgbClr val="808000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sub>
                          </m:sSub>
                          <m:r>
                            <a:rPr lang="en-US" b="0" i="1" smtClean="0">
                              <a:solidFill>
                                <a:srgbClr val="808000"/>
                              </a:solidFill>
                              <a:latin typeface="Cambria Math" panose="02040503050406030204" pitchFamily="18" charset="0"/>
                            </a:rPr>
                            <m:t>,…</m:t>
                          </m:r>
                        </m:e>
                      </m:d>
                      <m:r>
                        <a:rPr lang="en-US" b="0" i="1" smtClean="0">
                          <a:solidFill>
                            <a:srgbClr val="808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≡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>
                  <a:solidFill>
                    <a:srgbClr val="808000"/>
                  </a:solidFill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A3D655C-CEEE-4739-8A43-1C9DDA906D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01020" y="3973929"/>
                <a:ext cx="2072426" cy="276999"/>
              </a:xfrm>
              <a:prstGeom prst="rect">
                <a:avLst/>
              </a:prstGeom>
              <a:blipFill>
                <a:blip r:embed="rId4"/>
                <a:stretch>
                  <a:fillRect r="-294" b="-288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3FBCB042-5ECB-4CA0-B249-A71F6F61F765}"/>
                  </a:ext>
                </a:extLst>
              </p:cNvPr>
              <p:cNvSpPr txBox="1"/>
              <p:nvPr/>
            </p:nvSpPr>
            <p:spPr>
              <a:xfrm>
                <a:off x="5602141" y="4944945"/>
                <a:ext cx="1146788" cy="31803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en-US" b="0" i="1" smtClean="0">
                              <a:solidFill>
                                <a:srgbClr val="808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rgbClr val="808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rgbClr val="808000"/>
                                  </a:solidFill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rgbClr val="808000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solidFill>
                            <a:srgbClr val="808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≡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>
                  <a:solidFill>
                    <a:srgbClr val="808000"/>
                  </a:solidFill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3FBCB042-5ECB-4CA0-B249-A71F6F61F7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02141" y="4944945"/>
                <a:ext cx="1146788" cy="318036"/>
              </a:xfrm>
              <a:prstGeom prst="rect">
                <a:avLst/>
              </a:prstGeom>
              <a:blipFill>
                <a:blip r:embed="rId5"/>
                <a:stretch>
                  <a:fillRect r="-1064" b="-1923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42D76F13-30AB-4A04-9E33-0856158FB542}"/>
                  </a:ext>
                </a:extLst>
              </p:cNvPr>
              <p:cNvSpPr txBox="1"/>
              <p:nvPr/>
            </p:nvSpPr>
            <p:spPr>
              <a:xfrm>
                <a:off x="5599587" y="2989256"/>
                <a:ext cx="1087862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en-US" b="0" i="1" smtClean="0">
                              <a:solidFill>
                                <a:srgbClr val="808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rgbClr val="808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rgbClr val="808000"/>
                                  </a:solidFill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rgbClr val="808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≡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>
                  <a:solidFill>
                    <a:srgbClr val="808000"/>
                  </a:solidFill>
                </a:endParaRPr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42D76F13-30AB-4A04-9E33-0856158FB5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99587" y="2989256"/>
                <a:ext cx="1087862" cy="276999"/>
              </a:xfrm>
              <a:prstGeom prst="rect">
                <a:avLst/>
              </a:prstGeom>
              <a:blipFill>
                <a:blip r:embed="rId6"/>
                <a:stretch>
                  <a:fillRect r="-1124" b="-260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6E474204-FBFB-429B-B931-312D3E1983D8}"/>
                  </a:ext>
                </a:extLst>
              </p:cNvPr>
              <p:cNvSpPr txBox="1"/>
              <p:nvPr/>
            </p:nvSpPr>
            <p:spPr>
              <a:xfrm>
                <a:off x="5595068" y="5960316"/>
                <a:ext cx="1155766" cy="32085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en-US" b="0" i="1" smtClean="0">
                              <a:solidFill>
                                <a:srgbClr val="808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rgbClr val="808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rgbClr val="808000"/>
                                  </a:solidFill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rgbClr val="808000"/>
                                  </a:solidFill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solidFill>
                            <a:srgbClr val="808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≡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</m:oMath>
                  </m:oMathPara>
                </a14:m>
                <a:endParaRPr lang="en-US">
                  <a:solidFill>
                    <a:srgbClr val="808000"/>
                  </a:solidFill>
                </a:endParaRPr>
              </a:p>
            </p:txBody>
          </p:sp>
        </mc:Choice>
        <mc:Fallback xmlns="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6E474204-FBFB-429B-B931-312D3E1983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95068" y="5960316"/>
                <a:ext cx="1155766" cy="320857"/>
              </a:xfrm>
              <a:prstGeom prst="rect">
                <a:avLst/>
              </a:prstGeom>
              <a:blipFill>
                <a:blip r:embed="rId7"/>
                <a:stretch>
                  <a:fillRect r="-1587" b="-2692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0" name="Group 49">
            <a:extLst>
              <a:ext uri="{FF2B5EF4-FFF2-40B4-BE49-F238E27FC236}">
                <a16:creationId xmlns:a16="http://schemas.microsoft.com/office/drawing/2014/main" id="{8149B8F6-82B2-4690-B5EA-D564ECA48345}"/>
              </a:ext>
            </a:extLst>
          </p:cNvPr>
          <p:cNvGrpSpPr/>
          <p:nvPr/>
        </p:nvGrpSpPr>
        <p:grpSpPr>
          <a:xfrm>
            <a:off x="8213759" y="4669100"/>
            <a:ext cx="1771999" cy="895102"/>
            <a:chOff x="8746131" y="1589479"/>
            <a:chExt cx="1771999" cy="895102"/>
          </a:xfrm>
          <a:solidFill>
            <a:srgbClr val="29758C"/>
          </a:solidFill>
        </p:grpSpPr>
        <p:sp>
          <p:nvSpPr>
            <p:cNvPr id="3" name="Rectangle: Rounded Corners 2">
              <a:extLst>
                <a:ext uri="{FF2B5EF4-FFF2-40B4-BE49-F238E27FC236}">
                  <a16:creationId xmlns:a16="http://schemas.microsoft.com/office/drawing/2014/main" id="{7890DF49-C8EF-4B7A-AE9B-B9CC7A568B76}"/>
                </a:ext>
              </a:extLst>
            </p:cNvPr>
            <p:cNvSpPr/>
            <p:nvPr/>
          </p:nvSpPr>
          <p:spPr>
            <a:xfrm>
              <a:off x="8746131" y="2011047"/>
              <a:ext cx="426591" cy="274320"/>
            </a:xfrm>
            <a:prstGeom prst="roundRect">
              <a:avLst>
                <a:gd name="adj" fmla="val 5554"/>
              </a:avLst>
            </a:prstGeom>
            <a:grpFill/>
            <a:ln>
              <a:noFill/>
            </a:ln>
            <a:effectLst>
              <a:outerShdw blurRad="50800" dist="254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spAutoFit/>
            </a:bodyPr>
            <a:lstStyle/>
            <a:p>
              <a:pPr algn="ctr"/>
              <a:r>
                <a:rPr lang="en-US" b="1">
                  <a:solidFill>
                    <a:schemeClr val="bg1"/>
                  </a:solidFill>
                  <a:latin typeface="Noto Mono" panose="020B0609030804020204" pitchFamily="49" charset="0"/>
                  <a:ea typeface="Noto Mono" panose="020B0609030804020204" pitchFamily="49" charset="0"/>
                  <a:cs typeface="Noto Mono" panose="020B0609030804020204" pitchFamily="49" charset="0"/>
                </a:rPr>
                <a:t> </a:t>
              </a:r>
            </a:p>
          </p:txBody>
        </p:sp>
        <p:sp>
          <p:nvSpPr>
            <p:cNvPr id="40" name="Rectangle: Rounded Corners 39">
              <a:extLst>
                <a:ext uri="{FF2B5EF4-FFF2-40B4-BE49-F238E27FC236}">
                  <a16:creationId xmlns:a16="http://schemas.microsoft.com/office/drawing/2014/main" id="{5BAA853B-4B55-4770-9053-4337185763AB}"/>
                </a:ext>
              </a:extLst>
            </p:cNvPr>
            <p:cNvSpPr/>
            <p:nvPr/>
          </p:nvSpPr>
          <p:spPr>
            <a:xfrm>
              <a:off x="9411021" y="1823445"/>
              <a:ext cx="426591" cy="274320"/>
            </a:xfrm>
            <a:prstGeom prst="roundRect">
              <a:avLst>
                <a:gd name="adj" fmla="val 5554"/>
              </a:avLst>
            </a:prstGeom>
            <a:grpFill/>
            <a:ln>
              <a:noFill/>
            </a:ln>
            <a:effectLst>
              <a:outerShdw blurRad="50800" dist="254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spAutoFit/>
            </a:bodyPr>
            <a:lstStyle/>
            <a:p>
              <a:pPr algn="ctr"/>
              <a:r>
                <a:rPr lang="en-US" b="1">
                  <a:solidFill>
                    <a:schemeClr val="bg1"/>
                  </a:solidFill>
                  <a:latin typeface="Noto Mono" panose="020B0609030804020204" pitchFamily="49" charset="0"/>
                  <a:ea typeface="Noto Mono" panose="020B0609030804020204" pitchFamily="49" charset="0"/>
                  <a:cs typeface="Noto Mono" panose="020B0609030804020204" pitchFamily="49" charset="0"/>
                </a:rPr>
                <a:t> </a:t>
              </a:r>
            </a:p>
          </p:txBody>
        </p:sp>
        <p:sp>
          <p:nvSpPr>
            <p:cNvPr id="42" name="Rectangle: Rounded Corners 41">
              <a:extLst>
                <a:ext uri="{FF2B5EF4-FFF2-40B4-BE49-F238E27FC236}">
                  <a16:creationId xmlns:a16="http://schemas.microsoft.com/office/drawing/2014/main" id="{D0587A69-47B7-438F-BFC9-7067566EC626}"/>
                </a:ext>
              </a:extLst>
            </p:cNvPr>
            <p:cNvSpPr/>
            <p:nvPr/>
          </p:nvSpPr>
          <p:spPr>
            <a:xfrm>
              <a:off x="9411021" y="2210261"/>
              <a:ext cx="426591" cy="274320"/>
            </a:xfrm>
            <a:prstGeom prst="roundRect">
              <a:avLst>
                <a:gd name="adj" fmla="val 5554"/>
              </a:avLst>
            </a:prstGeom>
            <a:grpFill/>
            <a:ln>
              <a:noFill/>
            </a:ln>
            <a:effectLst>
              <a:outerShdw blurRad="50800" dist="254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spAutoFit/>
            </a:bodyPr>
            <a:lstStyle/>
            <a:p>
              <a:pPr algn="ctr"/>
              <a:r>
                <a:rPr lang="en-US" b="1">
                  <a:solidFill>
                    <a:schemeClr val="bg1"/>
                  </a:solidFill>
                  <a:latin typeface="Noto Mono" panose="020B0609030804020204" pitchFamily="49" charset="0"/>
                  <a:ea typeface="Noto Mono" panose="020B0609030804020204" pitchFamily="49" charset="0"/>
                  <a:cs typeface="Noto Mono" panose="020B0609030804020204" pitchFamily="49" charset="0"/>
                </a:rPr>
                <a:t> </a:t>
              </a:r>
            </a:p>
          </p:txBody>
        </p:sp>
        <p:cxnSp>
          <p:nvCxnSpPr>
            <p:cNvPr id="250" name="Straight Arrow Connector 249">
              <a:extLst>
                <a:ext uri="{FF2B5EF4-FFF2-40B4-BE49-F238E27FC236}">
                  <a16:creationId xmlns:a16="http://schemas.microsoft.com/office/drawing/2014/main" id="{DD7233ED-6273-4CA9-AE26-CD7219619222}"/>
                </a:ext>
              </a:extLst>
            </p:cNvPr>
            <p:cNvCxnSpPr>
              <a:cxnSpLocks/>
              <a:stCxn id="3" idx="3"/>
              <a:endCxn id="40" idx="1"/>
            </p:cNvCxnSpPr>
            <p:nvPr/>
          </p:nvCxnSpPr>
          <p:spPr>
            <a:xfrm flipV="1">
              <a:off x="9172722" y="1960605"/>
              <a:ext cx="238299" cy="187602"/>
            </a:xfrm>
            <a:prstGeom prst="straightConnector1">
              <a:avLst/>
            </a:prstGeom>
            <a:grpFill/>
            <a:ln w="19050">
              <a:solidFill>
                <a:srgbClr val="546970"/>
              </a:solidFill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253" name="Straight Arrow Connector 252">
              <a:extLst>
                <a:ext uri="{FF2B5EF4-FFF2-40B4-BE49-F238E27FC236}">
                  <a16:creationId xmlns:a16="http://schemas.microsoft.com/office/drawing/2014/main" id="{B2420860-7B45-4A5D-A9B8-556568D6B0ED}"/>
                </a:ext>
              </a:extLst>
            </p:cNvPr>
            <p:cNvCxnSpPr>
              <a:cxnSpLocks/>
              <a:stCxn id="3" idx="3"/>
              <a:endCxn id="42" idx="1"/>
            </p:cNvCxnSpPr>
            <p:nvPr/>
          </p:nvCxnSpPr>
          <p:spPr>
            <a:xfrm>
              <a:off x="9172722" y="2148207"/>
              <a:ext cx="238299" cy="199214"/>
            </a:xfrm>
            <a:prstGeom prst="straightConnector1">
              <a:avLst/>
            </a:prstGeom>
            <a:grpFill/>
            <a:ln w="19050">
              <a:solidFill>
                <a:srgbClr val="546970"/>
              </a:solidFill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256" name="Straight Arrow Connector 255">
              <a:extLst>
                <a:ext uri="{FF2B5EF4-FFF2-40B4-BE49-F238E27FC236}">
                  <a16:creationId xmlns:a16="http://schemas.microsoft.com/office/drawing/2014/main" id="{1C6D8DC3-5C4B-4982-A16D-090ADD87C7AA}"/>
                </a:ext>
              </a:extLst>
            </p:cNvPr>
            <p:cNvCxnSpPr>
              <a:cxnSpLocks/>
              <a:stCxn id="40" idx="3"/>
              <a:endCxn id="305" idx="1"/>
            </p:cNvCxnSpPr>
            <p:nvPr/>
          </p:nvCxnSpPr>
          <p:spPr>
            <a:xfrm flipV="1">
              <a:off x="9837612" y="1726639"/>
              <a:ext cx="253927" cy="233966"/>
            </a:xfrm>
            <a:prstGeom prst="straightConnector1">
              <a:avLst/>
            </a:prstGeom>
            <a:grpFill/>
            <a:ln w="19050">
              <a:solidFill>
                <a:srgbClr val="546970"/>
              </a:solidFill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305" name="Rectangle: Rounded Corners 304">
              <a:extLst>
                <a:ext uri="{FF2B5EF4-FFF2-40B4-BE49-F238E27FC236}">
                  <a16:creationId xmlns:a16="http://schemas.microsoft.com/office/drawing/2014/main" id="{071A063C-575E-4099-BF40-B77CC1EB5D6E}"/>
                </a:ext>
              </a:extLst>
            </p:cNvPr>
            <p:cNvSpPr/>
            <p:nvPr/>
          </p:nvSpPr>
          <p:spPr>
            <a:xfrm>
              <a:off x="10091539" y="1589479"/>
              <a:ext cx="426591" cy="274320"/>
            </a:xfrm>
            <a:prstGeom prst="roundRect">
              <a:avLst>
                <a:gd name="adj" fmla="val 5554"/>
              </a:avLst>
            </a:prstGeom>
            <a:grpFill/>
            <a:ln>
              <a:noFill/>
            </a:ln>
            <a:effectLst>
              <a:outerShdw blurRad="50800" dist="254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spAutoFit/>
            </a:bodyPr>
            <a:lstStyle/>
            <a:p>
              <a:pPr algn="ctr"/>
              <a:r>
                <a:rPr lang="en-US" b="1">
                  <a:solidFill>
                    <a:schemeClr val="bg1"/>
                  </a:solidFill>
                  <a:latin typeface="Noto Mono" panose="020B0609030804020204" pitchFamily="49" charset="0"/>
                  <a:ea typeface="Noto Mono" panose="020B0609030804020204" pitchFamily="49" charset="0"/>
                  <a:cs typeface="Noto Mono" panose="020B0609030804020204" pitchFamily="49" charset="0"/>
                </a:rPr>
                <a:t> </a:t>
              </a:r>
            </a:p>
          </p:txBody>
        </p:sp>
        <p:sp>
          <p:nvSpPr>
            <p:cNvPr id="306" name="Rectangle: Rounded Corners 305">
              <a:extLst>
                <a:ext uri="{FF2B5EF4-FFF2-40B4-BE49-F238E27FC236}">
                  <a16:creationId xmlns:a16="http://schemas.microsoft.com/office/drawing/2014/main" id="{960BCCDA-80FB-4DA9-9D9E-6310CCF00D15}"/>
                </a:ext>
              </a:extLst>
            </p:cNvPr>
            <p:cNvSpPr/>
            <p:nvPr/>
          </p:nvSpPr>
          <p:spPr>
            <a:xfrm>
              <a:off x="10091539" y="2037255"/>
              <a:ext cx="426591" cy="274320"/>
            </a:xfrm>
            <a:prstGeom prst="roundRect">
              <a:avLst>
                <a:gd name="adj" fmla="val 5554"/>
              </a:avLst>
            </a:prstGeom>
            <a:grpFill/>
            <a:ln>
              <a:noFill/>
            </a:ln>
            <a:effectLst>
              <a:outerShdw blurRad="50800" dist="254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spAutoFit/>
            </a:bodyPr>
            <a:lstStyle/>
            <a:p>
              <a:pPr algn="ctr"/>
              <a:r>
                <a:rPr lang="en-US" b="1">
                  <a:solidFill>
                    <a:schemeClr val="bg1"/>
                  </a:solidFill>
                  <a:latin typeface="Noto Mono" panose="020B0609030804020204" pitchFamily="49" charset="0"/>
                  <a:ea typeface="Noto Mono" panose="020B0609030804020204" pitchFamily="49" charset="0"/>
                  <a:cs typeface="Noto Mono" panose="020B0609030804020204" pitchFamily="49" charset="0"/>
                </a:rPr>
                <a:t> </a:t>
              </a:r>
            </a:p>
          </p:txBody>
        </p:sp>
        <p:cxnSp>
          <p:nvCxnSpPr>
            <p:cNvPr id="308" name="Straight Arrow Connector 307">
              <a:extLst>
                <a:ext uri="{FF2B5EF4-FFF2-40B4-BE49-F238E27FC236}">
                  <a16:creationId xmlns:a16="http://schemas.microsoft.com/office/drawing/2014/main" id="{BB323E00-5980-470D-88E2-3A97CD1ACCA6}"/>
                </a:ext>
              </a:extLst>
            </p:cNvPr>
            <p:cNvCxnSpPr>
              <a:cxnSpLocks/>
              <a:stCxn id="40" idx="3"/>
              <a:endCxn id="306" idx="1"/>
            </p:cNvCxnSpPr>
            <p:nvPr/>
          </p:nvCxnSpPr>
          <p:spPr>
            <a:xfrm>
              <a:off x="9837612" y="1960605"/>
              <a:ext cx="253927" cy="213810"/>
            </a:xfrm>
            <a:prstGeom prst="straightConnector1">
              <a:avLst/>
            </a:prstGeom>
            <a:grpFill/>
            <a:ln w="19050">
              <a:solidFill>
                <a:srgbClr val="546970"/>
              </a:solidFill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341" name="Group 340">
            <a:extLst>
              <a:ext uri="{FF2B5EF4-FFF2-40B4-BE49-F238E27FC236}">
                <a16:creationId xmlns:a16="http://schemas.microsoft.com/office/drawing/2014/main" id="{BB63FB87-D8CB-4480-AE02-4ADB6857831F}"/>
              </a:ext>
            </a:extLst>
          </p:cNvPr>
          <p:cNvGrpSpPr/>
          <p:nvPr/>
        </p:nvGrpSpPr>
        <p:grpSpPr>
          <a:xfrm>
            <a:off x="8221379" y="1897179"/>
            <a:ext cx="1771999" cy="661136"/>
            <a:chOff x="8746131" y="1823445"/>
            <a:chExt cx="1771999" cy="661136"/>
          </a:xfrm>
          <a:solidFill>
            <a:srgbClr val="29758C"/>
          </a:solidFill>
        </p:grpSpPr>
        <p:sp>
          <p:nvSpPr>
            <p:cNvPr id="342" name="Rectangle: Rounded Corners 341">
              <a:extLst>
                <a:ext uri="{FF2B5EF4-FFF2-40B4-BE49-F238E27FC236}">
                  <a16:creationId xmlns:a16="http://schemas.microsoft.com/office/drawing/2014/main" id="{F042CBCA-65C4-4E57-B512-A940059014D5}"/>
                </a:ext>
              </a:extLst>
            </p:cNvPr>
            <p:cNvSpPr/>
            <p:nvPr/>
          </p:nvSpPr>
          <p:spPr>
            <a:xfrm>
              <a:off x="8746131" y="2011047"/>
              <a:ext cx="426591" cy="274320"/>
            </a:xfrm>
            <a:prstGeom prst="roundRect">
              <a:avLst>
                <a:gd name="adj" fmla="val 5554"/>
              </a:avLst>
            </a:prstGeom>
            <a:grpFill/>
            <a:ln>
              <a:noFill/>
            </a:ln>
            <a:effectLst>
              <a:outerShdw blurRad="50800" dist="254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spAutoFit/>
            </a:bodyPr>
            <a:lstStyle/>
            <a:p>
              <a:pPr algn="ctr"/>
              <a:r>
                <a:rPr lang="en-US" b="1">
                  <a:solidFill>
                    <a:schemeClr val="bg1"/>
                  </a:solidFill>
                  <a:latin typeface="Noto Mono" panose="020B0609030804020204" pitchFamily="49" charset="0"/>
                  <a:ea typeface="Noto Mono" panose="020B0609030804020204" pitchFamily="49" charset="0"/>
                  <a:cs typeface="Noto Mono" panose="020B0609030804020204" pitchFamily="49" charset="0"/>
                </a:rPr>
                <a:t> </a:t>
              </a:r>
            </a:p>
          </p:txBody>
        </p:sp>
        <p:sp>
          <p:nvSpPr>
            <p:cNvPr id="343" name="Rectangle: Rounded Corners 342">
              <a:extLst>
                <a:ext uri="{FF2B5EF4-FFF2-40B4-BE49-F238E27FC236}">
                  <a16:creationId xmlns:a16="http://schemas.microsoft.com/office/drawing/2014/main" id="{FD10F81D-35DA-4DC2-ABB3-EE96CEEA525F}"/>
                </a:ext>
              </a:extLst>
            </p:cNvPr>
            <p:cNvSpPr/>
            <p:nvPr/>
          </p:nvSpPr>
          <p:spPr>
            <a:xfrm>
              <a:off x="9411021" y="1823445"/>
              <a:ext cx="426591" cy="274320"/>
            </a:xfrm>
            <a:prstGeom prst="roundRect">
              <a:avLst>
                <a:gd name="adj" fmla="val 5554"/>
              </a:avLst>
            </a:prstGeom>
            <a:grpFill/>
            <a:ln>
              <a:noFill/>
            </a:ln>
            <a:effectLst>
              <a:outerShdw blurRad="50800" dist="254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spAutoFit/>
            </a:bodyPr>
            <a:lstStyle/>
            <a:p>
              <a:pPr algn="ctr"/>
              <a:r>
                <a:rPr lang="en-US" b="1">
                  <a:solidFill>
                    <a:schemeClr val="bg1"/>
                  </a:solidFill>
                  <a:latin typeface="Noto Mono" panose="020B0609030804020204" pitchFamily="49" charset="0"/>
                  <a:ea typeface="Noto Mono" panose="020B0609030804020204" pitchFamily="49" charset="0"/>
                  <a:cs typeface="Noto Mono" panose="020B0609030804020204" pitchFamily="49" charset="0"/>
                </a:rPr>
                <a:t> </a:t>
              </a:r>
            </a:p>
          </p:txBody>
        </p:sp>
        <p:sp>
          <p:nvSpPr>
            <p:cNvPr id="344" name="Rectangle: Rounded Corners 343">
              <a:extLst>
                <a:ext uri="{FF2B5EF4-FFF2-40B4-BE49-F238E27FC236}">
                  <a16:creationId xmlns:a16="http://schemas.microsoft.com/office/drawing/2014/main" id="{18D8CAD5-255C-49A5-8D25-C38DBA12124F}"/>
                </a:ext>
              </a:extLst>
            </p:cNvPr>
            <p:cNvSpPr/>
            <p:nvPr/>
          </p:nvSpPr>
          <p:spPr>
            <a:xfrm>
              <a:off x="9411021" y="2210261"/>
              <a:ext cx="426591" cy="274320"/>
            </a:xfrm>
            <a:prstGeom prst="roundRect">
              <a:avLst>
                <a:gd name="adj" fmla="val 5554"/>
              </a:avLst>
            </a:prstGeom>
            <a:grpFill/>
            <a:ln>
              <a:noFill/>
            </a:ln>
            <a:effectLst>
              <a:outerShdw blurRad="50800" dist="254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spAutoFit/>
            </a:bodyPr>
            <a:lstStyle/>
            <a:p>
              <a:pPr algn="ctr"/>
              <a:r>
                <a:rPr lang="en-US" b="1">
                  <a:solidFill>
                    <a:schemeClr val="bg1"/>
                  </a:solidFill>
                  <a:latin typeface="Noto Mono" panose="020B0609030804020204" pitchFamily="49" charset="0"/>
                  <a:ea typeface="Noto Mono" panose="020B0609030804020204" pitchFamily="49" charset="0"/>
                  <a:cs typeface="Noto Mono" panose="020B0609030804020204" pitchFamily="49" charset="0"/>
                </a:rPr>
                <a:t> </a:t>
              </a:r>
            </a:p>
          </p:txBody>
        </p:sp>
        <p:cxnSp>
          <p:nvCxnSpPr>
            <p:cNvPr id="345" name="Straight Arrow Connector 344">
              <a:extLst>
                <a:ext uri="{FF2B5EF4-FFF2-40B4-BE49-F238E27FC236}">
                  <a16:creationId xmlns:a16="http://schemas.microsoft.com/office/drawing/2014/main" id="{C097EAF7-F400-4EF0-AD5D-C2231DD49D18}"/>
                </a:ext>
              </a:extLst>
            </p:cNvPr>
            <p:cNvCxnSpPr>
              <a:cxnSpLocks/>
              <a:stCxn id="342" idx="3"/>
              <a:endCxn id="343" idx="1"/>
            </p:cNvCxnSpPr>
            <p:nvPr/>
          </p:nvCxnSpPr>
          <p:spPr>
            <a:xfrm flipV="1">
              <a:off x="9172722" y="1960605"/>
              <a:ext cx="238299" cy="187602"/>
            </a:xfrm>
            <a:prstGeom prst="straightConnector1">
              <a:avLst/>
            </a:prstGeom>
            <a:grpFill/>
            <a:ln w="19050">
              <a:solidFill>
                <a:srgbClr val="546970"/>
              </a:solidFill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346" name="Straight Arrow Connector 345">
              <a:extLst>
                <a:ext uri="{FF2B5EF4-FFF2-40B4-BE49-F238E27FC236}">
                  <a16:creationId xmlns:a16="http://schemas.microsoft.com/office/drawing/2014/main" id="{BFFE9F16-E2C4-4DE3-B23E-8582D5E19BD4}"/>
                </a:ext>
              </a:extLst>
            </p:cNvPr>
            <p:cNvCxnSpPr>
              <a:cxnSpLocks/>
              <a:stCxn id="342" idx="3"/>
              <a:endCxn id="344" idx="1"/>
            </p:cNvCxnSpPr>
            <p:nvPr/>
          </p:nvCxnSpPr>
          <p:spPr>
            <a:xfrm>
              <a:off x="9172722" y="2148207"/>
              <a:ext cx="238299" cy="199214"/>
            </a:xfrm>
            <a:prstGeom prst="straightConnector1">
              <a:avLst/>
            </a:prstGeom>
            <a:grpFill/>
            <a:ln w="19050">
              <a:solidFill>
                <a:srgbClr val="546970"/>
              </a:solidFill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349" name="Rectangle: Rounded Corners 348">
              <a:extLst>
                <a:ext uri="{FF2B5EF4-FFF2-40B4-BE49-F238E27FC236}">
                  <a16:creationId xmlns:a16="http://schemas.microsoft.com/office/drawing/2014/main" id="{F93F6D7E-2844-47C4-B225-0A70329DB2DE}"/>
                </a:ext>
              </a:extLst>
            </p:cNvPr>
            <p:cNvSpPr/>
            <p:nvPr/>
          </p:nvSpPr>
          <p:spPr>
            <a:xfrm>
              <a:off x="10091539" y="2037255"/>
              <a:ext cx="426591" cy="274320"/>
            </a:xfrm>
            <a:prstGeom prst="roundRect">
              <a:avLst>
                <a:gd name="adj" fmla="val 5554"/>
              </a:avLst>
            </a:prstGeom>
            <a:grpFill/>
            <a:ln>
              <a:noFill/>
            </a:ln>
            <a:effectLst>
              <a:outerShdw blurRad="50800" dist="254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spAutoFit/>
            </a:bodyPr>
            <a:lstStyle/>
            <a:p>
              <a:pPr algn="ctr"/>
              <a:r>
                <a:rPr lang="en-US" b="1">
                  <a:solidFill>
                    <a:schemeClr val="bg1"/>
                  </a:solidFill>
                  <a:latin typeface="Noto Mono" panose="020B0609030804020204" pitchFamily="49" charset="0"/>
                  <a:ea typeface="Noto Mono" panose="020B0609030804020204" pitchFamily="49" charset="0"/>
                  <a:cs typeface="Noto Mono" panose="020B0609030804020204" pitchFamily="49" charset="0"/>
                </a:rPr>
                <a:t> </a:t>
              </a:r>
            </a:p>
          </p:txBody>
        </p:sp>
        <p:cxnSp>
          <p:nvCxnSpPr>
            <p:cNvPr id="350" name="Straight Arrow Connector 349">
              <a:extLst>
                <a:ext uri="{FF2B5EF4-FFF2-40B4-BE49-F238E27FC236}">
                  <a16:creationId xmlns:a16="http://schemas.microsoft.com/office/drawing/2014/main" id="{0CD6CF11-AE11-46CA-89CC-F6F838923A51}"/>
                </a:ext>
              </a:extLst>
            </p:cNvPr>
            <p:cNvCxnSpPr>
              <a:cxnSpLocks/>
              <a:stCxn id="344" idx="3"/>
              <a:endCxn id="349" idx="1"/>
            </p:cNvCxnSpPr>
            <p:nvPr/>
          </p:nvCxnSpPr>
          <p:spPr>
            <a:xfrm flipV="1">
              <a:off x="9837612" y="2174415"/>
              <a:ext cx="253927" cy="173006"/>
            </a:xfrm>
            <a:prstGeom prst="straightConnector1">
              <a:avLst/>
            </a:prstGeom>
            <a:grpFill/>
            <a:ln w="19050">
              <a:solidFill>
                <a:srgbClr val="546970"/>
              </a:solidFill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351" name="Straight Arrow Connector 350">
            <a:extLst>
              <a:ext uri="{FF2B5EF4-FFF2-40B4-BE49-F238E27FC236}">
                <a16:creationId xmlns:a16="http://schemas.microsoft.com/office/drawing/2014/main" id="{DEA6EA48-9DFA-40B7-9837-7F12A0E9D4B4}"/>
              </a:ext>
            </a:extLst>
          </p:cNvPr>
          <p:cNvCxnSpPr>
            <a:cxnSpLocks/>
            <a:stCxn id="343" idx="3"/>
            <a:endCxn id="349" idx="1"/>
          </p:cNvCxnSpPr>
          <p:nvPr/>
        </p:nvCxnSpPr>
        <p:spPr>
          <a:xfrm>
            <a:off x="9312860" y="2034339"/>
            <a:ext cx="253927" cy="213810"/>
          </a:xfrm>
          <a:prstGeom prst="straightConnector1">
            <a:avLst/>
          </a:prstGeom>
          <a:ln w="19050">
            <a:solidFill>
              <a:srgbClr val="546970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grpSp>
        <p:nvGrpSpPr>
          <p:cNvPr id="352" name="Group 351">
            <a:extLst>
              <a:ext uri="{FF2B5EF4-FFF2-40B4-BE49-F238E27FC236}">
                <a16:creationId xmlns:a16="http://schemas.microsoft.com/office/drawing/2014/main" id="{DB00C9B1-27CE-40F9-B740-8B463597C6A1}"/>
              </a:ext>
            </a:extLst>
          </p:cNvPr>
          <p:cNvGrpSpPr/>
          <p:nvPr/>
        </p:nvGrpSpPr>
        <p:grpSpPr>
          <a:xfrm>
            <a:off x="8221379" y="5781918"/>
            <a:ext cx="1781391" cy="795968"/>
            <a:chOff x="8746131" y="1823445"/>
            <a:chExt cx="1781391" cy="795968"/>
          </a:xfrm>
          <a:solidFill>
            <a:srgbClr val="29758C"/>
          </a:solidFill>
        </p:grpSpPr>
        <p:sp>
          <p:nvSpPr>
            <p:cNvPr id="353" name="Rectangle: Rounded Corners 352">
              <a:extLst>
                <a:ext uri="{FF2B5EF4-FFF2-40B4-BE49-F238E27FC236}">
                  <a16:creationId xmlns:a16="http://schemas.microsoft.com/office/drawing/2014/main" id="{FCCDCF9B-C5E1-4E8D-A1CB-3374C3739063}"/>
                </a:ext>
              </a:extLst>
            </p:cNvPr>
            <p:cNvSpPr/>
            <p:nvPr/>
          </p:nvSpPr>
          <p:spPr>
            <a:xfrm>
              <a:off x="8746131" y="2011047"/>
              <a:ext cx="426591" cy="274320"/>
            </a:xfrm>
            <a:prstGeom prst="roundRect">
              <a:avLst>
                <a:gd name="adj" fmla="val 5554"/>
              </a:avLst>
            </a:prstGeom>
            <a:grpFill/>
            <a:ln>
              <a:noFill/>
            </a:ln>
            <a:effectLst>
              <a:outerShdw blurRad="50800" dist="254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spAutoFit/>
            </a:bodyPr>
            <a:lstStyle/>
            <a:p>
              <a:pPr algn="ctr"/>
              <a:r>
                <a:rPr lang="en-US" b="1">
                  <a:solidFill>
                    <a:schemeClr val="bg1"/>
                  </a:solidFill>
                  <a:latin typeface="Noto Mono" panose="020B0609030804020204" pitchFamily="49" charset="0"/>
                  <a:ea typeface="Noto Mono" panose="020B0609030804020204" pitchFamily="49" charset="0"/>
                  <a:cs typeface="Noto Mono" panose="020B0609030804020204" pitchFamily="49" charset="0"/>
                </a:rPr>
                <a:t> </a:t>
              </a:r>
            </a:p>
          </p:txBody>
        </p:sp>
        <p:sp>
          <p:nvSpPr>
            <p:cNvPr id="354" name="Rectangle: Rounded Corners 353">
              <a:extLst>
                <a:ext uri="{FF2B5EF4-FFF2-40B4-BE49-F238E27FC236}">
                  <a16:creationId xmlns:a16="http://schemas.microsoft.com/office/drawing/2014/main" id="{B5393C66-AB17-4452-A278-8CCA910F0A30}"/>
                </a:ext>
              </a:extLst>
            </p:cNvPr>
            <p:cNvSpPr/>
            <p:nvPr/>
          </p:nvSpPr>
          <p:spPr>
            <a:xfrm>
              <a:off x="9411021" y="1823445"/>
              <a:ext cx="426591" cy="274320"/>
            </a:xfrm>
            <a:prstGeom prst="roundRect">
              <a:avLst>
                <a:gd name="adj" fmla="val 5554"/>
              </a:avLst>
            </a:prstGeom>
            <a:grpFill/>
            <a:ln>
              <a:noFill/>
            </a:ln>
            <a:effectLst>
              <a:outerShdw blurRad="50800" dist="254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spAutoFit/>
            </a:bodyPr>
            <a:lstStyle/>
            <a:p>
              <a:pPr algn="ctr"/>
              <a:r>
                <a:rPr lang="en-US" b="1">
                  <a:solidFill>
                    <a:schemeClr val="bg1"/>
                  </a:solidFill>
                  <a:latin typeface="Noto Mono" panose="020B0609030804020204" pitchFamily="49" charset="0"/>
                  <a:ea typeface="Noto Mono" panose="020B0609030804020204" pitchFamily="49" charset="0"/>
                  <a:cs typeface="Noto Mono" panose="020B0609030804020204" pitchFamily="49" charset="0"/>
                </a:rPr>
                <a:t> </a:t>
              </a:r>
            </a:p>
          </p:txBody>
        </p:sp>
        <p:sp>
          <p:nvSpPr>
            <p:cNvPr id="355" name="Rectangle: Rounded Corners 354">
              <a:extLst>
                <a:ext uri="{FF2B5EF4-FFF2-40B4-BE49-F238E27FC236}">
                  <a16:creationId xmlns:a16="http://schemas.microsoft.com/office/drawing/2014/main" id="{5C27C2A0-5D5C-4CCD-B3D7-ED6307FD855F}"/>
                </a:ext>
              </a:extLst>
            </p:cNvPr>
            <p:cNvSpPr/>
            <p:nvPr/>
          </p:nvSpPr>
          <p:spPr>
            <a:xfrm>
              <a:off x="9411021" y="2210261"/>
              <a:ext cx="426591" cy="274320"/>
            </a:xfrm>
            <a:prstGeom prst="roundRect">
              <a:avLst>
                <a:gd name="adj" fmla="val 5554"/>
              </a:avLst>
            </a:prstGeom>
            <a:grpFill/>
            <a:ln>
              <a:noFill/>
            </a:ln>
            <a:effectLst>
              <a:outerShdw blurRad="50800" dist="254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spAutoFit/>
            </a:bodyPr>
            <a:lstStyle/>
            <a:p>
              <a:pPr algn="ctr"/>
              <a:r>
                <a:rPr lang="en-US" b="1">
                  <a:solidFill>
                    <a:schemeClr val="bg1"/>
                  </a:solidFill>
                  <a:latin typeface="Noto Mono" panose="020B0609030804020204" pitchFamily="49" charset="0"/>
                  <a:ea typeface="Noto Mono" panose="020B0609030804020204" pitchFamily="49" charset="0"/>
                  <a:cs typeface="Noto Mono" panose="020B0609030804020204" pitchFamily="49" charset="0"/>
                </a:rPr>
                <a:t> </a:t>
              </a:r>
            </a:p>
          </p:txBody>
        </p:sp>
        <p:cxnSp>
          <p:nvCxnSpPr>
            <p:cNvPr id="356" name="Straight Arrow Connector 355">
              <a:extLst>
                <a:ext uri="{FF2B5EF4-FFF2-40B4-BE49-F238E27FC236}">
                  <a16:creationId xmlns:a16="http://schemas.microsoft.com/office/drawing/2014/main" id="{18139A38-267D-44B1-A62A-71D2B364ADB0}"/>
                </a:ext>
              </a:extLst>
            </p:cNvPr>
            <p:cNvCxnSpPr>
              <a:cxnSpLocks/>
              <a:stCxn id="353" idx="3"/>
              <a:endCxn id="354" idx="1"/>
            </p:cNvCxnSpPr>
            <p:nvPr/>
          </p:nvCxnSpPr>
          <p:spPr>
            <a:xfrm flipV="1">
              <a:off x="9172722" y="1960605"/>
              <a:ext cx="238299" cy="187602"/>
            </a:xfrm>
            <a:prstGeom prst="straightConnector1">
              <a:avLst/>
            </a:prstGeom>
            <a:grpFill/>
            <a:ln w="19050">
              <a:solidFill>
                <a:srgbClr val="546970"/>
              </a:solidFill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357" name="Straight Arrow Connector 356">
              <a:extLst>
                <a:ext uri="{FF2B5EF4-FFF2-40B4-BE49-F238E27FC236}">
                  <a16:creationId xmlns:a16="http://schemas.microsoft.com/office/drawing/2014/main" id="{38EC580B-E5F5-4FC4-8870-BE794EADDA66}"/>
                </a:ext>
              </a:extLst>
            </p:cNvPr>
            <p:cNvCxnSpPr>
              <a:cxnSpLocks/>
              <a:stCxn id="353" idx="3"/>
              <a:endCxn id="355" idx="1"/>
            </p:cNvCxnSpPr>
            <p:nvPr/>
          </p:nvCxnSpPr>
          <p:spPr>
            <a:xfrm>
              <a:off x="9172722" y="2148207"/>
              <a:ext cx="238299" cy="199214"/>
            </a:xfrm>
            <a:prstGeom prst="straightConnector1">
              <a:avLst/>
            </a:prstGeom>
            <a:grpFill/>
            <a:ln w="19050">
              <a:solidFill>
                <a:srgbClr val="546970"/>
              </a:solidFill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358" name="Straight Arrow Connector 357">
              <a:extLst>
                <a:ext uri="{FF2B5EF4-FFF2-40B4-BE49-F238E27FC236}">
                  <a16:creationId xmlns:a16="http://schemas.microsoft.com/office/drawing/2014/main" id="{9D6D6ACF-7252-4754-BA51-209AEE2677D8}"/>
                </a:ext>
              </a:extLst>
            </p:cNvPr>
            <p:cNvCxnSpPr>
              <a:cxnSpLocks/>
              <a:stCxn id="355" idx="3"/>
              <a:endCxn id="359" idx="1"/>
            </p:cNvCxnSpPr>
            <p:nvPr/>
          </p:nvCxnSpPr>
          <p:spPr>
            <a:xfrm>
              <a:off x="9837612" y="2347421"/>
              <a:ext cx="263319" cy="134832"/>
            </a:xfrm>
            <a:prstGeom prst="straightConnector1">
              <a:avLst/>
            </a:prstGeom>
            <a:grpFill/>
            <a:ln w="19050">
              <a:solidFill>
                <a:srgbClr val="546970"/>
              </a:solidFill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359" name="Rectangle: Rounded Corners 358">
              <a:extLst>
                <a:ext uri="{FF2B5EF4-FFF2-40B4-BE49-F238E27FC236}">
                  <a16:creationId xmlns:a16="http://schemas.microsoft.com/office/drawing/2014/main" id="{2FE178DD-C5F2-412F-AAE7-6D0C4DAFACCC}"/>
                </a:ext>
              </a:extLst>
            </p:cNvPr>
            <p:cNvSpPr/>
            <p:nvPr/>
          </p:nvSpPr>
          <p:spPr>
            <a:xfrm>
              <a:off x="10100931" y="2345093"/>
              <a:ext cx="426591" cy="274320"/>
            </a:xfrm>
            <a:prstGeom prst="roundRect">
              <a:avLst>
                <a:gd name="adj" fmla="val 5554"/>
              </a:avLst>
            </a:prstGeom>
            <a:grpFill/>
            <a:ln>
              <a:noFill/>
            </a:ln>
            <a:effectLst>
              <a:outerShdw blurRad="50800" dist="254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spAutoFit/>
            </a:bodyPr>
            <a:lstStyle/>
            <a:p>
              <a:pPr algn="ctr"/>
              <a:r>
                <a:rPr lang="en-US" b="1">
                  <a:solidFill>
                    <a:schemeClr val="bg1"/>
                  </a:solidFill>
                  <a:latin typeface="Noto Mono" panose="020B0609030804020204" pitchFamily="49" charset="0"/>
                  <a:ea typeface="Noto Mono" panose="020B0609030804020204" pitchFamily="49" charset="0"/>
                  <a:cs typeface="Noto Mono" panose="020B0609030804020204" pitchFamily="49" charset="0"/>
                </a:rPr>
                <a:t> </a:t>
              </a:r>
            </a:p>
          </p:txBody>
        </p:sp>
        <p:sp>
          <p:nvSpPr>
            <p:cNvPr id="360" name="Rectangle: Rounded Corners 359">
              <a:extLst>
                <a:ext uri="{FF2B5EF4-FFF2-40B4-BE49-F238E27FC236}">
                  <a16:creationId xmlns:a16="http://schemas.microsoft.com/office/drawing/2014/main" id="{3CC6F5B6-2925-453D-BB34-865D5D6CBF73}"/>
                </a:ext>
              </a:extLst>
            </p:cNvPr>
            <p:cNvSpPr/>
            <p:nvPr/>
          </p:nvSpPr>
          <p:spPr>
            <a:xfrm>
              <a:off x="10100931" y="1961046"/>
              <a:ext cx="426591" cy="274320"/>
            </a:xfrm>
            <a:prstGeom prst="roundRect">
              <a:avLst>
                <a:gd name="adj" fmla="val 5554"/>
              </a:avLst>
            </a:prstGeom>
            <a:grpFill/>
            <a:ln>
              <a:noFill/>
            </a:ln>
            <a:effectLst>
              <a:outerShdw blurRad="50800" dist="254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spAutoFit/>
            </a:bodyPr>
            <a:lstStyle/>
            <a:p>
              <a:pPr algn="ctr"/>
              <a:r>
                <a:rPr lang="en-US" b="1">
                  <a:solidFill>
                    <a:schemeClr val="bg1"/>
                  </a:solidFill>
                  <a:latin typeface="Noto Mono" panose="020B0609030804020204" pitchFamily="49" charset="0"/>
                  <a:ea typeface="Noto Mono" panose="020B0609030804020204" pitchFamily="49" charset="0"/>
                  <a:cs typeface="Noto Mono" panose="020B0609030804020204" pitchFamily="49" charset="0"/>
                </a:rPr>
                <a:t> </a:t>
              </a:r>
            </a:p>
          </p:txBody>
        </p:sp>
        <p:cxnSp>
          <p:nvCxnSpPr>
            <p:cNvPr id="361" name="Straight Arrow Connector 360">
              <a:extLst>
                <a:ext uri="{FF2B5EF4-FFF2-40B4-BE49-F238E27FC236}">
                  <a16:creationId xmlns:a16="http://schemas.microsoft.com/office/drawing/2014/main" id="{A046706E-CBFA-448F-B7F1-B5593096C297}"/>
                </a:ext>
              </a:extLst>
            </p:cNvPr>
            <p:cNvCxnSpPr>
              <a:cxnSpLocks/>
              <a:stCxn id="355" idx="3"/>
              <a:endCxn id="360" idx="1"/>
            </p:cNvCxnSpPr>
            <p:nvPr/>
          </p:nvCxnSpPr>
          <p:spPr>
            <a:xfrm flipV="1">
              <a:off x="9837612" y="2098206"/>
              <a:ext cx="263319" cy="249215"/>
            </a:xfrm>
            <a:prstGeom prst="straightConnector1">
              <a:avLst/>
            </a:prstGeom>
            <a:grpFill/>
            <a:ln w="19050">
              <a:solidFill>
                <a:srgbClr val="546970"/>
              </a:solidFill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362" name="Straight Arrow Connector 361">
            <a:extLst>
              <a:ext uri="{FF2B5EF4-FFF2-40B4-BE49-F238E27FC236}">
                <a16:creationId xmlns:a16="http://schemas.microsoft.com/office/drawing/2014/main" id="{603A0A76-B9BE-4E84-92AE-B6C0C4A86864}"/>
              </a:ext>
            </a:extLst>
          </p:cNvPr>
          <p:cNvCxnSpPr>
            <a:cxnSpLocks/>
            <a:stCxn id="306" idx="1"/>
            <a:endCxn id="42" idx="3"/>
          </p:cNvCxnSpPr>
          <p:nvPr/>
        </p:nvCxnSpPr>
        <p:spPr>
          <a:xfrm flipH="1">
            <a:off x="9305240" y="5254036"/>
            <a:ext cx="253927" cy="173006"/>
          </a:xfrm>
          <a:prstGeom prst="straightConnector1">
            <a:avLst/>
          </a:prstGeom>
          <a:ln w="19050">
            <a:solidFill>
              <a:srgbClr val="546970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grpSp>
        <p:nvGrpSpPr>
          <p:cNvPr id="95" name="Group 94">
            <a:extLst>
              <a:ext uri="{FF2B5EF4-FFF2-40B4-BE49-F238E27FC236}">
                <a16:creationId xmlns:a16="http://schemas.microsoft.com/office/drawing/2014/main" id="{73FB7298-B0BC-4F94-8BFA-89C08561F187}"/>
              </a:ext>
            </a:extLst>
          </p:cNvPr>
          <p:cNvGrpSpPr/>
          <p:nvPr/>
        </p:nvGrpSpPr>
        <p:grpSpPr>
          <a:xfrm>
            <a:off x="8221379" y="3438018"/>
            <a:ext cx="1750344" cy="1163763"/>
            <a:chOff x="8262798" y="4606250"/>
            <a:chExt cx="1750344" cy="1163763"/>
          </a:xfrm>
          <a:solidFill>
            <a:srgbClr val="29758C"/>
          </a:solidFill>
        </p:grpSpPr>
        <p:grpSp>
          <p:nvGrpSpPr>
            <p:cNvPr id="363" name="Group 362">
              <a:extLst>
                <a:ext uri="{FF2B5EF4-FFF2-40B4-BE49-F238E27FC236}">
                  <a16:creationId xmlns:a16="http://schemas.microsoft.com/office/drawing/2014/main" id="{0CAD8C35-3011-4BA3-B277-BCEA60F8DDE9}"/>
                </a:ext>
              </a:extLst>
            </p:cNvPr>
            <p:cNvGrpSpPr/>
            <p:nvPr/>
          </p:nvGrpSpPr>
          <p:grpSpPr>
            <a:xfrm>
              <a:off x="8262798" y="4606250"/>
              <a:ext cx="1750344" cy="895102"/>
              <a:chOff x="8767786" y="1589479"/>
              <a:chExt cx="1750344" cy="895102"/>
            </a:xfrm>
            <a:grpFill/>
          </p:grpSpPr>
          <p:sp>
            <p:nvSpPr>
              <p:cNvPr id="364" name="Rectangle: Rounded Corners 363">
                <a:extLst>
                  <a:ext uri="{FF2B5EF4-FFF2-40B4-BE49-F238E27FC236}">
                    <a16:creationId xmlns:a16="http://schemas.microsoft.com/office/drawing/2014/main" id="{36E1752D-8E91-4666-8E26-515063AE35C0}"/>
                  </a:ext>
                </a:extLst>
              </p:cNvPr>
              <p:cNvSpPr/>
              <p:nvPr/>
            </p:nvSpPr>
            <p:spPr>
              <a:xfrm>
                <a:off x="8767786" y="1831507"/>
                <a:ext cx="426591" cy="274320"/>
              </a:xfrm>
              <a:prstGeom prst="roundRect">
                <a:avLst>
                  <a:gd name="adj" fmla="val 5554"/>
                </a:avLst>
              </a:prstGeom>
              <a:grpFill/>
              <a:ln>
                <a:noFill/>
              </a:ln>
              <a:effectLst>
                <a:outerShdw blurRad="50800" dist="254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b="1">
                    <a:solidFill>
                      <a:schemeClr val="bg1"/>
                    </a:solidFill>
                    <a:latin typeface="Noto Mono" panose="020B0609030804020204" pitchFamily="49" charset="0"/>
                    <a:ea typeface="Noto Mono" panose="020B0609030804020204" pitchFamily="49" charset="0"/>
                    <a:cs typeface="Noto Mono" panose="020B0609030804020204" pitchFamily="49" charset="0"/>
                  </a:rPr>
                  <a:t> </a:t>
                </a:r>
              </a:p>
            </p:txBody>
          </p:sp>
          <p:sp>
            <p:nvSpPr>
              <p:cNvPr id="365" name="Rectangle: Rounded Corners 364">
                <a:extLst>
                  <a:ext uri="{FF2B5EF4-FFF2-40B4-BE49-F238E27FC236}">
                    <a16:creationId xmlns:a16="http://schemas.microsoft.com/office/drawing/2014/main" id="{6EF39EDD-E077-425B-B857-7FAC2CAA2026}"/>
                  </a:ext>
                </a:extLst>
              </p:cNvPr>
              <p:cNvSpPr/>
              <p:nvPr/>
            </p:nvSpPr>
            <p:spPr>
              <a:xfrm>
                <a:off x="9411021" y="1823445"/>
                <a:ext cx="426591" cy="274320"/>
              </a:xfrm>
              <a:prstGeom prst="roundRect">
                <a:avLst>
                  <a:gd name="adj" fmla="val 5554"/>
                </a:avLst>
              </a:prstGeom>
              <a:grpFill/>
              <a:ln>
                <a:noFill/>
              </a:ln>
              <a:effectLst>
                <a:outerShdw blurRad="50800" dist="254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b="1">
                    <a:solidFill>
                      <a:schemeClr val="bg1"/>
                    </a:solidFill>
                    <a:latin typeface="Noto Mono" panose="020B0609030804020204" pitchFamily="49" charset="0"/>
                    <a:ea typeface="Noto Mono" panose="020B0609030804020204" pitchFamily="49" charset="0"/>
                    <a:cs typeface="Noto Mono" panose="020B0609030804020204" pitchFamily="49" charset="0"/>
                  </a:rPr>
                  <a:t> </a:t>
                </a:r>
              </a:p>
            </p:txBody>
          </p:sp>
          <p:sp>
            <p:nvSpPr>
              <p:cNvPr id="366" name="Rectangle: Rounded Corners 365">
                <a:extLst>
                  <a:ext uri="{FF2B5EF4-FFF2-40B4-BE49-F238E27FC236}">
                    <a16:creationId xmlns:a16="http://schemas.microsoft.com/office/drawing/2014/main" id="{D5567554-E84A-4C2C-96D7-103866143D07}"/>
                  </a:ext>
                </a:extLst>
              </p:cNvPr>
              <p:cNvSpPr/>
              <p:nvPr/>
            </p:nvSpPr>
            <p:spPr>
              <a:xfrm>
                <a:off x="9411021" y="2210261"/>
                <a:ext cx="426591" cy="274320"/>
              </a:xfrm>
              <a:prstGeom prst="roundRect">
                <a:avLst>
                  <a:gd name="adj" fmla="val 5554"/>
                </a:avLst>
              </a:prstGeom>
              <a:grpFill/>
              <a:ln>
                <a:noFill/>
              </a:ln>
              <a:effectLst>
                <a:outerShdw blurRad="50800" dist="254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b="1">
                    <a:solidFill>
                      <a:schemeClr val="bg1"/>
                    </a:solidFill>
                    <a:latin typeface="Noto Mono" panose="020B0609030804020204" pitchFamily="49" charset="0"/>
                    <a:ea typeface="Noto Mono" panose="020B0609030804020204" pitchFamily="49" charset="0"/>
                    <a:cs typeface="Noto Mono" panose="020B0609030804020204" pitchFamily="49" charset="0"/>
                  </a:rPr>
                  <a:t> </a:t>
                </a:r>
              </a:p>
            </p:txBody>
          </p:sp>
          <p:cxnSp>
            <p:nvCxnSpPr>
              <p:cNvPr id="367" name="Straight Arrow Connector 366">
                <a:extLst>
                  <a:ext uri="{FF2B5EF4-FFF2-40B4-BE49-F238E27FC236}">
                    <a16:creationId xmlns:a16="http://schemas.microsoft.com/office/drawing/2014/main" id="{3DF75388-35A2-47E5-A5A8-A727620592B6}"/>
                  </a:ext>
                </a:extLst>
              </p:cNvPr>
              <p:cNvCxnSpPr>
                <a:cxnSpLocks/>
                <a:stCxn id="364" idx="3"/>
                <a:endCxn id="365" idx="1"/>
              </p:cNvCxnSpPr>
              <p:nvPr/>
            </p:nvCxnSpPr>
            <p:spPr>
              <a:xfrm flipV="1">
                <a:off x="9194377" y="1960605"/>
                <a:ext cx="216644" cy="8062"/>
              </a:xfrm>
              <a:prstGeom prst="straightConnector1">
                <a:avLst/>
              </a:prstGeom>
              <a:grpFill/>
              <a:ln w="19050">
                <a:solidFill>
                  <a:srgbClr val="546970"/>
                </a:solidFill>
                <a:tailEnd type="triangle"/>
              </a:ln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68" name="Straight Arrow Connector 367">
                <a:extLst>
                  <a:ext uri="{FF2B5EF4-FFF2-40B4-BE49-F238E27FC236}">
                    <a16:creationId xmlns:a16="http://schemas.microsoft.com/office/drawing/2014/main" id="{FC2C9F3C-A40A-403E-952C-5BAFC8D41B46}"/>
                  </a:ext>
                </a:extLst>
              </p:cNvPr>
              <p:cNvCxnSpPr>
                <a:cxnSpLocks/>
                <a:stCxn id="364" idx="3"/>
                <a:endCxn id="366" idx="1"/>
              </p:cNvCxnSpPr>
              <p:nvPr/>
            </p:nvCxnSpPr>
            <p:spPr>
              <a:xfrm>
                <a:off x="9194377" y="1968667"/>
                <a:ext cx="216644" cy="378754"/>
              </a:xfrm>
              <a:prstGeom prst="straightConnector1">
                <a:avLst/>
              </a:prstGeom>
              <a:grpFill/>
              <a:ln w="19050">
                <a:solidFill>
                  <a:srgbClr val="546970"/>
                </a:solidFill>
                <a:tailEnd type="triangle"/>
              </a:ln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69" name="Straight Arrow Connector 368">
                <a:extLst>
                  <a:ext uri="{FF2B5EF4-FFF2-40B4-BE49-F238E27FC236}">
                    <a16:creationId xmlns:a16="http://schemas.microsoft.com/office/drawing/2014/main" id="{3C753B9A-CBC5-4366-A692-6622D6F8CF8E}"/>
                  </a:ext>
                </a:extLst>
              </p:cNvPr>
              <p:cNvCxnSpPr>
                <a:cxnSpLocks/>
                <a:stCxn id="365" idx="3"/>
                <a:endCxn id="370" idx="1"/>
              </p:cNvCxnSpPr>
              <p:nvPr/>
            </p:nvCxnSpPr>
            <p:spPr>
              <a:xfrm flipV="1">
                <a:off x="9837612" y="1726639"/>
                <a:ext cx="253927" cy="233966"/>
              </a:xfrm>
              <a:prstGeom prst="straightConnector1">
                <a:avLst/>
              </a:prstGeom>
              <a:grpFill/>
              <a:ln w="19050">
                <a:solidFill>
                  <a:srgbClr val="546970"/>
                </a:solidFill>
                <a:tailEnd type="triangle"/>
              </a:ln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370" name="Rectangle: Rounded Corners 369">
                <a:extLst>
                  <a:ext uri="{FF2B5EF4-FFF2-40B4-BE49-F238E27FC236}">
                    <a16:creationId xmlns:a16="http://schemas.microsoft.com/office/drawing/2014/main" id="{DF750F85-8253-43F3-A496-81F37B329D94}"/>
                  </a:ext>
                </a:extLst>
              </p:cNvPr>
              <p:cNvSpPr/>
              <p:nvPr/>
            </p:nvSpPr>
            <p:spPr>
              <a:xfrm>
                <a:off x="10091539" y="1589479"/>
                <a:ext cx="426591" cy="274320"/>
              </a:xfrm>
              <a:prstGeom prst="roundRect">
                <a:avLst>
                  <a:gd name="adj" fmla="val 5554"/>
                </a:avLst>
              </a:prstGeom>
              <a:grpFill/>
              <a:ln>
                <a:noFill/>
              </a:ln>
              <a:effectLst>
                <a:outerShdw blurRad="50800" dist="254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b="1">
                    <a:solidFill>
                      <a:schemeClr val="bg1"/>
                    </a:solidFill>
                    <a:latin typeface="Noto Mono" panose="020B0609030804020204" pitchFamily="49" charset="0"/>
                    <a:ea typeface="Noto Mono" panose="020B0609030804020204" pitchFamily="49" charset="0"/>
                    <a:cs typeface="Noto Mono" panose="020B0609030804020204" pitchFamily="49" charset="0"/>
                  </a:rPr>
                  <a:t> </a:t>
                </a:r>
              </a:p>
            </p:txBody>
          </p:sp>
          <p:sp>
            <p:nvSpPr>
              <p:cNvPr id="371" name="Rectangle: Rounded Corners 370">
                <a:extLst>
                  <a:ext uri="{FF2B5EF4-FFF2-40B4-BE49-F238E27FC236}">
                    <a16:creationId xmlns:a16="http://schemas.microsoft.com/office/drawing/2014/main" id="{6F3291E7-BB28-4A0A-B154-5FD001F69FB5}"/>
                  </a:ext>
                </a:extLst>
              </p:cNvPr>
              <p:cNvSpPr/>
              <p:nvPr/>
            </p:nvSpPr>
            <p:spPr>
              <a:xfrm>
                <a:off x="10091539" y="2037255"/>
                <a:ext cx="426591" cy="274320"/>
              </a:xfrm>
              <a:prstGeom prst="roundRect">
                <a:avLst>
                  <a:gd name="adj" fmla="val 5554"/>
                </a:avLst>
              </a:prstGeom>
              <a:grpFill/>
              <a:ln>
                <a:noFill/>
              </a:ln>
              <a:effectLst>
                <a:outerShdw blurRad="50800" dist="254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b="1">
                    <a:solidFill>
                      <a:schemeClr val="bg1"/>
                    </a:solidFill>
                    <a:latin typeface="Noto Mono" panose="020B0609030804020204" pitchFamily="49" charset="0"/>
                    <a:ea typeface="Noto Mono" panose="020B0609030804020204" pitchFamily="49" charset="0"/>
                    <a:cs typeface="Noto Mono" panose="020B0609030804020204" pitchFamily="49" charset="0"/>
                  </a:rPr>
                  <a:t> </a:t>
                </a:r>
              </a:p>
            </p:txBody>
          </p:sp>
          <p:cxnSp>
            <p:nvCxnSpPr>
              <p:cNvPr id="372" name="Straight Arrow Connector 371">
                <a:extLst>
                  <a:ext uri="{FF2B5EF4-FFF2-40B4-BE49-F238E27FC236}">
                    <a16:creationId xmlns:a16="http://schemas.microsoft.com/office/drawing/2014/main" id="{6FB6E745-F94F-48EF-BA43-10BC938CB5AF}"/>
                  </a:ext>
                </a:extLst>
              </p:cNvPr>
              <p:cNvCxnSpPr>
                <a:cxnSpLocks/>
                <a:stCxn id="365" idx="3"/>
                <a:endCxn id="371" idx="1"/>
              </p:cNvCxnSpPr>
              <p:nvPr/>
            </p:nvCxnSpPr>
            <p:spPr>
              <a:xfrm>
                <a:off x="9837612" y="1960605"/>
                <a:ext cx="253927" cy="213810"/>
              </a:xfrm>
              <a:prstGeom prst="straightConnector1">
                <a:avLst/>
              </a:prstGeom>
              <a:grpFill/>
              <a:ln w="19050">
                <a:solidFill>
                  <a:srgbClr val="546970"/>
                </a:solidFill>
                <a:tailEnd type="triangle"/>
              </a:ln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62" name="Rectangle: Rounded Corners 61">
              <a:extLst>
                <a:ext uri="{FF2B5EF4-FFF2-40B4-BE49-F238E27FC236}">
                  <a16:creationId xmlns:a16="http://schemas.microsoft.com/office/drawing/2014/main" id="{616E9E02-81F0-4393-9E24-3A90293944BE}"/>
                </a:ext>
              </a:extLst>
            </p:cNvPr>
            <p:cNvSpPr/>
            <p:nvPr/>
          </p:nvSpPr>
          <p:spPr>
            <a:xfrm>
              <a:off x="8262798" y="5236899"/>
              <a:ext cx="426591" cy="274320"/>
            </a:xfrm>
            <a:prstGeom prst="roundRect">
              <a:avLst>
                <a:gd name="adj" fmla="val 5554"/>
              </a:avLst>
            </a:prstGeom>
            <a:grpFill/>
            <a:ln>
              <a:noFill/>
            </a:ln>
            <a:effectLst>
              <a:outerShdw blurRad="50800" dist="254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spAutoFit/>
            </a:bodyPr>
            <a:lstStyle/>
            <a:p>
              <a:pPr algn="ctr"/>
              <a:r>
                <a:rPr lang="en-US" b="1">
                  <a:solidFill>
                    <a:schemeClr val="bg1"/>
                  </a:solidFill>
                  <a:latin typeface="Noto Mono" panose="020B0609030804020204" pitchFamily="49" charset="0"/>
                  <a:ea typeface="Noto Mono" panose="020B0609030804020204" pitchFamily="49" charset="0"/>
                  <a:cs typeface="Noto Mono" panose="020B0609030804020204" pitchFamily="49" charset="0"/>
                </a:rPr>
                <a:t> </a:t>
              </a:r>
            </a:p>
          </p:txBody>
        </p:sp>
        <p:cxnSp>
          <p:nvCxnSpPr>
            <p:cNvPr id="374" name="Straight Arrow Connector 373">
              <a:extLst>
                <a:ext uri="{FF2B5EF4-FFF2-40B4-BE49-F238E27FC236}">
                  <a16:creationId xmlns:a16="http://schemas.microsoft.com/office/drawing/2014/main" id="{D3C95BAB-0FD0-4335-ADCD-2237E7E0C9A8}"/>
                </a:ext>
              </a:extLst>
            </p:cNvPr>
            <p:cNvCxnSpPr>
              <a:cxnSpLocks/>
              <a:stCxn id="62" idx="3"/>
              <a:endCxn id="365" idx="1"/>
            </p:cNvCxnSpPr>
            <p:nvPr/>
          </p:nvCxnSpPr>
          <p:spPr>
            <a:xfrm flipV="1">
              <a:off x="8689389" y="4977376"/>
              <a:ext cx="216644" cy="396683"/>
            </a:xfrm>
            <a:prstGeom prst="straightConnector1">
              <a:avLst/>
            </a:prstGeom>
            <a:grpFill/>
            <a:ln w="19050">
              <a:solidFill>
                <a:srgbClr val="546970"/>
              </a:solidFill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375" name="Straight Arrow Connector 374">
              <a:extLst>
                <a:ext uri="{FF2B5EF4-FFF2-40B4-BE49-F238E27FC236}">
                  <a16:creationId xmlns:a16="http://schemas.microsoft.com/office/drawing/2014/main" id="{96F8DD17-463F-48B5-BCC7-493116E1F4EF}"/>
                </a:ext>
              </a:extLst>
            </p:cNvPr>
            <p:cNvCxnSpPr>
              <a:cxnSpLocks/>
              <a:stCxn id="62" idx="3"/>
              <a:endCxn id="366" idx="1"/>
            </p:cNvCxnSpPr>
            <p:nvPr/>
          </p:nvCxnSpPr>
          <p:spPr>
            <a:xfrm flipV="1">
              <a:off x="8689389" y="5364192"/>
              <a:ext cx="216644" cy="9867"/>
            </a:xfrm>
            <a:prstGeom prst="straightConnector1">
              <a:avLst/>
            </a:prstGeom>
            <a:grpFill/>
            <a:ln w="19050">
              <a:solidFill>
                <a:srgbClr val="546970"/>
              </a:solidFill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376" name="Straight Arrow Connector 375">
              <a:extLst>
                <a:ext uri="{FF2B5EF4-FFF2-40B4-BE49-F238E27FC236}">
                  <a16:creationId xmlns:a16="http://schemas.microsoft.com/office/drawing/2014/main" id="{81CD28F5-7DD7-4BBA-8EF9-6D0477D40015}"/>
                </a:ext>
              </a:extLst>
            </p:cNvPr>
            <p:cNvCxnSpPr>
              <a:cxnSpLocks/>
              <a:stCxn id="366" idx="3"/>
              <a:endCxn id="371" idx="1"/>
            </p:cNvCxnSpPr>
            <p:nvPr/>
          </p:nvCxnSpPr>
          <p:spPr>
            <a:xfrm flipV="1">
              <a:off x="9332624" y="5191186"/>
              <a:ext cx="253927" cy="173006"/>
            </a:xfrm>
            <a:prstGeom prst="straightConnector1">
              <a:avLst/>
            </a:prstGeom>
            <a:grpFill/>
            <a:ln w="19050">
              <a:solidFill>
                <a:srgbClr val="546970"/>
              </a:solidFill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377" name="Straight Arrow Connector 376">
              <a:extLst>
                <a:ext uri="{FF2B5EF4-FFF2-40B4-BE49-F238E27FC236}">
                  <a16:creationId xmlns:a16="http://schemas.microsoft.com/office/drawing/2014/main" id="{BB0C6478-764F-4D72-B210-260B720412F0}"/>
                </a:ext>
              </a:extLst>
            </p:cNvPr>
            <p:cNvCxnSpPr>
              <a:cxnSpLocks/>
              <a:stCxn id="366" idx="3"/>
              <a:endCxn id="73" idx="1"/>
            </p:cNvCxnSpPr>
            <p:nvPr/>
          </p:nvCxnSpPr>
          <p:spPr>
            <a:xfrm>
              <a:off x="9332624" y="5364192"/>
              <a:ext cx="253926" cy="268661"/>
            </a:xfrm>
            <a:prstGeom prst="straightConnector1">
              <a:avLst/>
            </a:prstGeom>
            <a:grpFill/>
            <a:ln w="19050">
              <a:solidFill>
                <a:srgbClr val="546970"/>
              </a:solidFill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73" name="Rectangle: Rounded Corners 72">
              <a:extLst>
                <a:ext uri="{FF2B5EF4-FFF2-40B4-BE49-F238E27FC236}">
                  <a16:creationId xmlns:a16="http://schemas.microsoft.com/office/drawing/2014/main" id="{FE16027A-9850-4732-8BE2-6083B1B97AD6}"/>
                </a:ext>
              </a:extLst>
            </p:cNvPr>
            <p:cNvSpPr/>
            <p:nvPr/>
          </p:nvSpPr>
          <p:spPr>
            <a:xfrm>
              <a:off x="9586550" y="5495693"/>
              <a:ext cx="426591" cy="274320"/>
            </a:xfrm>
            <a:prstGeom prst="roundRect">
              <a:avLst>
                <a:gd name="adj" fmla="val 5554"/>
              </a:avLst>
            </a:prstGeom>
            <a:grpFill/>
            <a:ln>
              <a:noFill/>
            </a:ln>
            <a:effectLst>
              <a:outerShdw blurRad="50800" dist="254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spAutoFit/>
            </a:bodyPr>
            <a:lstStyle/>
            <a:p>
              <a:pPr algn="ctr"/>
              <a:r>
                <a:rPr lang="en-US" b="1">
                  <a:solidFill>
                    <a:schemeClr val="bg1"/>
                  </a:solidFill>
                  <a:latin typeface="Noto Mono" panose="020B0609030804020204" pitchFamily="49" charset="0"/>
                  <a:ea typeface="Noto Mono" panose="020B0609030804020204" pitchFamily="49" charset="0"/>
                  <a:cs typeface="Noto Mono" panose="020B0609030804020204" pitchFamily="49" charset="0"/>
                </a:rPr>
                <a:t> </a:t>
              </a:r>
            </a:p>
          </p:txBody>
        </p:sp>
      </p:grpSp>
      <p:grpSp>
        <p:nvGrpSpPr>
          <p:cNvPr id="379" name="Group 378">
            <a:extLst>
              <a:ext uri="{FF2B5EF4-FFF2-40B4-BE49-F238E27FC236}">
                <a16:creationId xmlns:a16="http://schemas.microsoft.com/office/drawing/2014/main" id="{01C3201A-B657-4879-B597-0E5EAF46E63C}"/>
              </a:ext>
            </a:extLst>
          </p:cNvPr>
          <p:cNvGrpSpPr/>
          <p:nvPr/>
        </p:nvGrpSpPr>
        <p:grpSpPr>
          <a:xfrm>
            <a:off x="8221379" y="2962256"/>
            <a:ext cx="1736956" cy="280570"/>
            <a:chOff x="8781174" y="1989567"/>
            <a:chExt cx="1736956" cy="280570"/>
          </a:xfrm>
        </p:grpSpPr>
        <p:sp>
          <p:nvSpPr>
            <p:cNvPr id="380" name="Rectangle: Rounded Corners 379">
              <a:extLst>
                <a:ext uri="{FF2B5EF4-FFF2-40B4-BE49-F238E27FC236}">
                  <a16:creationId xmlns:a16="http://schemas.microsoft.com/office/drawing/2014/main" id="{1FC543AE-94CD-4C76-AF8E-23200CCF0534}"/>
                </a:ext>
              </a:extLst>
            </p:cNvPr>
            <p:cNvSpPr/>
            <p:nvPr/>
          </p:nvSpPr>
          <p:spPr>
            <a:xfrm>
              <a:off x="8781174" y="1995817"/>
              <a:ext cx="426591" cy="274320"/>
            </a:xfrm>
            <a:prstGeom prst="roundRect">
              <a:avLst>
                <a:gd name="adj" fmla="val 5554"/>
              </a:avLst>
            </a:prstGeom>
            <a:solidFill>
              <a:srgbClr val="29758C"/>
            </a:solidFill>
            <a:ln>
              <a:noFill/>
            </a:ln>
            <a:effectLst>
              <a:outerShdw blurRad="50800" dist="254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spAutoFit/>
            </a:bodyPr>
            <a:lstStyle/>
            <a:p>
              <a:pPr algn="ctr"/>
              <a:r>
                <a:rPr lang="en-US" b="1">
                  <a:solidFill>
                    <a:schemeClr val="bg1"/>
                  </a:solidFill>
                  <a:latin typeface="Noto Mono" panose="020B0609030804020204" pitchFamily="49" charset="0"/>
                  <a:ea typeface="Noto Mono" panose="020B0609030804020204" pitchFamily="49" charset="0"/>
                  <a:cs typeface="Noto Mono" panose="020B0609030804020204" pitchFamily="49" charset="0"/>
                </a:rPr>
                <a:t> </a:t>
              </a:r>
            </a:p>
          </p:txBody>
        </p:sp>
        <p:sp>
          <p:nvSpPr>
            <p:cNvPr id="381" name="Rectangle: Rounded Corners 380">
              <a:extLst>
                <a:ext uri="{FF2B5EF4-FFF2-40B4-BE49-F238E27FC236}">
                  <a16:creationId xmlns:a16="http://schemas.microsoft.com/office/drawing/2014/main" id="{F33EF694-A65B-4EE3-9998-03419672BEB0}"/>
                </a:ext>
              </a:extLst>
            </p:cNvPr>
            <p:cNvSpPr/>
            <p:nvPr/>
          </p:nvSpPr>
          <p:spPr>
            <a:xfrm>
              <a:off x="9411021" y="1995817"/>
              <a:ext cx="426591" cy="274320"/>
            </a:xfrm>
            <a:prstGeom prst="roundRect">
              <a:avLst>
                <a:gd name="adj" fmla="val 5554"/>
              </a:avLst>
            </a:prstGeom>
            <a:solidFill>
              <a:srgbClr val="29758C"/>
            </a:solidFill>
            <a:ln>
              <a:noFill/>
            </a:ln>
            <a:effectLst>
              <a:outerShdw blurRad="50800" dist="254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spAutoFit/>
            </a:bodyPr>
            <a:lstStyle/>
            <a:p>
              <a:pPr algn="ctr"/>
              <a:r>
                <a:rPr lang="en-US" b="1">
                  <a:solidFill>
                    <a:schemeClr val="bg1"/>
                  </a:solidFill>
                  <a:latin typeface="Noto Mono" panose="020B0609030804020204" pitchFamily="49" charset="0"/>
                  <a:ea typeface="Noto Mono" panose="020B0609030804020204" pitchFamily="49" charset="0"/>
                  <a:cs typeface="Noto Mono" panose="020B0609030804020204" pitchFamily="49" charset="0"/>
                </a:rPr>
                <a:t> </a:t>
              </a:r>
            </a:p>
          </p:txBody>
        </p:sp>
        <p:cxnSp>
          <p:nvCxnSpPr>
            <p:cNvPr id="383" name="Straight Arrow Connector 382">
              <a:extLst>
                <a:ext uri="{FF2B5EF4-FFF2-40B4-BE49-F238E27FC236}">
                  <a16:creationId xmlns:a16="http://schemas.microsoft.com/office/drawing/2014/main" id="{5A46C9DD-CBF4-4540-A4BE-2B925212EB0A}"/>
                </a:ext>
              </a:extLst>
            </p:cNvPr>
            <p:cNvCxnSpPr>
              <a:cxnSpLocks/>
              <a:stCxn id="380" idx="3"/>
              <a:endCxn id="381" idx="1"/>
            </p:cNvCxnSpPr>
            <p:nvPr/>
          </p:nvCxnSpPr>
          <p:spPr>
            <a:xfrm>
              <a:off x="9207765" y="2132977"/>
              <a:ext cx="203256" cy="0"/>
            </a:xfrm>
            <a:prstGeom prst="straightConnector1">
              <a:avLst/>
            </a:prstGeom>
            <a:ln w="19050">
              <a:solidFill>
                <a:srgbClr val="546970"/>
              </a:solidFill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387" name="Rectangle: Rounded Corners 386">
              <a:extLst>
                <a:ext uri="{FF2B5EF4-FFF2-40B4-BE49-F238E27FC236}">
                  <a16:creationId xmlns:a16="http://schemas.microsoft.com/office/drawing/2014/main" id="{0A7B15CA-E872-4D87-A1F3-9B2360B92C98}"/>
                </a:ext>
              </a:extLst>
            </p:cNvPr>
            <p:cNvSpPr/>
            <p:nvPr/>
          </p:nvSpPr>
          <p:spPr>
            <a:xfrm>
              <a:off x="10091539" y="1989567"/>
              <a:ext cx="426591" cy="274320"/>
            </a:xfrm>
            <a:prstGeom prst="roundRect">
              <a:avLst>
                <a:gd name="adj" fmla="val 5554"/>
              </a:avLst>
            </a:prstGeom>
            <a:solidFill>
              <a:srgbClr val="29758C"/>
            </a:solidFill>
            <a:ln>
              <a:noFill/>
            </a:ln>
            <a:effectLst>
              <a:outerShdw blurRad="50800" dist="254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spAutoFit/>
            </a:bodyPr>
            <a:lstStyle/>
            <a:p>
              <a:pPr algn="ctr"/>
              <a:r>
                <a:rPr lang="en-US" b="1">
                  <a:solidFill>
                    <a:schemeClr val="bg1"/>
                  </a:solidFill>
                  <a:latin typeface="Noto Mono" panose="020B0609030804020204" pitchFamily="49" charset="0"/>
                  <a:ea typeface="Noto Mono" panose="020B0609030804020204" pitchFamily="49" charset="0"/>
                  <a:cs typeface="Noto Mono" panose="020B0609030804020204" pitchFamily="49" charset="0"/>
                </a:rPr>
                <a:t> </a:t>
              </a:r>
            </a:p>
          </p:txBody>
        </p:sp>
        <p:cxnSp>
          <p:nvCxnSpPr>
            <p:cNvPr id="388" name="Straight Arrow Connector 387">
              <a:extLst>
                <a:ext uri="{FF2B5EF4-FFF2-40B4-BE49-F238E27FC236}">
                  <a16:creationId xmlns:a16="http://schemas.microsoft.com/office/drawing/2014/main" id="{A45AFCC8-9639-42E9-9B8A-66AA684EC4DB}"/>
                </a:ext>
              </a:extLst>
            </p:cNvPr>
            <p:cNvCxnSpPr>
              <a:cxnSpLocks/>
              <a:stCxn id="381" idx="3"/>
              <a:endCxn id="387" idx="1"/>
            </p:cNvCxnSpPr>
            <p:nvPr/>
          </p:nvCxnSpPr>
          <p:spPr>
            <a:xfrm flipV="1">
              <a:off x="9837612" y="2126727"/>
              <a:ext cx="253927" cy="6250"/>
            </a:xfrm>
            <a:prstGeom prst="straightConnector1">
              <a:avLst/>
            </a:prstGeom>
            <a:ln w="19050">
              <a:solidFill>
                <a:srgbClr val="546970"/>
              </a:solidFill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390" name="Straight Arrow Connector 389">
            <a:extLst>
              <a:ext uri="{FF2B5EF4-FFF2-40B4-BE49-F238E27FC236}">
                <a16:creationId xmlns:a16="http://schemas.microsoft.com/office/drawing/2014/main" id="{CB7576E2-E3BE-4E83-B0B7-EBA49697E7FA}"/>
              </a:ext>
            </a:extLst>
          </p:cNvPr>
          <p:cNvCxnSpPr>
            <a:cxnSpLocks/>
          </p:cNvCxnSpPr>
          <p:nvPr/>
        </p:nvCxnSpPr>
        <p:spPr>
          <a:xfrm>
            <a:off x="7673446" y="2149182"/>
            <a:ext cx="360524" cy="0"/>
          </a:xfrm>
          <a:prstGeom prst="straightConnector1">
            <a:avLst/>
          </a:prstGeom>
          <a:noFill/>
          <a:ln w="50800" cap="flat" cmpd="sng" algn="ctr">
            <a:solidFill>
              <a:srgbClr val="657B83"/>
            </a:solidFill>
            <a:prstDash val="solid"/>
            <a:round/>
            <a:headEnd type="none" w="med" len="med"/>
            <a:tailEnd type="stealth" w="med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cxnSp>
      <p:cxnSp>
        <p:nvCxnSpPr>
          <p:cNvPr id="391" name="Straight Arrow Connector 390">
            <a:extLst>
              <a:ext uri="{FF2B5EF4-FFF2-40B4-BE49-F238E27FC236}">
                <a16:creationId xmlns:a16="http://schemas.microsoft.com/office/drawing/2014/main" id="{88106CEC-C8E3-48C0-AD05-FD1F8677A32E}"/>
              </a:ext>
            </a:extLst>
          </p:cNvPr>
          <p:cNvCxnSpPr>
            <a:cxnSpLocks/>
          </p:cNvCxnSpPr>
          <p:nvPr/>
        </p:nvCxnSpPr>
        <p:spPr>
          <a:xfrm>
            <a:off x="6907432" y="3127755"/>
            <a:ext cx="1126538" cy="6394"/>
          </a:xfrm>
          <a:prstGeom prst="straightConnector1">
            <a:avLst/>
          </a:prstGeom>
          <a:noFill/>
          <a:ln w="50800" cap="flat" cmpd="sng" algn="ctr">
            <a:solidFill>
              <a:srgbClr val="657B83"/>
            </a:solidFill>
            <a:prstDash val="solid"/>
            <a:round/>
            <a:headEnd type="none" w="med" len="med"/>
            <a:tailEnd type="stealth" w="med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cxnSp>
      <p:cxnSp>
        <p:nvCxnSpPr>
          <p:cNvPr id="392" name="Straight Arrow Connector 391">
            <a:extLst>
              <a:ext uri="{FF2B5EF4-FFF2-40B4-BE49-F238E27FC236}">
                <a16:creationId xmlns:a16="http://schemas.microsoft.com/office/drawing/2014/main" id="{7C373B52-515C-45EE-AC71-6ABB397C7BE0}"/>
              </a:ext>
            </a:extLst>
          </p:cNvPr>
          <p:cNvCxnSpPr>
            <a:cxnSpLocks/>
          </p:cNvCxnSpPr>
          <p:nvPr/>
        </p:nvCxnSpPr>
        <p:spPr>
          <a:xfrm>
            <a:off x="7710022" y="4144867"/>
            <a:ext cx="336977" cy="0"/>
          </a:xfrm>
          <a:prstGeom prst="straightConnector1">
            <a:avLst/>
          </a:prstGeom>
          <a:noFill/>
          <a:ln w="50800" cap="flat" cmpd="sng" algn="ctr">
            <a:solidFill>
              <a:srgbClr val="657B83"/>
            </a:solidFill>
            <a:prstDash val="solid"/>
            <a:round/>
            <a:headEnd type="none" w="med" len="med"/>
            <a:tailEnd type="stealth" w="med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cxnSp>
      <p:sp>
        <p:nvSpPr>
          <p:cNvPr id="397" name="Rectangle: Rounded Corners 396">
            <a:extLst>
              <a:ext uri="{FF2B5EF4-FFF2-40B4-BE49-F238E27FC236}">
                <a16:creationId xmlns:a16="http://schemas.microsoft.com/office/drawing/2014/main" id="{2EE318EB-7CAE-4F72-92DB-295265791DE2}"/>
              </a:ext>
            </a:extLst>
          </p:cNvPr>
          <p:cNvSpPr/>
          <p:nvPr/>
        </p:nvSpPr>
        <p:spPr>
          <a:xfrm>
            <a:off x="304915" y="1369958"/>
            <a:ext cx="1174432" cy="387191"/>
          </a:xfrm>
          <a:prstGeom prst="roundRect">
            <a:avLst>
              <a:gd name="adj" fmla="val 9098"/>
            </a:avLst>
          </a:prstGeom>
          <a:solidFill>
            <a:srgbClr val="FAFAFF"/>
          </a:solidFill>
          <a:ln w="19050">
            <a:solidFill>
              <a:srgbClr val="862286"/>
            </a:solidFill>
          </a:ln>
          <a:effectLst>
            <a:outerShdw blurRad="508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none" rtlCol="0" anchor="ctr">
            <a:spAutoFit/>
          </a:bodyPr>
          <a:lstStyle/>
          <a:p>
            <a:pPr algn="ctr"/>
            <a:r>
              <a:rPr lang="en-US">
                <a:solidFill>
                  <a:srgbClr val="962696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Calibri" panose="020F0502020204030204" pitchFamily="34" charset="0"/>
              </a:rPr>
              <a:t>Zone Files</a:t>
            </a:r>
            <a:endParaRPr lang="en-US">
              <a:solidFill>
                <a:srgbClr val="962696"/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cxnSp>
        <p:nvCxnSpPr>
          <p:cNvPr id="402" name="Straight Arrow Connector 401">
            <a:extLst>
              <a:ext uri="{FF2B5EF4-FFF2-40B4-BE49-F238E27FC236}">
                <a16:creationId xmlns:a16="http://schemas.microsoft.com/office/drawing/2014/main" id="{2481E5F7-A0ED-407E-A4F5-87FD7DFC7F8E}"/>
              </a:ext>
            </a:extLst>
          </p:cNvPr>
          <p:cNvCxnSpPr>
            <a:cxnSpLocks/>
          </p:cNvCxnSpPr>
          <p:nvPr/>
        </p:nvCxnSpPr>
        <p:spPr>
          <a:xfrm>
            <a:off x="6907432" y="5155029"/>
            <a:ext cx="1126538" cy="6394"/>
          </a:xfrm>
          <a:prstGeom prst="straightConnector1">
            <a:avLst/>
          </a:prstGeom>
          <a:noFill/>
          <a:ln w="50800" cap="flat" cmpd="sng" algn="ctr">
            <a:solidFill>
              <a:srgbClr val="657B83"/>
            </a:solidFill>
            <a:prstDash val="solid"/>
            <a:round/>
            <a:headEnd type="none" w="med" len="med"/>
            <a:tailEnd type="stealth" w="med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cxnSp>
      <p:cxnSp>
        <p:nvCxnSpPr>
          <p:cNvPr id="403" name="Straight Arrow Connector 402">
            <a:extLst>
              <a:ext uri="{FF2B5EF4-FFF2-40B4-BE49-F238E27FC236}">
                <a16:creationId xmlns:a16="http://schemas.microsoft.com/office/drawing/2014/main" id="{06B25140-8953-488A-953D-6CD39CAE2355}"/>
              </a:ext>
            </a:extLst>
          </p:cNvPr>
          <p:cNvCxnSpPr>
            <a:cxnSpLocks/>
          </p:cNvCxnSpPr>
          <p:nvPr/>
        </p:nvCxnSpPr>
        <p:spPr>
          <a:xfrm>
            <a:off x="6899861" y="6114350"/>
            <a:ext cx="1126538" cy="6394"/>
          </a:xfrm>
          <a:prstGeom prst="straightConnector1">
            <a:avLst/>
          </a:prstGeom>
          <a:noFill/>
          <a:ln w="50800" cap="flat" cmpd="sng" algn="ctr">
            <a:solidFill>
              <a:srgbClr val="657B83"/>
            </a:solidFill>
            <a:prstDash val="solid"/>
            <a:round/>
            <a:headEnd type="none" w="med" len="med"/>
            <a:tailEnd type="stealth" w="med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cxn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BB96B19E-2996-4EF9-883F-A31CC4D24FDD}"/>
              </a:ext>
            </a:extLst>
          </p:cNvPr>
          <p:cNvSpPr/>
          <p:nvPr/>
        </p:nvSpPr>
        <p:spPr>
          <a:xfrm>
            <a:off x="10712655" y="1237136"/>
            <a:ext cx="1107152" cy="677585"/>
          </a:xfrm>
          <a:prstGeom prst="roundRect">
            <a:avLst>
              <a:gd name="adj" fmla="val 9098"/>
            </a:avLst>
          </a:prstGeom>
          <a:solidFill>
            <a:srgbClr val="FAFAFF"/>
          </a:solidFill>
          <a:ln w="19050">
            <a:solidFill>
              <a:srgbClr val="862286"/>
            </a:solidFill>
          </a:ln>
          <a:effectLst>
            <a:outerShdw blurRad="508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en-US">
                <a:solidFill>
                  <a:srgbClr val="962696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Calibri" panose="020F0502020204030204" pitchFamily="34" charset="0"/>
              </a:rPr>
              <a:t>Property </a:t>
            </a:r>
          </a:p>
          <a:p>
            <a:pPr algn="ctr"/>
            <a:r>
              <a:rPr lang="en-US">
                <a:solidFill>
                  <a:srgbClr val="962696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Calibri" panose="020F0502020204030204" pitchFamily="34" charset="0"/>
              </a:rPr>
              <a:t>Checking</a:t>
            </a:r>
            <a:endParaRPr lang="en-US">
              <a:solidFill>
                <a:srgbClr val="962696"/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ECDB0FF6-0A18-404B-A180-A19CF0B84FF1}"/>
              </a:ext>
            </a:extLst>
          </p:cNvPr>
          <p:cNvSpPr/>
          <p:nvPr/>
        </p:nvSpPr>
        <p:spPr>
          <a:xfrm>
            <a:off x="8052541" y="1382335"/>
            <a:ext cx="2284600" cy="387191"/>
          </a:xfrm>
          <a:prstGeom prst="roundRect">
            <a:avLst>
              <a:gd name="adj" fmla="val 9098"/>
            </a:avLst>
          </a:prstGeom>
          <a:solidFill>
            <a:srgbClr val="FAFAFF"/>
          </a:solidFill>
          <a:ln w="19050">
            <a:solidFill>
              <a:srgbClr val="862286"/>
            </a:solidFill>
          </a:ln>
          <a:effectLst>
            <a:outerShdw blurRad="508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none" rtlCol="0" anchor="ctr">
            <a:spAutoFit/>
          </a:bodyPr>
          <a:lstStyle/>
          <a:p>
            <a:pPr algn="ctr"/>
            <a:r>
              <a:rPr lang="en-US">
                <a:solidFill>
                  <a:srgbClr val="962696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Calibri" panose="020F0502020204030204" pitchFamily="34" charset="0"/>
              </a:rPr>
              <a:t>Interpretation Graphs</a:t>
            </a:r>
            <a:endParaRPr lang="en-US">
              <a:solidFill>
                <a:srgbClr val="962696"/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48" name="Rectangle: Rounded Corners 47">
            <a:extLst>
              <a:ext uri="{FF2B5EF4-FFF2-40B4-BE49-F238E27FC236}">
                <a16:creationId xmlns:a16="http://schemas.microsoft.com/office/drawing/2014/main" id="{629F6FA1-321B-4317-A259-A32912C21F95}"/>
              </a:ext>
            </a:extLst>
          </p:cNvPr>
          <p:cNvSpPr/>
          <p:nvPr/>
        </p:nvSpPr>
        <p:spPr>
          <a:xfrm>
            <a:off x="6980568" y="2835701"/>
            <a:ext cx="913382" cy="613053"/>
          </a:xfrm>
          <a:prstGeom prst="roundRect">
            <a:avLst>
              <a:gd name="adj" fmla="val 9098"/>
            </a:avLst>
          </a:prstGeom>
          <a:solidFill>
            <a:srgbClr val="F3FAFF"/>
          </a:solidFill>
          <a:ln w="19050">
            <a:solidFill>
              <a:srgbClr val="0070C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 lIns="0" rIns="0" rtlCol="0" anchor="ctr">
            <a:spAutoFit/>
          </a:bodyPr>
          <a:lstStyle/>
          <a:p>
            <a:pPr algn="ctr"/>
            <a:r>
              <a:rPr lang="en-US" sz="1600">
                <a:solidFill>
                  <a:srgbClr val="0070C0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Calibri" panose="020F0502020204030204" pitchFamily="34" charset="0"/>
              </a:rPr>
              <a:t>Symbolic </a:t>
            </a:r>
          </a:p>
          <a:p>
            <a:pPr algn="ctr"/>
            <a:r>
              <a:rPr lang="en-US" sz="1600">
                <a:solidFill>
                  <a:srgbClr val="0070C0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Calibri" panose="020F0502020204030204" pitchFamily="34" charset="0"/>
              </a:rPr>
              <a:t>Execution</a:t>
            </a:r>
            <a:endParaRPr lang="en-US" sz="1600">
              <a:solidFill>
                <a:srgbClr val="0070C0"/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cxnSp>
        <p:nvCxnSpPr>
          <p:cNvPr id="172" name="Straight Arrow Connector 171">
            <a:extLst>
              <a:ext uri="{FF2B5EF4-FFF2-40B4-BE49-F238E27FC236}">
                <a16:creationId xmlns:a16="http://schemas.microsoft.com/office/drawing/2014/main" id="{D28AD32B-E08B-4E9C-9A0A-A66105E2FBFC}"/>
              </a:ext>
            </a:extLst>
          </p:cNvPr>
          <p:cNvCxnSpPr>
            <a:cxnSpLocks/>
          </p:cNvCxnSpPr>
          <p:nvPr/>
        </p:nvCxnSpPr>
        <p:spPr>
          <a:xfrm>
            <a:off x="10144369" y="2283995"/>
            <a:ext cx="819673" cy="1207880"/>
          </a:xfrm>
          <a:prstGeom prst="straightConnector1">
            <a:avLst/>
          </a:prstGeom>
          <a:noFill/>
          <a:ln w="50800" cap="flat" cmpd="sng" algn="ctr">
            <a:solidFill>
              <a:srgbClr val="2E7D32"/>
            </a:solidFill>
            <a:prstDash val="solid"/>
            <a:round/>
            <a:headEnd type="none" w="med" len="med"/>
            <a:tailEnd type="stealth" w="med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cxnSp>
      <p:cxnSp>
        <p:nvCxnSpPr>
          <p:cNvPr id="175" name="Straight Arrow Connector 174">
            <a:extLst>
              <a:ext uri="{FF2B5EF4-FFF2-40B4-BE49-F238E27FC236}">
                <a16:creationId xmlns:a16="http://schemas.microsoft.com/office/drawing/2014/main" id="{68516851-CA88-47C1-80A2-654C56D6E7F9}"/>
              </a:ext>
            </a:extLst>
          </p:cNvPr>
          <p:cNvCxnSpPr>
            <a:cxnSpLocks/>
          </p:cNvCxnSpPr>
          <p:nvPr/>
        </p:nvCxnSpPr>
        <p:spPr>
          <a:xfrm>
            <a:off x="10144369" y="3134149"/>
            <a:ext cx="754020" cy="545897"/>
          </a:xfrm>
          <a:prstGeom prst="straightConnector1">
            <a:avLst/>
          </a:prstGeom>
          <a:noFill/>
          <a:ln w="50800" cap="flat" cmpd="sng" algn="ctr">
            <a:solidFill>
              <a:srgbClr val="2E7D32"/>
            </a:solidFill>
            <a:prstDash val="solid"/>
            <a:round/>
            <a:headEnd type="none" w="med" len="med"/>
            <a:tailEnd type="stealth" w="med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cxnSp>
      <p:cxnSp>
        <p:nvCxnSpPr>
          <p:cNvPr id="178" name="Straight Arrow Connector 177">
            <a:extLst>
              <a:ext uri="{FF2B5EF4-FFF2-40B4-BE49-F238E27FC236}">
                <a16:creationId xmlns:a16="http://schemas.microsoft.com/office/drawing/2014/main" id="{55F1CEAE-42D2-4704-B8A1-D3B16812E86B}"/>
              </a:ext>
            </a:extLst>
          </p:cNvPr>
          <p:cNvCxnSpPr>
            <a:cxnSpLocks/>
          </p:cNvCxnSpPr>
          <p:nvPr/>
        </p:nvCxnSpPr>
        <p:spPr>
          <a:xfrm flipV="1">
            <a:off x="10144369" y="3973930"/>
            <a:ext cx="726831" cy="1"/>
          </a:xfrm>
          <a:prstGeom prst="straightConnector1">
            <a:avLst/>
          </a:prstGeom>
          <a:noFill/>
          <a:ln w="50800" cap="flat" cmpd="sng" algn="ctr">
            <a:solidFill>
              <a:srgbClr val="2E7D32"/>
            </a:solidFill>
            <a:prstDash val="solid"/>
            <a:round/>
            <a:headEnd type="none" w="med" len="med"/>
            <a:tailEnd type="stealth" w="med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cxnSp>
      <p:cxnSp>
        <p:nvCxnSpPr>
          <p:cNvPr id="181" name="Straight Arrow Connector 180">
            <a:extLst>
              <a:ext uri="{FF2B5EF4-FFF2-40B4-BE49-F238E27FC236}">
                <a16:creationId xmlns:a16="http://schemas.microsoft.com/office/drawing/2014/main" id="{FC0D31EC-2AE6-43A4-8ECD-467F6C6919B3}"/>
              </a:ext>
            </a:extLst>
          </p:cNvPr>
          <p:cNvCxnSpPr>
            <a:cxnSpLocks/>
          </p:cNvCxnSpPr>
          <p:nvPr/>
        </p:nvCxnSpPr>
        <p:spPr>
          <a:xfrm flipV="1">
            <a:off x="10086061" y="4301658"/>
            <a:ext cx="827067" cy="687384"/>
          </a:xfrm>
          <a:prstGeom prst="straightConnector1">
            <a:avLst/>
          </a:prstGeom>
          <a:noFill/>
          <a:ln w="50800" cap="flat" cmpd="sng" algn="ctr">
            <a:solidFill>
              <a:srgbClr val="2E7D32"/>
            </a:solidFill>
            <a:prstDash val="solid"/>
            <a:round/>
            <a:headEnd type="none" w="med" len="med"/>
            <a:tailEnd type="stealth" w="med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cxnSp>
      <p:cxnSp>
        <p:nvCxnSpPr>
          <p:cNvPr id="183" name="Straight Arrow Connector 182">
            <a:extLst>
              <a:ext uri="{FF2B5EF4-FFF2-40B4-BE49-F238E27FC236}">
                <a16:creationId xmlns:a16="http://schemas.microsoft.com/office/drawing/2014/main" id="{FBDC9C5C-6961-4279-A39A-68F8609B5A28}"/>
              </a:ext>
            </a:extLst>
          </p:cNvPr>
          <p:cNvCxnSpPr>
            <a:cxnSpLocks/>
          </p:cNvCxnSpPr>
          <p:nvPr/>
        </p:nvCxnSpPr>
        <p:spPr>
          <a:xfrm flipV="1">
            <a:off x="10086061" y="4479024"/>
            <a:ext cx="929382" cy="1762911"/>
          </a:xfrm>
          <a:prstGeom prst="straightConnector1">
            <a:avLst/>
          </a:prstGeom>
          <a:noFill/>
          <a:ln w="50800" cap="flat" cmpd="sng" algn="ctr">
            <a:solidFill>
              <a:srgbClr val="2E7D32"/>
            </a:solidFill>
            <a:prstDash val="solid"/>
            <a:round/>
            <a:headEnd type="none" w="med" len="med"/>
            <a:tailEnd type="stealth" w="med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cxnSp>
      <p:sp>
        <p:nvSpPr>
          <p:cNvPr id="59" name="Rectangle: Rounded Corners 58">
            <a:extLst>
              <a:ext uri="{FF2B5EF4-FFF2-40B4-BE49-F238E27FC236}">
                <a16:creationId xmlns:a16="http://schemas.microsoft.com/office/drawing/2014/main" id="{49556D91-50ED-41D8-B725-E1B69549F17C}"/>
              </a:ext>
            </a:extLst>
          </p:cNvPr>
          <p:cNvSpPr/>
          <p:nvPr/>
        </p:nvSpPr>
        <p:spPr>
          <a:xfrm>
            <a:off x="10809259" y="2231198"/>
            <a:ext cx="1239628" cy="941189"/>
          </a:xfrm>
          <a:prstGeom prst="roundRect">
            <a:avLst>
              <a:gd name="adj" fmla="val 4348"/>
            </a:avLst>
          </a:prstGeom>
          <a:solidFill>
            <a:srgbClr val="FAFFFA"/>
          </a:solidFill>
          <a:ln w="22225">
            <a:solidFill>
              <a:srgbClr val="2E7D32"/>
            </a:solidFill>
          </a:ln>
          <a:effectLst>
            <a:outerShdw blurRad="50800" dist="63500" dir="6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pPr marR="0" lvl="0" defTabSz="914400" eaLnBrk="1" fontAlgn="auto" latinLnBrk="0" hangingPunct="1">
              <a:spcBef>
                <a:spcPts val="0"/>
              </a:spcBef>
              <a:spcAft>
                <a:spcPts val="0"/>
              </a:spcAft>
              <a:buClr>
                <a:srgbClr val="42955F"/>
              </a:buClr>
              <a:buSzPct val="85000"/>
              <a:tabLst/>
              <a:defRPr/>
            </a:pPr>
            <a:r>
              <a:rPr lang="en-US">
                <a:solidFill>
                  <a:srgbClr val="2E7D32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Calibri" panose="020F0502020204030204" pitchFamily="34" charset="0"/>
              </a:rPr>
              <a:t>𝜑  </a:t>
            </a:r>
            <a:r>
              <a:rPr lang="en-US" kern="0">
                <a:solidFill>
                  <a:srgbClr val="2E7D32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Calibri" panose="020F0502020204030204" pitchFamily="34" charset="0"/>
              </a:rPr>
              <a:t>holds if it holds on all graphs</a:t>
            </a:r>
            <a:endParaRPr kumimoji="0" lang="en-US" b="0" i="0" u="none" strike="noStrike" kern="0" cap="none" spc="0" normalizeH="0" baseline="0" noProof="0">
              <a:ln>
                <a:noFill/>
              </a:ln>
              <a:solidFill>
                <a:srgbClr val="2E7D32"/>
              </a:solidFill>
              <a:effectLst/>
              <a:uLnTx/>
              <a:uFillTx/>
              <a:latin typeface="Source Sans Pro" panose="020B0503030403020204" pitchFamily="34" charset="0"/>
              <a:ea typeface="Source Sans Pro" panose="020B0503030403020204" pitchFamily="34" charset="0"/>
              <a:cs typeface="Calibri" panose="020F0502020204030204" pitchFamily="34" charset="0"/>
            </a:endParaRPr>
          </a:p>
        </p:txBody>
      </p:sp>
      <p:pic>
        <p:nvPicPr>
          <p:cNvPr id="194" name="Picture 2" descr="See the source image">
            <a:extLst>
              <a:ext uri="{FF2B5EF4-FFF2-40B4-BE49-F238E27FC236}">
                <a16:creationId xmlns:a16="http://schemas.microsoft.com/office/drawing/2014/main" id="{5DE13DA8-EF82-46F4-9E9C-D0D8C5F236C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8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8" t="15991" r="45116" b="10280"/>
          <a:stretch/>
        </p:blipFill>
        <p:spPr bwMode="auto">
          <a:xfrm>
            <a:off x="11498229" y="3274995"/>
            <a:ext cx="687941" cy="6003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47" name="Straight Arrow Connector 246">
            <a:extLst>
              <a:ext uri="{FF2B5EF4-FFF2-40B4-BE49-F238E27FC236}">
                <a16:creationId xmlns:a16="http://schemas.microsoft.com/office/drawing/2014/main" id="{33F3DFD6-CC60-4729-8A14-94FF074BD7FF}"/>
              </a:ext>
            </a:extLst>
          </p:cNvPr>
          <p:cNvCxnSpPr>
            <a:cxnSpLocks/>
          </p:cNvCxnSpPr>
          <p:nvPr/>
        </p:nvCxnSpPr>
        <p:spPr>
          <a:xfrm flipV="1">
            <a:off x="11112421" y="3598633"/>
            <a:ext cx="355701" cy="375297"/>
          </a:xfrm>
          <a:prstGeom prst="straightConnector1">
            <a:avLst/>
          </a:prstGeom>
          <a:noFill/>
          <a:ln w="50800" cap="flat" cmpd="sng" algn="ctr">
            <a:solidFill>
              <a:srgbClr val="546970"/>
            </a:solidFill>
            <a:prstDash val="solid"/>
            <a:round/>
            <a:headEnd type="none" w="med" len="med"/>
            <a:tailEnd type="stealth" w="med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cxnSp>
      <p:grpSp>
        <p:nvGrpSpPr>
          <p:cNvPr id="163" name="Group 162">
            <a:extLst>
              <a:ext uri="{FF2B5EF4-FFF2-40B4-BE49-F238E27FC236}">
                <a16:creationId xmlns:a16="http://schemas.microsoft.com/office/drawing/2014/main" id="{576F3BE0-73F7-4AB2-A839-66CEA94DF1FD}"/>
              </a:ext>
            </a:extLst>
          </p:cNvPr>
          <p:cNvGrpSpPr/>
          <p:nvPr/>
        </p:nvGrpSpPr>
        <p:grpSpPr>
          <a:xfrm>
            <a:off x="2227857" y="1818921"/>
            <a:ext cx="2809602" cy="3125147"/>
            <a:chOff x="6313692" y="887325"/>
            <a:chExt cx="5339399" cy="4602705"/>
          </a:xfrm>
        </p:grpSpPr>
        <p:sp>
          <p:nvSpPr>
            <p:cNvPr id="164" name="Rectangle: Rounded Corners 163">
              <a:extLst>
                <a:ext uri="{FF2B5EF4-FFF2-40B4-BE49-F238E27FC236}">
                  <a16:creationId xmlns:a16="http://schemas.microsoft.com/office/drawing/2014/main" id="{6E905321-E601-4CAD-8664-EA9F83931D23}"/>
                </a:ext>
              </a:extLst>
            </p:cNvPr>
            <p:cNvSpPr/>
            <p:nvPr/>
          </p:nvSpPr>
          <p:spPr>
            <a:xfrm>
              <a:off x="9372280" y="2357572"/>
              <a:ext cx="815697" cy="419457"/>
            </a:xfrm>
            <a:prstGeom prst="roundRect">
              <a:avLst>
                <a:gd name="adj" fmla="val 9098"/>
              </a:avLst>
            </a:prstGeom>
            <a:solidFill>
              <a:srgbClr val="FFEED9"/>
            </a:solidFill>
            <a:ln w="19050">
              <a:solidFill>
                <a:schemeClr val="accent3">
                  <a:lumMod val="75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wrap="none" rtlCol="0" anchor="ctr">
              <a:noAutofit/>
            </a:bodyPr>
            <a:lstStyle/>
            <a:p>
              <a:pPr algn="ctr"/>
              <a:r>
                <a:rPr lang="en-US" sz="1600" dirty="0" err="1">
                  <a:solidFill>
                    <a:schemeClr val="accent3">
                      <a:lumMod val="75000"/>
                    </a:schemeClr>
                  </a:solidFill>
                  <a:latin typeface="Lucida Sans Typewriter" panose="020B0509030504030204" pitchFamily="49" charset="0"/>
                  <a:ea typeface="Noto Mono" panose="020B0609030804020204" pitchFamily="49" charset="0"/>
                  <a:cs typeface="Noto Mono" panose="020B0609030804020204" pitchFamily="49" charset="0"/>
                </a:rPr>
                <a:t>edu</a:t>
              </a:r>
              <a:endParaRPr lang="en-US" sz="1600" dirty="0">
                <a:solidFill>
                  <a:schemeClr val="accent3">
                    <a:lumMod val="75000"/>
                  </a:schemeClr>
                </a:solidFill>
                <a:latin typeface="Lucida Sans Typewriter" panose="020B0509030504030204" pitchFamily="49" charset="0"/>
                <a:ea typeface="Noto Mono" panose="020B0609030804020204" pitchFamily="49" charset="0"/>
                <a:cs typeface="Noto Mono" panose="020B0609030804020204" pitchFamily="49" charset="0"/>
              </a:endParaRPr>
            </a:p>
          </p:txBody>
        </p:sp>
        <p:sp>
          <p:nvSpPr>
            <p:cNvPr id="165" name="Rectangle: Rounded Corners 164">
              <a:extLst>
                <a:ext uri="{FF2B5EF4-FFF2-40B4-BE49-F238E27FC236}">
                  <a16:creationId xmlns:a16="http://schemas.microsoft.com/office/drawing/2014/main" id="{D550F7A7-D83D-4542-8630-0993F5DFB629}"/>
                </a:ext>
              </a:extLst>
            </p:cNvPr>
            <p:cNvSpPr/>
            <p:nvPr/>
          </p:nvSpPr>
          <p:spPr>
            <a:xfrm>
              <a:off x="7836501" y="1544144"/>
              <a:ext cx="815697" cy="319683"/>
            </a:xfrm>
            <a:prstGeom prst="roundRect">
              <a:avLst>
                <a:gd name="adj" fmla="val 7396"/>
              </a:avLst>
            </a:prstGeom>
            <a:solidFill>
              <a:srgbClr val="EEF1F2"/>
            </a:solidFill>
            <a:ln w="19050">
              <a:solidFill>
                <a:srgbClr val="70838B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wrap="square" rtlCol="0" anchor="ctr">
              <a:spAutoFit/>
            </a:bodyPr>
            <a:lstStyle/>
            <a:p>
              <a:pPr>
                <a:lnSpc>
                  <a:spcPct val="100000"/>
                </a:lnSpc>
                <a:spcAft>
                  <a:spcPts val="500"/>
                </a:spcAft>
                <a:buClr>
                  <a:srgbClr val="619E64"/>
                </a:buClr>
                <a:buSzPct val="85000"/>
                <a:defRPr/>
              </a:pPr>
              <a:endParaRPr lang="en-US" sz="1400" kern="0">
                <a:solidFill>
                  <a:srgbClr val="619E64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66" name="TextBox 165">
              <a:extLst>
                <a:ext uri="{FF2B5EF4-FFF2-40B4-BE49-F238E27FC236}">
                  <a16:creationId xmlns:a16="http://schemas.microsoft.com/office/drawing/2014/main" id="{AD994660-E7DE-4A9C-989A-30E2E0F0BE0F}"/>
                </a:ext>
              </a:extLst>
            </p:cNvPr>
            <p:cNvSpPr txBox="1"/>
            <p:nvPr/>
          </p:nvSpPr>
          <p:spPr>
            <a:xfrm>
              <a:off x="7988910" y="887325"/>
              <a:ext cx="232643" cy="76944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4400" kern="0">
                  <a:solidFill>
                    <a:srgbClr val="70838B"/>
                  </a:solidFill>
                </a:rPr>
                <a:t>.</a:t>
              </a:r>
              <a:endParaRPr lang="en-US" sz="4400">
                <a:solidFill>
                  <a:srgbClr val="70838B"/>
                </a:solidFill>
              </a:endParaRPr>
            </a:p>
          </p:txBody>
        </p:sp>
        <p:cxnSp>
          <p:nvCxnSpPr>
            <p:cNvPr id="167" name="Straight Connector 166">
              <a:extLst>
                <a:ext uri="{FF2B5EF4-FFF2-40B4-BE49-F238E27FC236}">
                  <a16:creationId xmlns:a16="http://schemas.microsoft.com/office/drawing/2014/main" id="{4C8B96D9-3733-4481-B672-36C5499773E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229600" y="2100045"/>
              <a:ext cx="1550528" cy="0"/>
            </a:xfrm>
            <a:prstGeom prst="line">
              <a:avLst/>
            </a:prstGeom>
            <a:ln w="25400">
              <a:solidFill>
                <a:srgbClr val="005EA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8" name="Straight Connector 167">
              <a:extLst>
                <a:ext uri="{FF2B5EF4-FFF2-40B4-BE49-F238E27FC236}">
                  <a16:creationId xmlns:a16="http://schemas.microsoft.com/office/drawing/2014/main" id="{29D31BD8-6950-4F60-9169-329D2B3CCA45}"/>
                </a:ext>
              </a:extLst>
            </p:cNvPr>
            <p:cNvCxnSpPr>
              <a:cxnSpLocks/>
              <a:stCxn id="164" idx="0"/>
            </p:cNvCxnSpPr>
            <p:nvPr/>
          </p:nvCxnSpPr>
          <p:spPr>
            <a:xfrm flipV="1">
              <a:off x="9780129" y="2088615"/>
              <a:ext cx="0" cy="268957"/>
            </a:xfrm>
            <a:prstGeom prst="line">
              <a:avLst/>
            </a:prstGeom>
            <a:ln w="25400">
              <a:solidFill>
                <a:srgbClr val="005EA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9" name="Straight Connector 168">
              <a:extLst>
                <a:ext uri="{FF2B5EF4-FFF2-40B4-BE49-F238E27FC236}">
                  <a16:creationId xmlns:a16="http://schemas.microsoft.com/office/drawing/2014/main" id="{BF456E43-ACD5-4BEA-AB20-C931867E6443}"/>
                </a:ext>
              </a:extLst>
            </p:cNvPr>
            <p:cNvCxnSpPr>
              <a:cxnSpLocks/>
              <a:endCxn id="165" idx="2"/>
            </p:cNvCxnSpPr>
            <p:nvPr/>
          </p:nvCxnSpPr>
          <p:spPr>
            <a:xfrm flipV="1">
              <a:off x="8244348" y="1863829"/>
              <a:ext cx="2" cy="229494"/>
            </a:xfrm>
            <a:prstGeom prst="line">
              <a:avLst/>
            </a:prstGeom>
            <a:ln w="25400">
              <a:solidFill>
                <a:srgbClr val="005EA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0" name="Rectangle: Rounded Corners 169">
              <a:extLst>
                <a:ext uri="{FF2B5EF4-FFF2-40B4-BE49-F238E27FC236}">
                  <a16:creationId xmlns:a16="http://schemas.microsoft.com/office/drawing/2014/main" id="{0897EDD1-F2FB-4858-BC68-7DD073AD8B5C}"/>
                </a:ext>
              </a:extLst>
            </p:cNvPr>
            <p:cNvSpPr/>
            <p:nvPr/>
          </p:nvSpPr>
          <p:spPr>
            <a:xfrm>
              <a:off x="8861205" y="3330750"/>
              <a:ext cx="815697" cy="419457"/>
            </a:xfrm>
            <a:prstGeom prst="roundRect">
              <a:avLst>
                <a:gd name="adj" fmla="val 9098"/>
              </a:avLst>
            </a:prstGeom>
            <a:solidFill>
              <a:srgbClr val="F7F1DD"/>
            </a:solidFill>
            <a:ln w="19050">
              <a:solidFill>
                <a:srgbClr val="957922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wrap="none" rtlCol="0" anchor="ctr">
              <a:noAutofit/>
            </a:bodyPr>
            <a:lstStyle/>
            <a:p>
              <a:pPr algn="ctr"/>
              <a:r>
                <a:rPr lang="en-US" sz="1600">
                  <a:solidFill>
                    <a:srgbClr val="957922"/>
                  </a:solidFill>
                  <a:latin typeface="Lucida Sans Typewriter" panose="020B0509030504030204" pitchFamily="49" charset="0"/>
                  <a:ea typeface="Noto Mono" panose="020B0609030804020204" pitchFamily="49" charset="0"/>
                  <a:cs typeface="Noto Mono" panose="020B0609030804020204" pitchFamily="49" charset="0"/>
                </a:rPr>
                <a:t>ns1</a:t>
              </a:r>
            </a:p>
          </p:txBody>
        </p:sp>
        <p:sp>
          <p:nvSpPr>
            <p:cNvPr id="171" name="Rectangle: Rounded Corners 170">
              <a:extLst>
                <a:ext uri="{FF2B5EF4-FFF2-40B4-BE49-F238E27FC236}">
                  <a16:creationId xmlns:a16="http://schemas.microsoft.com/office/drawing/2014/main" id="{C357010D-EC21-4BE3-B81E-D6A33C9D211C}"/>
                </a:ext>
              </a:extLst>
            </p:cNvPr>
            <p:cNvSpPr/>
            <p:nvPr/>
          </p:nvSpPr>
          <p:spPr>
            <a:xfrm>
              <a:off x="7700717" y="3330751"/>
              <a:ext cx="988092" cy="419457"/>
            </a:xfrm>
            <a:prstGeom prst="roundRect">
              <a:avLst>
                <a:gd name="adj" fmla="val 9098"/>
              </a:avLst>
            </a:prstGeom>
            <a:solidFill>
              <a:srgbClr val="F7F1DD"/>
            </a:solidFill>
            <a:ln w="19050">
              <a:solidFill>
                <a:srgbClr val="957922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wrap="none" rtlCol="0" anchor="ctr">
              <a:noAutofit/>
            </a:bodyPr>
            <a:lstStyle/>
            <a:p>
              <a:pPr algn="ctr"/>
              <a:r>
                <a:rPr lang="en-US" sz="1600" dirty="0" err="1">
                  <a:solidFill>
                    <a:srgbClr val="957922"/>
                  </a:solidFill>
                  <a:latin typeface="Lucida Sans Typewriter" panose="020B0509030504030204" pitchFamily="49" charset="0"/>
                  <a:ea typeface="Noto Mono" panose="020B0609030804020204" pitchFamily="49" charset="0"/>
                  <a:cs typeface="Noto Mono" panose="020B0609030804020204" pitchFamily="49" charset="0"/>
                </a:rPr>
                <a:t>ucla</a:t>
              </a:r>
              <a:endParaRPr lang="en-US" sz="1600" dirty="0">
                <a:solidFill>
                  <a:srgbClr val="957922"/>
                </a:solidFill>
                <a:latin typeface="Lucida Sans Typewriter" panose="020B0509030504030204" pitchFamily="49" charset="0"/>
                <a:ea typeface="Noto Mono" panose="020B0609030804020204" pitchFamily="49" charset="0"/>
                <a:cs typeface="Noto Mono" panose="020B0609030804020204" pitchFamily="49" charset="0"/>
              </a:endParaRPr>
            </a:p>
          </p:txBody>
        </p:sp>
        <p:sp>
          <p:nvSpPr>
            <p:cNvPr id="173" name="Rectangle: Rounded Corners 172">
              <a:extLst>
                <a:ext uri="{FF2B5EF4-FFF2-40B4-BE49-F238E27FC236}">
                  <a16:creationId xmlns:a16="http://schemas.microsoft.com/office/drawing/2014/main" id="{D835BF9E-2BDB-4E48-B234-490739F49300}"/>
                </a:ext>
              </a:extLst>
            </p:cNvPr>
            <p:cNvSpPr/>
            <p:nvPr/>
          </p:nvSpPr>
          <p:spPr>
            <a:xfrm>
              <a:off x="9849300" y="3330750"/>
              <a:ext cx="815697" cy="419457"/>
            </a:xfrm>
            <a:prstGeom prst="roundRect">
              <a:avLst>
                <a:gd name="adj" fmla="val 9098"/>
              </a:avLst>
            </a:prstGeom>
            <a:solidFill>
              <a:srgbClr val="F7F1DD"/>
            </a:solidFill>
            <a:ln w="19050">
              <a:solidFill>
                <a:srgbClr val="957922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wrap="none" rtlCol="0" anchor="ctr">
              <a:noAutofit/>
            </a:bodyPr>
            <a:lstStyle/>
            <a:p>
              <a:pPr algn="ctr"/>
              <a:r>
                <a:rPr lang="en-US" sz="1600">
                  <a:solidFill>
                    <a:srgbClr val="957922"/>
                  </a:solidFill>
                  <a:latin typeface="Lucida Sans Typewriter" panose="020B0509030504030204" pitchFamily="49" charset="0"/>
                  <a:ea typeface="Noto Mono" panose="020B0609030804020204" pitchFamily="49" charset="0"/>
                  <a:cs typeface="Noto Mono" panose="020B0609030804020204" pitchFamily="49" charset="0"/>
                </a:rPr>
                <a:t>ns2</a:t>
              </a:r>
            </a:p>
          </p:txBody>
        </p:sp>
        <p:grpSp>
          <p:nvGrpSpPr>
            <p:cNvPr id="174" name="Group 173">
              <a:extLst>
                <a:ext uri="{FF2B5EF4-FFF2-40B4-BE49-F238E27FC236}">
                  <a16:creationId xmlns:a16="http://schemas.microsoft.com/office/drawing/2014/main" id="{E6F51EEB-54FD-4EB8-87A3-27B3F87D0D24}"/>
                </a:ext>
              </a:extLst>
            </p:cNvPr>
            <p:cNvGrpSpPr/>
            <p:nvPr/>
          </p:nvGrpSpPr>
          <p:grpSpPr>
            <a:xfrm>
              <a:off x="10824220" y="3227209"/>
              <a:ext cx="828871" cy="522998"/>
              <a:chOff x="11221978" y="3047366"/>
              <a:chExt cx="828871" cy="522998"/>
            </a:xfrm>
          </p:grpSpPr>
          <p:sp>
            <p:nvSpPr>
              <p:cNvPr id="269" name="Rectangle: Rounded Corners 268">
                <a:extLst>
                  <a:ext uri="{FF2B5EF4-FFF2-40B4-BE49-F238E27FC236}">
                    <a16:creationId xmlns:a16="http://schemas.microsoft.com/office/drawing/2014/main" id="{5B975AD1-D161-4867-AAE6-B1FF5E72E5F3}"/>
                  </a:ext>
                </a:extLst>
              </p:cNvPr>
              <p:cNvSpPr/>
              <p:nvPr/>
            </p:nvSpPr>
            <p:spPr>
              <a:xfrm>
                <a:off x="11235152" y="3150907"/>
                <a:ext cx="815697" cy="419457"/>
              </a:xfrm>
              <a:prstGeom prst="roundRect">
                <a:avLst>
                  <a:gd name="adj" fmla="val 9098"/>
                </a:avLst>
              </a:prstGeom>
              <a:solidFill>
                <a:srgbClr val="F7F1DD"/>
              </a:solidFill>
              <a:ln w="19050">
                <a:solidFill>
                  <a:srgbClr val="957922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wrap="none" rtlCol="0" anchor="ctr">
                <a:noAutofit/>
              </a:bodyPr>
              <a:lstStyle/>
              <a:p>
                <a:pPr algn="ctr"/>
                <a:endParaRPr lang="en-US" sz="1600">
                  <a:solidFill>
                    <a:srgbClr val="957922"/>
                  </a:solidFill>
                  <a:latin typeface="Noto Mono" panose="020B0609030804020204" pitchFamily="49" charset="0"/>
                  <a:ea typeface="Noto Mono" panose="020B0609030804020204" pitchFamily="49" charset="0"/>
                  <a:cs typeface="Noto Mono" panose="020B0609030804020204" pitchFamily="49" charset="0"/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70" name="TextBox 269">
                    <a:extLst>
                      <a:ext uri="{FF2B5EF4-FFF2-40B4-BE49-F238E27FC236}">
                        <a16:creationId xmlns:a16="http://schemas.microsoft.com/office/drawing/2014/main" id="{96D8C792-6BC8-46E5-8531-4685E9008209}"/>
                      </a:ext>
                    </a:extLst>
                  </p:cNvPr>
                  <p:cNvSpPr txBox="1"/>
                  <p:nvPr/>
                </p:nvSpPr>
                <p:spPr>
                  <a:xfrm>
                    <a:off x="11221978" y="3047366"/>
                    <a:ext cx="619578" cy="369332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1" i="1" smtClean="0">
                              <a:solidFill>
                                <a:srgbClr val="BC69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Noto Mono" panose="020B0609030804020204" pitchFamily="49" charset="0"/>
                            </a:rPr>
                            <m:t> </m:t>
                          </m:r>
                          <m:r>
                            <a:rPr lang="en-US" b="1" i="1" smtClean="0">
                              <a:solidFill>
                                <a:srgbClr val="957922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Noto Mono" panose="020B0609030804020204" pitchFamily="49" charset="0"/>
                            </a:rPr>
                            <m:t>𝜶</m:t>
                          </m:r>
                        </m:oMath>
                      </m:oMathPara>
                    </a14:m>
                    <a:endParaRPr lang="en-US">
                      <a:solidFill>
                        <a:srgbClr val="BC690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270" name="TextBox 269">
                    <a:extLst>
                      <a:ext uri="{FF2B5EF4-FFF2-40B4-BE49-F238E27FC236}">
                        <a16:creationId xmlns:a16="http://schemas.microsoft.com/office/drawing/2014/main" id="{96D8C792-6BC8-46E5-8531-4685E9008209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1221978" y="3047366"/>
                    <a:ext cx="619578" cy="369332"/>
                  </a:xfrm>
                  <a:prstGeom prst="rect">
                    <a:avLst/>
                  </a:prstGeom>
                  <a:blipFill>
                    <a:blip r:embed="rId9"/>
                    <a:stretch>
                      <a:fillRect r="-11321" b="-29268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cxnSp>
          <p:nvCxnSpPr>
            <p:cNvPr id="176" name="Straight Connector 175">
              <a:extLst>
                <a:ext uri="{FF2B5EF4-FFF2-40B4-BE49-F238E27FC236}">
                  <a16:creationId xmlns:a16="http://schemas.microsoft.com/office/drawing/2014/main" id="{B95BC7FE-3B04-4636-9232-D988029FD0C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260081" y="3036232"/>
              <a:ext cx="2979446" cy="3813"/>
            </a:xfrm>
            <a:prstGeom prst="line">
              <a:avLst/>
            </a:prstGeom>
            <a:ln w="25400">
              <a:solidFill>
                <a:srgbClr val="005EA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7" name="Straight Connector 176">
              <a:extLst>
                <a:ext uri="{FF2B5EF4-FFF2-40B4-BE49-F238E27FC236}">
                  <a16:creationId xmlns:a16="http://schemas.microsoft.com/office/drawing/2014/main" id="{E635FFC2-457D-4961-96FB-625F09A211A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272069" y="3032420"/>
              <a:ext cx="0" cy="296425"/>
            </a:xfrm>
            <a:prstGeom prst="line">
              <a:avLst/>
            </a:prstGeom>
            <a:ln w="25400">
              <a:solidFill>
                <a:srgbClr val="005EA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9" name="Straight Connector 178">
              <a:extLst>
                <a:ext uri="{FF2B5EF4-FFF2-40B4-BE49-F238E27FC236}">
                  <a16:creationId xmlns:a16="http://schemas.microsoft.com/office/drawing/2014/main" id="{8E8E08BC-FE8F-4519-B18B-9942913E6F16}"/>
                </a:ext>
              </a:extLst>
            </p:cNvPr>
            <p:cNvCxnSpPr>
              <a:cxnSpLocks/>
              <a:stCxn id="170" idx="0"/>
            </p:cNvCxnSpPr>
            <p:nvPr/>
          </p:nvCxnSpPr>
          <p:spPr>
            <a:xfrm flipH="1" flipV="1">
              <a:off x="9269053" y="3040045"/>
              <a:ext cx="1" cy="290705"/>
            </a:xfrm>
            <a:prstGeom prst="line">
              <a:avLst/>
            </a:prstGeom>
            <a:ln w="25400">
              <a:solidFill>
                <a:srgbClr val="005EA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0" name="Straight Connector 179">
              <a:extLst>
                <a:ext uri="{FF2B5EF4-FFF2-40B4-BE49-F238E27FC236}">
                  <a16:creationId xmlns:a16="http://schemas.microsoft.com/office/drawing/2014/main" id="{08619295-A977-4E8F-B98B-D84DA8C906C6}"/>
                </a:ext>
              </a:extLst>
            </p:cNvPr>
            <p:cNvCxnSpPr>
              <a:cxnSpLocks/>
              <a:stCxn id="173" idx="0"/>
            </p:cNvCxnSpPr>
            <p:nvPr/>
          </p:nvCxnSpPr>
          <p:spPr>
            <a:xfrm flipH="1" flipV="1">
              <a:off x="10257148" y="3032420"/>
              <a:ext cx="1" cy="298330"/>
            </a:xfrm>
            <a:prstGeom prst="line">
              <a:avLst/>
            </a:prstGeom>
            <a:ln w="25400">
              <a:solidFill>
                <a:srgbClr val="005EA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2" name="Straight Connector 181">
              <a:extLst>
                <a:ext uri="{FF2B5EF4-FFF2-40B4-BE49-F238E27FC236}">
                  <a16:creationId xmlns:a16="http://schemas.microsoft.com/office/drawing/2014/main" id="{CF11F537-332A-4672-B38C-D1649240B3D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239528" y="3028610"/>
              <a:ext cx="0" cy="298687"/>
            </a:xfrm>
            <a:prstGeom prst="line">
              <a:avLst/>
            </a:prstGeom>
            <a:ln w="25400">
              <a:solidFill>
                <a:srgbClr val="005EA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4" name="Straight Connector 183">
              <a:extLst>
                <a:ext uri="{FF2B5EF4-FFF2-40B4-BE49-F238E27FC236}">
                  <a16:creationId xmlns:a16="http://schemas.microsoft.com/office/drawing/2014/main" id="{66CACD08-A8F7-4E9D-BA88-CBA80B91B42A}"/>
                </a:ext>
              </a:extLst>
            </p:cNvPr>
            <p:cNvCxnSpPr>
              <a:cxnSpLocks/>
              <a:endCxn id="164" idx="2"/>
            </p:cNvCxnSpPr>
            <p:nvPr/>
          </p:nvCxnSpPr>
          <p:spPr>
            <a:xfrm flipV="1">
              <a:off x="9780129" y="2777029"/>
              <a:ext cx="0" cy="268957"/>
            </a:xfrm>
            <a:prstGeom prst="line">
              <a:avLst/>
            </a:prstGeom>
            <a:ln w="25400">
              <a:solidFill>
                <a:srgbClr val="005EA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5" name="Rectangle: Rounded Corners 184">
              <a:extLst>
                <a:ext uri="{FF2B5EF4-FFF2-40B4-BE49-F238E27FC236}">
                  <a16:creationId xmlns:a16="http://schemas.microsoft.com/office/drawing/2014/main" id="{CEA4B14D-BDC7-433E-8DFA-50495D8492C1}"/>
                </a:ext>
              </a:extLst>
            </p:cNvPr>
            <p:cNvSpPr/>
            <p:nvPr/>
          </p:nvSpPr>
          <p:spPr>
            <a:xfrm>
              <a:off x="7381326" y="4295265"/>
              <a:ext cx="815697" cy="419457"/>
            </a:xfrm>
            <a:prstGeom prst="roundRect">
              <a:avLst>
                <a:gd name="adj" fmla="val 9098"/>
              </a:avLst>
            </a:prstGeom>
            <a:solidFill>
              <a:srgbClr val="FAFFFA"/>
            </a:solidFill>
            <a:ln w="19050">
              <a:solidFill>
                <a:srgbClr val="619E64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wrap="none" rtlCol="0" anchor="ctr">
              <a:noAutofit/>
            </a:bodyPr>
            <a:lstStyle/>
            <a:p>
              <a:pPr algn="ctr"/>
              <a:r>
                <a:rPr lang="en-US" sz="1600" dirty="0">
                  <a:solidFill>
                    <a:srgbClr val="619E64"/>
                  </a:solidFill>
                  <a:latin typeface="Lucida Sans Typewriter" panose="020B0509030504030204" pitchFamily="49" charset="0"/>
                  <a:ea typeface="Noto Mono" panose="020B0609030804020204" pitchFamily="49" charset="0"/>
                  <a:cs typeface="Noto Mono" panose="020B0609030804020204" pitchFamily="49" charset="0"/>
                </a:rPr>
                <a:t>www</a:t>
              </a:r>
            </a:p>
          </p:txBody>
        </p:sp>
        <p:sp>
          <p:nvSpPr>
            <p:cNvPr id="186" name="Rectangle: Rounded Corners 185">
              <a:extLst>
                <a:ext uri="{FF2B5EF4-FFF2-40B4-BE49-F238E27FC236}">
                  <a16:creationId xmlns:a16="http://schemas.microsoft.com/office/drawing/2014/main" id="{8F90722F-485F-4D2B-BE2E-EE37D02C8714}"/>
                </a:ext>
              </a:extLst>
            </p:cNvPr>
            <p:cNvSpPr/>
            <p:nvPr/>
          </p:nvSpPr>
          <p:spPr>
            <a:xfrm>
              <a:off x="8361640" y="4295264"/>
              <a:ext cx="815697" cy="419457"/>
            </a:xfrm>
            <a:prstGeom prst="roundRect">
              <a:avLst>
                <a:gd name="adj" fmla="val 9098"/>
              </a:avLst>
            </a:prstGeom>
            <a:solidFill>
              <a:srgbClr val="FAFFFA"/>
            </a:solidFill>
            <a:ln w="19050">
              <a:solidFill>
                <a:srgbClr val="619E64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wrap="none" rtlCol="0" anchor="ctr">
              <a:noAutofit/>
            </a:bodyPr>
            <a:lstStyle/>
            <a:p>
              <a:pPr algn="ctr"/>
              <a:r>
                <a:rPr lang="en-US" sz="1600">
                  <a:solidFill>
                    <a:srgbClr val="619E64"/>
                  </a:solidFill>
                  <a:latin typeface="Lucida Sans Typewriter" panose="020B0509030504030204" pitchFamily="49" charset="0"/>
                  <a:ea typeface="Noto Mono" panose="020B0609030804020204" pitchFamily="49" charset="0"/>
                  <a:cs typeface="Noto Mono" panose="020B0609030804020204" pitchFamily="49" charset="0"/>
                </a:rPr>
                <a:t>*</a:t>
              </a:r>
            </a:p>
          </p:txBody>
        </p:sp>
        <p:sp>
          <p:nvSpPr>
            <p:cNvPr id="187" name="Rectangle: Rounded Corners 186">
              <a:extLst>
                <a:ext uri="{FF2B5EF4-FFF2-40B4-BE49-F238E27FC236}">
                  <a16:creationId xmlns:a16="http://schemas.microsoft.com/office/drawing/2014/main" id="{D5C01649-EB50-4E48-9E40-FF3D74B7778C}"/>
                </a:ext>
              </a:extLst>
            </p:cNvPr>
            <p:cNvSpPr/>
            <p:nvPr/>
          </p:nvSpPr>
          <p:spPr>
            <a:xfrm>
              <a:off x="6401012" y="4295265"/>
              <a:ext cx="815697" cy="419457"/>
            </a:xfrm>
            <a:prstGeom prst="roundRect">
              <a:avLst>
                <a:gd name="adj" fmla="val 9098"/>
              </a:avLst>
            </a:prstGeom>
            <a:solidFill>
              <a:srgbClr val="FAFFFA"/>
            </a:solidFill>
            <a:ln w="19050">
              <a:solidFill>
                <a:srgbClr val="619E64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wrap="none" rtlCol="0" anchor="ctr">
              <a:noAutofit/>
            </a:bodyPr>
            <a:lstStyle/>
            <a:p>
              <a:pPr algn="ctr"/>
              <a:r>
                <a:rPr lang="en-US" sz="1600" dirty="0">
                  <a:solidFill>
                    <a:srgbClr val="619E64"/>
                  </a:solidFill>
                  <a:latin typeface="Lucida Sans Typewriter" panose="020B0509030504030204" pitchFamily="49" charset="0"/>
                  <a:ea typeface="Noto Mono" panose="020B0609030804020204" pitchFamily="49" charset="0"/>
                  <a:cs typeface="Noto Mono" panose="020B0609030804020204" pitchFamily="49" charset="0"/>
                </a:rPr>
                <a:t>bio</a:t>
              </a:r>
            </a:p>
          </p:txBody>
        </p:sp>
        <p:cxnSp>
          <p:nvCxnSpPr>
            <p:cNvPr id="188" name="Straight Connector 187">
              <a:extLst>
                <a:ext uri="{FF2B5EF4-FFF2-40B4-BE49-F238E27FC236}">
                  <a16:creationId xmlns:a16="http://schemas.microsoft.com/office/drawing/2014/main" id="{46B6FDD6-FE80-42AC-A4FC-5C5F17922154}"/>
                </a:ext>
              </a:extLst>
            </p:cNvPr>
            <p:cNvCxnSpPr>
              <a:cxnSpLocks/>
              <a:endCxn id="171" idx="2"/>
            </p:cNvCxnSpPr>
            <p:nvPr/>
          </p:nvCxnSpPr>
          <p:spPr>
            <a:xfrm flipH="1" flipV="1">
              <a:off x="8194763" y="3750207"/>
              <a:ext cx="4432" cy="262108"/>
            </a:xfrm>
            <a:prstGeom prst="line">
              <a:avLst/>
            </a:prstGeom>
            <a:ln w="25400">
              <a:solidFill>
                <a:srgbClr val="005EA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9" name="Straight Connector 188">
              <a:extLst>
                <a:ext uri="{FF2B5EF4-FFF2-40B4-BE49-F238E27FC236}">
                  <a16:creationId xmlns:a16="http://schemas.microsoft.com/office/drawing/2014/main" id="{0EA33DBA-0339-4B67-A06A-F804A50CEA7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800682" y="4024652"/>
              <a:ext cx="2979446" cy="3813"/>
            </a:xfrm>
            <a:prstGeom prst="line">
              <a:avLst/>
            </a:prstGeom>
            <a:ln w="25400">
              <a:solidFill>
                <a:srgbClr val="005EA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0" name="Straight Connector 189">
              <a:extLst>
                <a:ext uri="{FF2B5EF4-FFF2-40B4-BE49-F238E27FC236}">
                  <a16:creationId xmlns:a16="http://schemas.microsoft.com/office/drawing/2014/main" id="{6663E1E8-30E9-4842-9621-4A710490D5D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808861" y="4013200"/>
              <a:ext cx="0" cy="270613"/>
            </a:xfrm>
            <a:prstGeom prst="line">
              <a:avLst/>
            </a:prstGeom>
            <a:ln w="25400">
              <a:solidFill>
                <a:srgbClr val="005EA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1" name="Straight Connector 190">
              <a:extLst>
                <a:ext uri="{FF2B5EF4-FFF2-40B4-BE49-F238E27FC236}">
                  <a16:creationId xmlns:a16="http://schemas.microsoft.com/office/drawing/2014/main" id="{5704BC29-FC47-432C-ABC7-E4E303524B5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769738" y="4022747"/>
              <a:ext cx="0" cy="270613"/>
            </a:xfrm>
            <a:prstGeom prst="line">
              <a:avLst/>
            </a:prstGeom>
            <a:ln w="25400">
              <a:solidFill>
                <a:srgbClr val="005EA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2" name="Rectangle: Rounded Corners 191">
              <a:extLst>
                <a:ext uri="{FF2B5EF4-FFF2-40B4-BE49-F238E27FC236}">
                  <a16:creationId xmlns:a16="http://schemas.microsoft.com/office/drawing/2014/main" id="{63454B7F-4B0E-43D4-9FC4-F5C59DD863C4}"/>
                </a:ext>
              </a:extLst>
            </p:cNvPr>
            <p:cNvSpPr/>
            <p:nvPr/>
          </p:nvSpPr>
          <p:spPr>
            <a:xfrm>
              <a:off x="9341955" y="4295265"/>
              <a:ext cx="815697" cy="419457"/>
            </a:xfrm>
            <a:prstGeom prst="roundRect">
              <a:avLst>
                <a:gd name="adj" fmla="val 9098"/>
              </a:avLst>
            </a:prstGeom>
            <a:solidFill>
              <a:srgbClr val="FAFFFA"/>
            </a:solidFill>
            <a:ln w="19050">
              <a:solidFill>
                <a:srgbClr val="619E64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wrap="none" rtlCol="0" anchor="ctr">
              <a:noAutofit/>
            </a:bodyPr>
            <a:lstStyle/>
            <a:p>
              <a:pPr algn="ctr"/>
              <a:endParaRPr lang="en-US" sz="1600">
                <a:solidFill>
                  <a:srgbClr val="957922"/>
                </a:solidFill>
                <a:latin typeface="Noto Mono" panose="020B0609030804020204" pitchFamily="49" charset="0"/>
                <a:ea typeface="Noto Mono" panose="020B0609030804020204" pitchFamily="49" charset="0"/>
                <a:cs typeface="Noto Mono" panose="020B0609030804020204" pitchFamily="49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3" name="TextBox 192">
                  <a:extLst>
                    <a:ext uri="{FF2B5EF4-FFF2-40B4-BE49-F238E27FC236}">
                      <a16:creationId xmlns:a16="http://schemas.microsoft.com/office/drawing/2014/main" id="{01991632-7654-4D10-A942-B52874779C48}"/>
                    </a:ext>
                  </a:extLst>
                </p:cNvPr>
                <p:cNvSpPr txBox="1"/>
                <p:nvPr/>
              </p:nvSpPr>
              <p:spPr>
                <a:xfrm>
                  <a:off x="9328782" y="4191725"/>
                  <a:ext cx="619578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smtClean="0">
                            <a:solidFill>
                              <a:srgbClr val="BC69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Noto Mono" panose="020B0609030804020204" pitchFamily="49" charset="0"/>
                          </a:rPr>
                          <m:t> </m:t>
                        </m:r>
                        <m:r>
                          <a:rPr lang="en-US" b="1" i="1" smtClean="0">
                            <a:solidFill>
                              <a:srgbClr val="619E64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Noto Mono" panose="020B0609030804020204" pitchFamily="49" charset="0"/>
                          </a:rPr>
                          <m:t>𝜶</m:t>
                        </m:r>
                      </m:oMath>
                    </m:oMathPara>
                  </a14:m>
                  <a:endParaRPr lang="en-US">
                    <a:solidFill>
                      <a:srgbClr val="BC6900"/>
                    </a:solidFill>
                  </a:endParaRPr>
                </a:p>
              </p:txBody>
            </p:sp>
          </mc:Choice>
          <mc:Fallback xmlns="">
            <p:sp>
              <p:nvSpPr>
                <p:cNvPr id="193" name="TextBox 192">
                  <a:extLst>
                    <a:ext uri="{FF2B5EF4-FFF2-40B4-BE49-F238E27FC236}">
                      <a16:creationId xmlns:a16="http://schemas.microsoft.com/office/drawing/2014/main" id="{01991632-7654-4D10-A942-B52874779C4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328782" y="4191725"/>
                  <a:ext cx="619578" cy="369332"/>
                </a:xfrm>
                <a:prstGeom prst="rect">
                  <a:avLst/>
                </a:prstGeom>
                <a:blipFill>
                  <a:blip r:embed="rId10"/>
                  <a:stretch>
                    <a:fillRect r="-11321" b="-2857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44" name="Straight Connector 243">
              <a:extLst>
                <a:ext uri="{FF2B5EF4-FFF2-40B4-BE49-F238E27FC236}">
                  <a16:creationId xmlns:a16="http://schemas.microsoft.com/office/drawing/2014/main" id="{F25CA504-343D-47F0-9ACD-936055CCA3BC}"/>
                </a:ext>
              </a:extLst>
            </p:cNvPr>
            <p:cNvCxnSpPr>
              <a:cxnSpLocks/>
              <a:stCxn id="185" idx="0"/>
            </p:cNvCxnSpPr>
            <p:nvPr/>
          </p:nvCxnSpPr>
          <p:spPr>
            <a:xfrm flipV="1">
              <a:off x="7789175" y="4028465"/>
              <a:ext cx="0" cy="266800"/>
            </a:xfrm>
            <a:prstGeom prst="line">
              <a:avLst/>
            </a:prstGeom>
            <a:ln w="25400">
              <a:solidFill>
                <a:srgbClr val="005EA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5" name="Straight Connector 244">
              <a:extLst>
                <a:ext uri="{FF2B5EF4-FFF2-40B4-BE49-F238E27FC236}">
                  <a16:creationId xmlns:a16="http://schemas.microsoft.com/office/drawing/2014/main" id="{B319CD68-527D-4127-A312-AAE1BBCBCA13}"/>
                </a:ext>
              </a:extLst>
            </p:cNvPr>
            <p:cNvCxnSpPr>
              <a:cxnSpLocks/>
              <a:stCxn id="186" idx="0"/>
            </p:cNvCxnSpPr>
            <p:nvPr/>
          </p:nvCxnSpPr>
          <p:spPr>
            <a:xfrm flipH="1" flipV="1">
              <a:off x="8768575" y="4028465"/>
              <a:ext cx="914" cy="266799"/>
            </a:xfrm>
            <a:prstGeom prst="line">
              <a:avLst/>
            </a:prstGeom>
            <a:ln w="25400">
              <a:solidFill>
                <a:srgbClr val="005EA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6" name="Straight Connector 245">
              <a:extLst>
                <a:ext uri="{FF2B5EF4-FFF2-40B4-BE49-F238E27FC236}">
                  <a16:creationId xmlns:a16="http://schemas.microsoft.com/office/drawing/2014/main" id="{C7112A62-19C6-4ADB-9AEC-E2F3411F752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721541" y="2100045"/>
              <a:ext cx="1550528" cy="0"/>
            </a:xfrm>
            <a:prstGeom prst="line">
              <a:avLst/>
            </a:prstGeom>
            <a:ln w="25400">
              <a:solidFill>
                <a:srgbClr val="005EA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9" name="Straight Connector 248">
              <a:extLst>
                <a:ext uri="{FF2B5EF4-FFF2-40B4-BE49-F238E27FC236}">
                  <a16:creationId xmlns:a16="http://schemas.microsoft.com/office/drawing/2014/main" id="{02715B23-0132-4CC3-B56A-A446A8657118}"/>
                </a:ext>
              </a:extLst>
            </p:cNvPr>
            <p:cNvCxnSpPr>
              <a:cxnSpLocks/>
              <a:stCxn id="251" idx="0"/>
            </p:cNvCxnSpPr>
            <p:nvPr/>
          </p:nvCxnSpPr>
          <p:spPr>
            <a:xfrm flipV="1">
              <a:off x="6721541" y="2088616"/>
              <a:ext cx="1129" cy="263272"/>
            </a:xfrm>
            <a:prstGeom prst="line">
              <a:avLst/>
            </a:prstGeom>
            <a:ln w="25400">
              <a:solidFill>
                <a:srgbClr val="005EA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1" name="Rectangle: Rounded Corners 250">
                  <a:extLst>
                    <a:ext uri="{FF2B5EF4-FFF2-40B4-BE49-F238E27FC236}">
                      <a16:creationId xmlns:a16="http://schemas.microsoft.com/office/drawing/2014/main" id="{026D2534-2846-4B2D-B063-D2CB618202AF}"/>
                    </a:ext>
                  </a:extLst>
                </p:cNvPr>
                <p:cNvSpPr/>
                <p:nvPr/>
              </p:nvSpPr>
              <p:spPr>
                <a:xfrm>
                  <a:off x="6313692" y="2351888"/>
                  <a:ext cx="815697" cy="419457"/>
                </a:xfrm>
                <a:prstGeom prst="roundRect">
                  <a:avLst>
                    <a:gd name="adj" fmla="val 9098"/>
                  </a:avLst>
                </a:prstGeom>
                <a:solidFill>
                  <a:srgbClr val="FFEED9"/>
                </a:solidFill>
                <a:ln w="19050">
                  <a:solidFill>
                    <a:schemeClr val="accent3">
                      <a:lumMod val="75000"/>
                    </a:schemeClr>
                  </a:solidFill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6">
                    <a:shade val="50000"/>
                  </a:schemeClr>
                </a:lnRef>
                <a:fillRef idx="1">
                  <a:schemeClr val="accent6"/>
                </a:fillRef>
                <a:effectRef idx="0">
                  <a:schemeClr val="accent6"/>
                </a:effectRef>
                <a:fontRef idx="minor">
                  <a:schemeClr val="lt1"/>
                </a:fontRef>
              </p:style>
              <p:txBody>
                <a:bodyPr wrap="none" rtlCol="0" anchor="ctr">
                  <a:no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1" i="1" smtClean="0">
                            <a:solidFill>
                              <a:srgbClr val="BC69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Noto Mono" panose="020B0609030804020204" pitchFamily="49" charset="0"/>
                          </a:rPr>
                          <m:t>   </m:t>
                        </m:r>
                      </m:oMath>
                    </m:oMathPara>
                  </a14:m>
                  <a:endParaRPr lang="en-US" sz="2000">
                    <a:solidFill>
                      <a:srgbClr val="BC6900"/>
                    </a:solidFill>
                    <a:latin typeface="Noto Mono" panose="020B0609030804020204" pitchFamily="49" charset="0"/>
                    <a:ea typeface="Noto Mono" panose="020B0609030804020204" pitchFamily="49" charset="0"/>
                    <a:cs typeface="Noto Mono" panose="020B0609030804020204" pitchFamily="49" charset="0"/>
                  </a:endParaRPr>
                </a:p>
              </p:txBody>
            </p:sp>
          </mc:Choice>
          <mc:Fallback xmlns="">
            <p:sp>
              <p:nvSpPr>
                <p:cNvPr id="251" name="Rectangle: Rounded Corners 250">
                  <a:extLst>
                    <a:ext uri="{FF2B5EF4-FFF2-40B4-BE49-F238E27FC236}">
                      <a16:creationId xmlns:a16="http://schemas.microsoft.com/office/drawing/2014/main" id="{026D2534-2846-4B2D-B063-D2CB618202AF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13692" y="2351888"/>
                  <a:ext cx="815697" cy="419457"/>
                </a:xfrm>
                <a:prstGeom prst="roundRect">
                  <a:avLst>
                    <a:gd name="adj" fmla="val 9098"/>
                  </a:avLst>
                </a:prstGeom>
                <a:blipFill>
                  <a:blip r:embed="rId11"/>
                  <a:stretch>
                    <a:fillRect/>
                  </a:stretch>
                </a:blipFill>
                <a:ln w="19050">
                  <a:solidFill>
                    <a:schemeClr val="accent3">
                      <a:lumMod val="75000"/>
                    </a:schemeClr>
                  </a:solidFill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2" name="TextBox 251">
                  <a:extLst>
                    <a:ext uri="{FF2B5EF4-FFF2-40B4-BE49-F238E27FC236}">
                      <a16:creationId xmlns:a16="http://schemas.microsoft.com/office/drawing/2014/main" id="{E4B6C553-50BF-4AE1-8441-BFAE2CE1FF90}"/>
                    </a:ext>
                  </a:extLst>
                </p:cNvPr>
                <p:cNvSpPr txBox="1"/>
                <p:nvPr/>
              </p:nvSpPr>
              <p:spPr>
                <a:xfrm>
                  <a:off x="6324285" y="2263232"/>
                  <a:ext cx="417638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smtClean="0">
                            <a:solidFill>
                              <a:srgbClr val="BC69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Noto Mono" panose="020B0609030804020204" pitchFamily="49" charset="0"/>
                          </a:rPr>
                          <m:t> </m:t>
                        </m:r>
                        <m:r>
                          <a:rPr lang="en-US" b="1" i="1" smtClean="0">
                            <a:solidFill>
                              <a:srgbClr val="BC69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Noto Mono" panose="020B0609030804020204" pitchFamily="49" charset="0"/>
                          </a:rPr>
                          <m:t>𝜶</m:t>
                        </m:r>
                      </m:oMath>
                    </m:oMathPara>
                  </a14:m>
                  <a:endParaRPr lang="en-US">
                    <a:solidFill>
                      <a:srgbClr val="BC6900"/>
                    </a:solidFill>
                  </a:endParaRPr>
                </a:p>
              </p:txBody>
            </p:sp>
          </mc:Choice>
          <mc:Fallback xmlns="">
            <p:sp>
              <p:nvSpPr>
                <p:cNvPr id="252" name="TextBox 251">
                  <a:extLst>
                    <a:ext uri="{FF2B5EF4-FFF2-40B4-BE49-F238E27FC236}">
                      <a16:creationId xmlns:a16="http://schemas.microsoft.com/office/drawing/2014/main" id="{E4B6C553-50BF-4AE1-8441-BFAE2CE1FF9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24285" y="2263232"/>
                  <a:ext cx="417638" cy="369332"/>
                </a:xfrm>
                <a:prstGeom prst="rect">
                  <a:avLst/>
                </a:prstGeom>
                <a:blipFill>
                  <a:blip r:embed="rId12"/>
                  <a:stretch>
                    <a:fillRect r="-63889" b="-2926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254" name="Group 253">
              <a:extLst>
                <a:ext uri="{FF2B5EF4-FFF2-40B4-BE49-F238E27FC236}">
                  <a16:creationId xmlns:a16="http://schemas.microsoft.com/office/drawing/2014/main" id="{DC09B3A8-55EB-4EB6-B19F-FE5C1A41877F}"/>
                </a:ext>
              </a:extLst>
            </p:cNvPr>
            <p:cNvGrpSpPr/>
            <p:nvPr/>
          </p:nvGrpSpPr>
          <p:grpSpPr>
            <a:xfrm>
              <a:off x="6361449" y="4961091"/>
              <a:ext cx="855260" cy="522998"/>
              <a:chOff x="9454792" y="4344124"/>
              <a:chExt cx="855260" cy="522998"/>
            </a:xfrm>
          </p:grpSpPr>
          <p:sp>
            <p:nvSpPr>
              <p:cNvPr id="267" name="Rectangle: Rounded Corners 266">
                <a:extLst>
                  <a:ext uri="{FF2B5EF4-FFF2-40B4-BE49-F238E27FC236}">
                    <a16:creationId xmlns:a16="http://schemas.microsoft.com/office/drawing/2014/main" id="{FBD02D37-9BAD-4552-BA12-E453B088C1E2}"/>
                  </a:ext>
                </a:extLst>
              </p:cNvPr>
              <p:cNvSpPr/>
              <p:nvPr/>
            </p:nvSpPr>
            <p:spPr>
              <a:xfrm>
                <a:off x="9494355" y="4447665"/>
                <a:ext cx="815697" cy="419457"/>
              </a:xfrm>
              <a:prstGeom prst="roundRect">
                <a:avLst>
                  <a:gd name="adj" fmla="val 9098"/>
                </a:avLst>
              </a:prstGeom>
              <a:solidFill>
                <a:srgbClr val="FAFFFA"/>
              </a:solidFill>
              <a:ln w="19050">
                <a:solidFill>
                  <a:srgbClr val="619E64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wrap="none" rtlCol="0" anchor="ctr">
                <a:noAutofit/>
              </a:bodyPr>
              <a:lstStyle/>
              <a:p>
                <a:pPr algn="ctr"/>
                <a:endParaRPr lang="en-US" sz="1600">
                  <a:solidFill>
                    <a:srgbClr val="957922"/>
                  </a:solidFill>
                  <a:latin typeface="Noto Mono" panose="020B0609030804020204" pitchFamily="49" charset="0"/>
                  <a:ea typeface="Noto Mono" panose="020B0609030804020204" pitchFamily="49" charset="0"/>
                  <a:cs typeface="Noto Mono" panose="020B0609030804020204" pitchFamily="49" charset="0"/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68" name="TextBox 267">
                    <a:extLst>
                      <a:ext uri="{FF2B5EF4-FFF2-40B4-BE49-F238E27FC236}">
                        <a16:creationId xmlns:a16="http://schemas.microsoft.com/office/drawing/2014/main" id="{01E426B1-9866-4476-86B7-23A46B06CEFD}"/>
                      </a:ext>
                    </a:extLst>
                  </p:cNvPr>
                  <p:cNvSpPr txBox="1"/>
                  <p:nvPr/>
                </p:nvSpPr>
                <p:spPr>
                  <a:xfrm>
                    <a:off x="9454792" y="4344124"/>
                    <a:ext cx="619578" cy="369332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1" i="1" smtClean="0">
                              <a:solidFill>
                                <a:srgbClr val="BC69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Noto Mono" panose="020B0609030804020204" pitchFamily="49" charset="0"/>
                            </a:rPr>
                            <m:t> </m:t>
                          </m:r>
                          <m:r>
                            <a:rPr lang="en-US" b="1" i="1" smtClean="0">
                              <a:solidFill>
                                <a:srgbClr val="619E64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Noto Mono" panose="020B0609030804020204" pitchFamily="49" charset="0"/>
                            </a:rPr>
                            <m:t>𝜶</m:t>
                          </m:r>
                        </m:oMath>
                      </m:oMathPara>
                    </a14:m>
                    <a:endParaRPr lang="en-US">
                      <a:solidFill>
                        <a:srgbClr val="BC690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268" name="TextBox 267">
                    <a:extLst>
                      <a:ext uri="{FF2B5EF4-FFF2-40B4-BE49-F238E27FC236}">
                        <a16:creationId xmlns:a16="http://schemas.microsoft.com/office/drawing/2014/main" id="{01E426B1-9866-4476-86B7-23A46B06CEFD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454792" y="4344124"/>
                    <a:ext cx="619578" cy="369332"/>
                  </a:xfrm>
                  <a:prstGeom prst="rect">
                    <a:avLst/>
                  </a:prstGeom>
                  <a:blipFill>
                    <a:blip r:embed="rId10"/>
                    <a:stretch>
                      <a:fillRect r="-11321" b="-31707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cxnSp>
          <p:nvCxnSpPr>
            <p:cNvPr id="255" name="Straight Connector 254">
              <a:extLst>
                <a:ext uri="{FF2B5EF4-FFF2-40B4-BE49-F238E27FC236}">
                  <a16:creationId xmlns:a16="http://schemas.microsoft.com/office/drawing/2014/main" id="{8569BE37-BB66-48C1-84D7-E47DA9F74A8A}"/>
                </a:ext>
              </a:extLst>
            </p:cNvPr>
            <p:cNvCxnSpPr>
              <a:cxnSpLocks/>
              <a:stCxn id="267" idx="0"/>
              <a:endCxn id="187" idx="2"/>
            </p:cNvCxnSpPr>
            <p:nvPr/>
          </p:nvCxnSpPr>
          <p:spPr>
            <a:xfrm flipV="1">
              <a:off x="6808861" y="4714722"/>
              <a:ext cx="0" cy="349910"/>
            </a:xfrm>
            <a:prstGeom prst="line">
              <a:avLst/>
            </a:prstGeom>
            <a:ln w="25400">
              <a:solidFill>
                <a:srgbClr val="005EA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57" name="Group 256">
              <a:extLst>
                <a:ext uri="{FF2B5EF4-FFF2-40B4-BE49-F238E27FC236}">
                  <a16:creationId xmlns:a16="http://schemas.microsoft.com/office/drawing/2014/main" id="{497419A2-028D-4C9F-90F0-AE851B7AE60F}"/>
                </a:ext>
              </a:extLst>
            </p:cNvPr>
            <p:cNvGrpSpPr/>
            <p:nvPr/>
          </p:nvGrpSpPr>
          <p:grpSpPr>
            <a:xfrm>
              <a:off x="7371469" y="4955521"/>
              <a:ext cx="825554" cy="534509"/>
              <a:chOff x="9484498" y="4332613"/>
              <a:chExt cx="825554" cy="534509"/>
            </a:xfrm>
          </p:grpSpPr>
          <p:sp>
            <p:nvSpPr>
              <p:cNvPr id="265" name="Rectangle: Rounded Corners 264">
                <a:extLst>
                  <a:ext uri="{FF2B5EF4-FFF2-40B4-BE49-F238E27FC236}">
                    <a16:creationId xmlns:a16="http://schemas.microsoft.com/office/drawing/2014/main" id="{BAE6B550-F91A-47F9-A19D-46E81214EA35}"/>
                  </a:ext>
                </a:extLst>
              </p:cNvPr>
              <p:cNvSpPr/>
              <p:nvPr/>
            </p:nvSpPr>
            <p:spPr>
              <a:xfrm>
                <a:off x="9494355" y="4447665"/>
                <a:ext cx="815697" cy="419457"/>
              </a:xfrm>
              <a:prstGeom prst="roundRect">
                <a:avLst>
                  <a:gd name="adj" fmla="val 9098"/>
                </a:avLst>
              </a:prstGeom>
              <a:solidFill>
                <a:srgbClr val="FAFFFA"/>
              </a:solidFill>
              <a:ln w="19050">
                <a:solidFill>
                  <a:srgbClr val="619E64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wrap="none" rtlCol="0" anchor="ctr">
                <a:noAutofit/>
              </a:bodyPr>
              <a:lstStyle/>
              <a:p>
                <a:pPr algn="ctr"/>
                <a:endParaRPr lang="en-US" sz="1600">
                  <a:solidFill>
                    <a:srgbClr val="957922"/>
                  </a:solidFill>
                  <a:latin typeface="Noto Mono" panose="020B0609030804020204" pitchFamily="49" charset="0"/>
                  <a:ea typeface="Noto Mono" panose="020B0609030804020204" pitchFamily="49" charset="0"/>
                  <a:cs typeface="Noto Mono" panose="020B0609030804020204" pitchFamily="49" charset="0"/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66" name="TextBox 265">
                    <a:extLst>
                      <a:ext uri="{FF2B5EF4-FFF2-40B4-BE49-F238E27FC236}">
                        <a16:creationId xmlns:a16="http://schemas.microsoft.com/office/drawing/2014/main" id="{BA8C5F13-5079-4ED8-8D8B-2A1DA5816F9F}"/>
                      </a:ext>
                    </a:extLst>
                  </p:cNvPr>
                  <p:cNvSpPr txBox="1"/>
                  <p:nvPr/>
                </p:nvSpPr>
                <p:spPr>
                  <a:xfrm>
                    <a:off x="9484498" y="4332613"/>
                    <a:ext cx="619578" cy="369332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1" i="1" smtClean="0">
                              <a:solidFill>
                                <a:srgbClr val="BC69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Noto Mono" panose="020B0609030804020204" pitchFamily="49" charset="0"/>
                            </a:rPr>
                            <m:t> </m:t>
                          </m:r>
                          <m:r>
                            <a:rPr lang="en-US" b="1" i="1" smtClean="0">
                              <a:solidFill>
                                <a:srgbClr val="619E64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Noto Mono" panose="020B0609030804020204" pitchFamily="49" charset="0"/>
                            </a:rPr>
                            <m:t>𝜶</m:t>
                          </m:r>
                        </m:oMath>
                      </m:oMathPara>
                    </a14:m>
                    <a:endParaRPr lang="en-US">
                      <a:solidFill>
                        <a:srgbClr val="BC690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266" name="TextBox 265">
                    <a:extLst>
                      <a:ext uri="{FF2B5EF4-FFF2-40B4-BE49-F238E27FC236}">
                        <a16:creationId xmlns:a16="http://schemas.microsoft.com/office/drawing/2014/main" id="{BA8C5F13-5079-4ED8-8D8B-2A1DA5816F9F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484498" y="4332613"/>
                    <a:ext cx="619578" cy="369332"/>
                  </a:xfrm>
                  <a:prstGeom prst="rect">
                    <a:avLst/>
                  </a:prstGeom>
                  <a:blipFill>
                    <a:blip r:embed="rId13"/>
                    <a:stretch>
                      <a:fillRect r="-11321" b="-29268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cxnSp>
          <p:nvCxnSpPr>
            <p:cNvPr id="258" name="Straight Connector 257">
              <a:extLst>
                <a:ext uri="{FF2B5EF4-FFF2-40B4-BE49-F238E27FC236}">
                  <a16:creationId xmlns:a16="http://schemas.microsoft.com/office/drawing/2014/main" id="{1D792381-D593-4356-878D-3C2E77A6FFF2}"/>
                </a:ext>
              </a:extLst>
            </p:cNvPr>
            <p:cNvCxnSpPr>
              <a:cxnSpLocks/>
              <a:stCxn id="265" idx="0"/>
              <a:endCxn id="185" idx="2"/>
            </p:cNvCxnSpPr>
            <p:nvPr/>
          </p:nvCxnSpPr>
          <p:spPr>
            <a:xfrm flipV="1">
              <a:off x="7789175" y="4714722"/>
              <a:ext cx="0" cy="355851"/>
            </a:xfrm>
            <a:prstGeom prst="line">
              <a:avLst/>
            </a:prstGeom>
            <a:ln w="25400">
              <a:solidFill>
                <a:srgbClr val="005EA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59" name="Group 258">
              <a:extLst>
                <a:ext uri="{FF2B5EF4-FFF2-40B4-BE49-F238E27FC236}">
                  <a16:creationId xmlns:a16="http://schemas.microsoft.com/office/drawing/2014/main" id="{5E922ADB-5A8E-44E5-88B1-A37D00931895}"/>
                </a:ext>
              </a:extLst>
            </p:cNvPr>
            <p:cNvGrpSpPr/>
            <p:nvPr/>
          </p:nvGrpSpPr>
          <p:grpSpPr>
            <a:xfrm>
              <a:off x="8331824" y="4957474"/>
              <a:ext cx="840406" cy="522998"/>
              <a:chOff x="9469646" y="4344124"/>
              <a:chExt cx="840406" cy="522998"/>
            </a:xfrm>
          </p:grpSpPr>
          <p:sp>
            <p:nvSpPr>
              <p:cNvPr id="263" name="Rectangle: Rounded Corners 262">
                <a:extLst>
                  <a:ext uri="{FF2B5EF4-FFF2-40B4-BE49-F238E27FC236}">
                    <a16:creationId xmlns:a16="http://schemas.microsoft.com/office/drawing/2014/main" id="{92EA1C8C-2248-4726-A78C-A1AB7D3B37F1}"/>
                  </a:ext>
                </a:extLst>
              </p:cNvPr>
              <p:cNvSpPr/>
              <p:nvPr/>
            </p:nvSpPr>
            <p:spPr>
              <a:xfrm>
                <a:off x="9494355" y="4447665"/>
                <a:ext cx="815697" cy="419457"/>
              </a:xfrm>
              <a:prstGeom prst="roundRect">
                <a:avLst>
                  <a:gd name="adj" fmla="val 9098"/>
                </a:avLst>
              </a:prstGeom>
              <a:solidFill>
                <a:srgbClr val="FAFFFA"/>
              </a:solidFill>
              <a:ln w="19050">
                <a:solidFill>
                  <a:srgbClr val="619E64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wrap="none" rtlCol="0" anchor="ctr">
                <a:noAutofit/>
              </a:bodyPr>
              <a:lstStyle/>
              <a:p>
                <a:pPr algn="ctr"/>
                <a:endParaRPr lang="en-US" sz="1600">
                  <a:solidFill>
                    <a:srgbClr val="957922"/>
                  </a:solidFill>
                  <a:latin typeface="Noto Mono" panose="020B0609030804020204" pitchFamily="49" charset="0"/>
                  <a:ea typeface="Noto Mono" panose="020B0609030804020204" pitchFamily="49" charset="0"/>
                  <a:cs typeface="Noto Mono" panose="020B0609030804020204" pitchFamily="49" charset="0"/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64" name="TextBox 263">
                    <a:extLst>
                      <a:ext uri="{FF2B5EF4-FFF2-40B4-BE49-F238E27FC236}">
                        <a16:creationId xmlns:a16="http://schemas.microsoft.com/office/drawing/2014/main" id="{1390A060-A5EA-4FF7-AEBA-E11ED4465BE9}"/>
                      </a:ext>
                    </a:extLst>
                  </p:cNvPr>
                  <p:cNvSpPr txBox="1"/>
                  <p:nvPr/>
                </p:nvSpPr>
                <p:spPr>
                  <a:xfrm>
                    <a:off x="9469646" y="4344124"/>
                    <a:ext cx="619578" cy="369334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1" i="1" smtClean="0">
                              <a:solidFill>
                                <a:srgbClr val="BC69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Noto Mono" panose="020B0609030804020204" pitchFamily="49" charset="0"/>
                            </a:rPr>
                            <m:t> </m:t>
                          </m:r>
                          <m:r>
                            <a:rPr lang="en-US" b="1" i="1" smtClean="0">
                              <a:solidFill>
                                <a:srgbClr val="619E64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Noto Mono" panose="020B0609030804020204" pitchFamily="49" charset="0"/>
                            </a:rPr>
                            <m:t>𝜶</m:t>
                          </m:r>
                        </m:oMath>
                      </m:oMathPara>
                    </a14:m>
                    <a:endParaRPr lang="en-US">
                      <a:solidFill>
                        <a:srgbClr val="BC690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264" name="TextBox 263">
                    <a:extLst>
                      <a:ext uri="{FF2B5EF4-FFF2-40B4-BE49-F238E27FC236}">
                        <a16:creationId xmlns:a16="http://schemas.microsoft.com/office/drawing/2014/main" id="{1390A060-A5EA-4FF7-AEBA-E11ED4465BE9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469646" y="4344124"/>
                    <a:ext cx="619578" cy="369334"/>
                  </a:xfrm>
                  <a:prstGeom prst="rect">
                    <a:avLst/>
                  </a:prstGeom>
                  <a:blipFill>
                    <a:blip r:embed="rId13"/>
                    <a:stretch>
                      <a:fillRect r="-11321" b="-29268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cxnSp>
          <p:nvCxnSpPr>
            <p:cNvPr id="260" name="Straight Connector 259">
              <a:extLst>
                <a:ext uri="{FF2B5EF4-FFF2-40B4-BE49-F238E27FC236}">
                  <a16:creationId xmlns:a16="http://schemas.microsoft.com/office/drawing/2014/main" id="{94134550-A64B-4871-84F5-EA4D7D588421}"/>
                </a:ext>
              </a:extLst>
            </p:cNvPr>
            <p:cNvCxnSpPr>
              <a:cxnSpLocks/>
              <a:stCxn id="263" idx="0"/>
            </p:cNvCxnSpPr>
            <p:nvPr/>
          </p:nvCxnSpPr>
          <p:spPr>
            <a:xfrm flipV="1">
              <a:off x="8764382" y="4711105"/>
              <a:ext cx="0" cy="349910"/>
            </a:xfrm>
            <a:prstGeom prst="line">
              <a:avLst/>
            </a:prstGeom>
            <a:ln w="25400">
              <a:solidFill>
                <a:srgbClr val="005EA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1" name="Straight Connector 260">
              <a:extLst>
                <a:ext uri="{FF2B5EF4-FFF2-40B4-BE49-F238E27FC236}">
                  <a16:creationId xmlns:a16="http://schemas.microsoft.com/office/drawing/2014/main" id="{B6D7A588-5EAF-4010-8C7D-D1E55DD9780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252850" y="3750207"/>
              <a:ext cx="0" cy="146153"/>
            </a:xfrm>
            <a:prstGeom prst="line">
              <a:avLst/>
            </a:prstGeom>
            <a:ln w="25400">
              <a:solidFill>
                <a:srgbClr val="005EA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2" name="Straight Connector 261">
              <a:extLst>
                <a:ext uri="{FF2B5EF4-FFF2-40B4-BE49-F238E27FC236}">
                  <a16:creationId xmlns:a16="http://schemas.microsoft.com/office/drawing/2014/main" id="{5558126A-7F81-496D-9139-3761B24D422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259318" y="3750207"/>
              <a:ext cx="0" cy="146153"/>
            </a:xfrm>
            <a:prstGeom prst="line">
              <a:avLst/>
            </a:prstGeom>
            <a:ln w="25400">
              <a:solidFill>
                <a:srgbClr val="005EA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98887092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58985B-2C87-442E-9015-90201ADF9F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71475" y="1130001"/>
            <a:ext cx="10892354" cy="5700739"/>
          </a:xfrm>
        </p:spPr>
        <p:txBody>
          <a:bodyPr/>
          <a:lstStyle/>
          <a:p>
            <a:pPr marL="342900" indent="-342900">
              <a:lnSpc>
                <a:spcPct val="100000"/>
              </a:lnSpc>
              <a:buClr>
                <a:srgbClr val="657B83"/>
              </a:buClr>
              <a:buSzPct val="85000"/>
              <a:buFont typeface="Wingdings 2" panose="05020102010507070707" pitchFamily="18" charset="2"/>
              <a:buChar char=""/>
              <a:defRPr/>
            </a:pPr>
            <a:r>
              <a:rPr lang="en-US" sz="2400" kern="0" cap="small" err="1">
                <a:solidFill>
                  <a:srgbClr val="657B83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Calibri" panose="020F0502020204030204" pitchFamily="34" charset="0"/>
              </a:rPr>
              <a:t>GRoot</a:t>
            </a:r>
            <a:r>
              <a:rPr lang="en-US" sz="2400" kern="0">
                <a:solidFill>
                  <a:srgbClr val="657B83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Calibri" panose="020F0502020204030204" pitchFamily="34" charset="0"/>
              </a:rPr>
              <a:t> – First verification tool for DNS zone files to verify if a </a:t>
            </a:r>
            <a:r>
              <a:rPr lang="en-US" sz="2400" kern="0">
                <a:solidFill>
                  <a:srgbClr val="BC6900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Calibri" panose="020F0502020204030204" pitchFamily="34" charset="0"/>
              </a:rPr>
              <a:t>property of interest  </a:t>
            </a:r>
            <a:r>
              <a:rPr lang="en-US" sz="2400" kern="0">
                <a:solidFill>
                  <a:srgbClr val="657B83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Calibri" panose="020F0502020204030204" pitchFamily="34" charset="0"/>
              </a:rPr>
              <a:t>holds </a:t>
            </a:r>
            <a:r>
              <a:rPr lang="en-US" sz="2400" kern="0">
                <a:solidFill>
                  <a:schemeClr val="accent3">
                    <a:lumMod val="7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Calibri" panose="020F0502020204030204" pitchFamily="34" charset="0"/>
              </a:rPr>
              <a:t>for all possible DNS queries</a:t>
            </a:r>
          </a:p>
          <a:p>
            <a:pPr marL="342900" indent="-342900">
              <a:lnSpc>
                <a:spcPct val="100000"/>
              </a:lnSpc>
              <a:buClr>
                <a:srgbClr val="657B83"/>
              </a:buClr>
              <a:buSzPct val="85000"/>
              <a:buFont typeface="Wingdings 2" panose="05020102010507070707" pitchFamily="18" charset="2"/>
              <a:buChar char=""/>
              <a:defRPr/>
            </a:pPr>
            <a:endParaRPr lang="en-US" sz="2400" kern="0">
              <a:solidFill>
                <a:srgbClr val="657B83"/>
              </a:solidFill>
              <a:latin typeface="Source Sans Pro" panose="020B0503030403020204" pitchFamily="34" charset="0"/>
              <a:ea typeface="Source Sans Pro" panose="020B0503030403020204" pitchFamily="34" charset="0"/>
              <a:cs typeface="Calibri" panose="020F0502020204030204" pitchFamily="34" charset="0"/>
            </a:endParaRPr>
          </a:p>
          <a:p>
            <a:pPr marL="342900" indent="-342900">
              <a:lnSpc>
                <a:spcPct val="100000"/>
              </a:lnSpc>
              <a:buClr>
                <a:srgbClr val="657B83"/>
              </a:buClr>
              <a:buSzPct val="85000"/>
              <a:buFont typeface="Wingdings 2" panose="05020102010507070707" pitchFamily="18" charset="2"/>
              <a:buChar char=""/>
              <a:defRPr/>
            </a:pPr>
            <a:r>
              <a:rPr lang="en-US" sz="2400" kern="0">
                <a:solidFill>
                  <a:srgbClr val="657B83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Calibri" panose="020F0502020204030204" pitchFamily="34" charset="0"/>
              </a:rPr>
              <a:t>Algorithm to generate </a:t>
            </a:r>
            <a:r>
              <a:rPr lang="en-US" sz="2400" kern="0">
                <a:solidFill>
                  <a:schemeClr val="accent3">
                    <a:lumMod val="7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Calibri" panose="020F0502020204030204" pitchFamily="34" charset="0"/>
              </a:rPr>
              <a:t>equivalence classes </a:t>
            </a:r>
            <a:r>
              <a:rPr lang="en-US" sz="2400" kern="0">
                <a:solidFill>
                  <a:srgbClr val="657B83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Calibri" panose="020F0502020204030204" pitchFamily="34" charset="0"/>
              </a:rPr>
              <a:t>of DNS queries to cover all possible queries for </a:t>
            </a:r>
            <a:r>
              <a:rPr lang="en-US" sz="2400" kern="0">
                <a:solidFill>
                  <a:schemeClr val="accent3">
                    <a:lumMod val="7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Calibri" panose="020F0502020204030204" pitchFamily="34" charset="0"/>
              </a:rPr>
              <a:t>scalabl</a:t>
            </a:r>
            <a:r>
              <a:rPr lang="en-US" sz="2400">
                <a:solidFill>
                  <a:schemeClr val="accent3">
                    <a:lumMod val="7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Calibri" panose="020F0502020204030204" pitchFamily="34" charset="0"/>
              </a:rPr>
              <a:t>e</a:t>
            </a:r>
            <a:r>
              <a:rPr lang="en-US" sz="2400" kern="0">
                <a:solidFill>
                  <a:srgbClr val="657B83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Calibri" panose="020F0502020204030204" pitchFamily="34" charset="0"/>
              </a:rPr>
              <a:t> analysis</a:t>
            </a:r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57B83"/>
              </a:buClr>
              <a:buSzPct val="85000"/>
              <a:buFont typeface="Wingdings 2" panose="05020102010507070707" pitchFamily="18" charset="2"/>
              <a:buChar char=""/>
              <a:tabLst/>
              <a:defRPr/>
            </a:pPr>
            <a:endParaRPr kumimoji="0" lang="en-US" sz="2400" i="0" u="none" strike="noStrike" kern="0" cap="none" spc="0" normalizeH="0" baseline="0" noProof="0">
              <a:ln>
                <a:noFill/>
              </a:ln>
              <a:solidFill>
                <a:srgbClr val="657B83"/>
              </a:solidFill>
              <a:effectLst/>
              <a:uLnTx/>
              <a:uFillTx/>
              <a:latin typeface="Source Sans Pro" panose="020B0503030403020204" pitchFamily="34" charset="0"/>
              <a:ea typeface="Source Sans Pro" panose="020B0503030403020204" pitchFamily="34" charset="0"/>
              <a:cs typeface="Calibri" panose="020F0502020204030204" pitchFamily="34" charset="0"/>
            </a:endParaRPr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57B83"/>
              </a:buClr>
              <a:buSzPct val="85000"/>
              <a:buFont typeface="Wingdings 2" panose="05020102010507070707" pitchFamily="18" charset="2"/>
              <a:buChar char=""/>
              <a:tabLst/>
              <a:defRPr/>
            </a:pPr>
            <a:r>
              <a:rPr kumimoji="0" lang="en-US" sz="2400" i="0" u="none" strike="noStrike" kern="0" cap="none" spc="0" normalizeH="0" baseline="0" noProof="0">
                <a:ln>
                  <a:noFill/>
                </a:ln>
                <a:solidFill>
                  <a:schemeClr val="accent3">
                    <a:lumMod val="75000"/>
                  </a:schemeClr>
                </a:solidFill>
                <a:effectLst/>
                <a:uLnTx/>
                <a:uFillTx/>
                <a:latin typeface="Source Sans Pro" panose="020B0503030403020204" pitchFamily="34" charset="0"/>
                <a:ea typeface="Source Sans Pro" panose="020B0503030403020204" pitchFamily="34" charset="0"/>
                <a:cs typeface="Calibri" panose="020F0502020204030204" pitchFamily="34" charset="0"/>
              </a:rPr>
              <a:t>First formal model </a:t>
            </a:r>
            <a:r>
              <a: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657B83"/>
                </a:solidFill>
                <a:effectLst/>
                <a:uLnTx/>
                <a:uFillTx/>
                <a:latin typeface="Source Sans Pro" panose="020B0503030403020204" pitchFamily="34" charset="0"/>
                <a:ea typeface="Source Sans Pro" panose="020B0503030403020204" pitchFamily="34" charset="0"/>
                <a:cs typeface="Calibri" panose="020F0502020204030204" pitchFamily="34" charset="0"/>
              </a:rPr>
              <a:t>of DNS resolution (RFC 6672) for </a:t>
            </a:r>
            <a:r>
              <a:rPr kumimoji="0" lang="en-US" sz="2400" b="0" i="0" u="none" strike="noStrike" kern="0" cap="none" spc="0" normalizeH="0" baseline="0" noProof="0">
                <a:ln>
                  <a:noFill/>
                </a:ln>
                <a:solidFill>
                  <a:schemeClr val="accent3">
                    <a:lumMod val="75000"/>
                  </a:schemeClr>
                </a:solidFill>
                <a:effectLst/>
                <a:uLnTx/>
                <a:uFillTx/>
                <a:latin typeface="Source Sans Pro" panose="020B0503030403020204" pitchFamily="34" charset="0"/>
                <a:ea typeface="Source Sans Pro" panose="020B0503030403020204" pitchFamily="34" charset="0"/>
                <a:cs typeface="Calibri" panose="020F0502020204030204" pitchFamily="34" charset="0"/>
              </a:rPr>
              <a:t>automating</a:t>
            </a:r>
            <a:r>
              <a:rPr kumimoji="0" lang="en-US" sz="2400" b="0" i="0" u="none" strike="noStrike" kern="0" cap="none" spc="0" normalizeH="0" noProof="0">
                <a:ln>
                  <a:noFill/>
                </a:ln>
                <a:solidFill>
                  <a:srgbClr val="657B83"/>
                </a:solidFill>
                <a:effectLst/>
                <a:uLnTx/>
                <a:uFillTx/>
                <a:latin typeface="Source Sans Pro" panose="020B0503030403020204" pitchFamily="34" charset="0"/>
                <a:ea typeface="Source Sans Pro" panose="020B0503030403020204" pitchFamily="34" charset="0"/>
                <a:cs typeface="Calibri" panose="020F0502020204030204" pitchFamily="34" charset="0"/>
              </a:rPr>
              <a:t> </a:t>
            </a:r>
            <a:r>
              <a:rPr kumimoji="0" lang="en-US" sz="2400" b="0" i="0" u="none" strike="noStrike" kern="0" cap="none" spc="0" normalizeH="0" noProof="0">
                <a:ln>
                  <a:noFill/>
                </a:ln>
                <a:solidFill>
                  <a:srgbClr val="BC6900"/>
                </a:solidFill>
                <a:effectLst/>
                <a:uLnTx/>
                <a:uFillTx/>
                <a:latin typeface="Source Sans Pro" panose="020B0503030403020204" pitchFamily="34" charset="0"/>
                <a:ea typeface="Source Sans Pro" panose="020B0503030403020204" pitchFamily="34" charset="0"/>
                <a:cs typeface="Calibri" panose="020F0502020204030204" pitchFamily="34" charset="0"/>
              </a:rPr>
              <a:t>zone file review</a:t>
            </a:r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57B83"/>
              </a:buClr>
              <a:buSzPct val="85000"/>
              <a:buFont typeface="Wingdings 2" panose="05020102010507070707" pitchFamily="18" charset="2"/>
              <a:buChar char=""/>
              <a:tabLst/>
              <a:defRPr/>
            </a:pPr>
            <a:endParaRPr lang="en-US" sz="2400">
              <a:solidFill>
                <a:srgbClr val="BC6900"/>
              </a:solidFill>
              <a:latin typeface="Source Sans Pro" panose="020B0503030403020204" pitchFamily="34" charset="0"/>
              <a:ea typeface="Source Sans Pro" panose="020B0503030403020204" pitchFamily="34" charset="0"/>
              <a:cs typeface="Calibri" panose="020F0502020204030204" pitchFamily="34" charset="0"/>
            </a:endParaRPr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57B83"/>
              </a:buClr>
              <a:buSzPct val="85000"/>
              <a:buFont typeface="Wingdings 2" panose="05020102010507070707" pitchFamily="18" charset="2"/>
              <a:buChar char=""/>
              <a:tabLst/>
              <a:defRPr/>
            </a:pPr>
            <a:r>
              <a:rPr kumimoji="0" lang="en-US" sz="2400" b="0" i="0" u="none" strike="noStrike" kern="0" cap="none" spc="0" normalizeH="0" noProof="0">
                <a:ln>
                  <a:noFill/>
                </a:ln>
                <a:solidFill>
                  <a:srgbClr val="BC6900"/>
                </a:solidFill>
                <a:effectLst/>
                <a:uLnTx/>
                <a:uFillTx/>
                <a:latin typeface="Source Sans Pro" panose="020B0503030403020204" pitchFamily="34" charset="0"/>
                <a:ea typeface="Source Sans Pro" panose="020B0503030403020204" pitchFamily="34" charset="0"/>
                <a:cs typeface="Calibri" panose="020F0502020204030204" pitchFamily="34" charset="0"/>
              </a:rPr>
              <a:t>Symbolic execution </a:t>
            </a:r>
            <a:r>
              <a:rPr kumimoji="0" lang="en-US" sz="2400" b="0" i="0" u="none" strike="noStrike" kern="0" cap="none" spc="0" normalizeH="0" noProof="0">
                <a:ln>
                  <a:noFill/>
                </a:ln>
                <a:solidFill>
                  <a:srgbClr val="657B83"/>
                </a:solidFill>
                <a:effectLst/>
                <a:uLnTx/>
                <a:uFillTx/>
                <a:latin typeface="Source Sans Pro" panose="020B0503030403020204" pitchFamily="34" charset="0"/>
                <a:ea typeface="Source Sans Pro" panose="020B0503030403020204" pitchFamily="34" charset="0"/>
                <a:cs typeface="Calibri" panose="020F0502020204030204" pitchFamily="34" charset="0"/>
              </a:rPr>
              <a:t>over equivalence classes with the help of formal model</a:t>
            </a:r>
          </a:p>
          <a:p>
            <a:pPr marL="0" lvl="0" indent="0" defTabSz="914400">
              <a:lnSpc>
                <a:spcPct val="100000"/>
              </a:lnSpc>
              <a:buClr>
                <a:srgbClr val="657B83"/>
              </a:buClr>
              <a:buSzPct val="85000"/>
              <a:buNone/>
            </a:pPr>
            <a:endParaRPr kumimoji="0" lang="en-US" sz="2400" b="0" i="0" u="none" strike="noStrike" kern="0" cap="none" spc="0" normalizeH="0" noProof="0">
              <a:ln>
                <a:noFill/>
              </a:ln>
              <a:solidFill>
                <a:srgbClr val="657B83"/>
              </a:solidFill>
              <a:effectLst/>
              <a:uLnTx/>
              <a:uFillTx/>
              <a:latin typeface="Source Sans Pro" panose="020B0503030403020204" pitchFamily="34" charset="0"/>
              <a:ea typeface="Source Sans Pro" panose="020B0503030403020204" pitchFamily="34" charset="0"/>
              <a:cs typeface="Calibri" panose="020F0502020204030204" pitchFamily="34" charset="0"/>
            </a:endParaRPr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57B83"/>
              </a:buClr>
              <a:buSzPct val="85000"/>
              <a:buFont typeface="Wingdings 2" panose="05020102010507070707" pitchFamily="18" charset="2"/>
              <a:buChar char=""/>
              <a:tabLst/>
              <a:defRPr/>
            </a:pPr>
            <a:r>
              <a:rPr kumimoji="0" lang="en-US" sz="2400" b="0" i="0" u="none" strike="noStrike" kern="0" cap="small" spc="0" normalizeH="0" noProof="0" err="1">
                <a:ln>
                  <a:noFill/>
                </a:ln>
                <a:solidFill>
                  <a:srgbClr val="657B83"/>
                </a:solidFill>
                <a:effectLst/>
                <a:uLnTx/>
                <a:uFillTx/>
                <a:latin typeface="Source Sans Pro" panose="020B0503030403020204" pitchFamily="34" charset="0"/>
                <a:ea typeface="Source Sans Pro" panose="020B0503030403020204" pitchFamily="34" charset="0"/>
                <a:cs typeface="Calibri" panose="020F0502020204030204" pitchFamily="34" charset="0"/>
              </a:rPr>
              <a:t>GRoot</a:t>
            </a:r>
            <a:r>
              <a:rPr kumimoji="0" lang="en-US" sz="2400" b="0" i="0" u="none" strike="noStrike" kern="0" cap="none" spc="0" normalizeH="0" noProof="0">
                <a:ln>
                  <a:noFill/>
                </a:ln>
                <a:solidFill>
                  <a:srgbClr val="657B83"/>
                </a:solidFill>
                <a:effectLst/>
                <a:uLnTx/>
                <a:uFillTx/>
                <a:latin typeface="Source Sans Pro" panose="020B0503030403020204" pitchFamily="34" charset="0"/>
                <a:ea typeface="Source Sans Pro" panose="020B0503030403020204" pitchFamily="34" charset="0"/>
                <a:cs typeface="Calibri" panose="020F0502020204030204" pitchFamily="34" charset="0"/>
              </a:rPr>
              <a:t> revealed </a:t>
            </a:r>
            <a:r>
              <a:rPr kumimoji="0" lang="en-US" sz="2400" b="0" i="0" u="none" strike="noStrike" kern="0" cap="none" spc="0" normalizeH="0" noProof="0">
                <a:ln>
                  <a:noFill/>
                </a:ln>
                <a:solidFill>
                  <a:schemeClr val="accent3">
                    <a:lumMod val="75000"/>
                  </a:schemeClr>
                </a:solidFill>
                <a:effectLst/>
                <a:uLnTx/>
                <a:uFillTx/>
                <a:latin typeface="Source Sans Pro" panose="020B0503030403020204" pitchFamily="34" charset="0"/>
                <a:ea typeface="Source Sans Pro" panose="020B0503030403020204" pitchFamily="34" charset="0"/>
                <a:cs typeface="Calibri" panose="020F0502020204030204" pitchFamily="34" charset="0"/>
              </a:rPr>
              <a:t>109 bugs </a:t>
            </a:r>
            <a:r>
              <a:rPr kumimoji="0" lang="en-US" sz="2400" b="0" i="0" u="none" strike="noStrike" kern="0" cap="none" spc="0" normalizeH="0" noProof="0">
                <a:ln>
                  <a:noFill/>
                </a:ln>
                <a:solidFill>
                  <a:srgbClr val="657B83"/>
                </a:solidFill>
                <a:effectLst/>
                <a:uLnTx/>
                <a:uFillTx/>
                <a:latin typeface="Source Sans Pro" panose="020B0503030403020204" pitchFamily="34" charset="0"/>
                <a:ea typeface="Source Sans Pro" panose="020B0503030403020204" pitchFamily="34" charset="0"/>
                <a:cs typeface="Calibri" panose="020F0502020204030204" pitchFamily="34" charset="0"/>
              </a:rPr>
              <a:t>on a large campus network zone files and </a:t>
            </a:r>
            <a:r>
              <a:rPr kumimoji="0" lang="en-US" sz="2400" b="0" i="0" u="none" strike="noStrike" kern="0" cap="none" spc="0" normalizeH="0" noProof="0">
                <a:ln>
                  <a:noFill/>
                </a:ln>
                <a:solidFill>
                  <a:schemeClr val="accent3">
                    <a:lumMod val="75000"/>
                  </a:schemeClr>
                </a:solidFill>
                <a:effectLst/>
                <a:uLnTx/>
                <a:uFillTx/>
                <a:latin typeface="Source Sans Pro" panose="020B0503030403020204" pitchFamily="34" charset="0"/>
                <a:ea typeface="Source Sans Pro" panose="020B0503030403020204" pitchFamily="34" charset="0"/>
                <a:cs typeface="Calibri" panose="020F0502020204030204" pitchFamily="34" charset="0"/>
              </a:rPr>
              <a:t>160k blackholing </a:t>
            </a:r>
            <a:r>
              <a:rPr kumimoji="0" lang="en-US" sz="2400" b="0" i="0" u="none" strike="noStrike" kern="0" cap="none" spc="0" normalizeH="0" noProof="0">
                <a:ln>
                  <a:noFill/>
                </a:ln>
                <a:solidFill>
                  <a:srgbClr val="657B83"/>
                </a:solidFill>
                <a:effectLst/>
                <a:uLnTx/>
                <a:uFillTx/>
                <a:latin typeface="Source Sans Pro" panose="020B0503030403020204" pitchFamily="34" charset="0"/>
                <a:ea typeface="Source Sans Pro" panose="020B0503030403020204" pitchFamily="34" charset="0"/>
                <a:cs typeface="Calibri" panose="020F0502020204030204" pitchFamily="34" charset="0"/>
              </a:rPr>
              <a:t>issues on zone files of a large infrastructure service provider</a:t>
            </a:r>
          </a:p>
          <a:p>
            <a:pPr marL="342900" marR="0" lvl="0" indent="-342900" defTabSz="914400" eaLnBrk="1" fontAlgn="auto" latinLnBrk="0" hangingPunct="1">
              <a:spcBef>
                <a:spcPts val="0"/>
              </a:spcBef>
              <a:spcAft>
                <a:spcPts val="0"/>
              </a:spcAft>
              <a:buClr>
                <a:srgbClr val="657B83"/>
              </a:buClr>
              <a:buSzPct val="85000"/>
              <a:buFont typeface="Wingdings 2" panose="05020102010507070707" pitchFamily="18" charset="2"/>
              <a:buChar char=""/>
              <a:tabLst/>
              <a:defRPr/>
            </a:pPr>
            <a:endParaRPr lang="en-US" sz="2400" baseline="0">
              <a:solidFill>
                <a:srgbClr val="657B83"/>
              </a:solidFill>
              <a:latin typeface="Source Sans Pro" panose="020B0503030403020204" pitchFamily="34" charset="0"/>
              <a:ea typeface="Source Sans Pro" panose="020B0503030403020204" pitchFamily="34" charset="0"/>
              <a:cs typeface="Calibri" panose="020F0502020204030204" pitchFamily="34" charset="0"/>
            </a:endParaRPr>
          </a:p>
          <a:p>
            <a:pPr marL="342900" marR="0" lvl="0" indent="-342900" defTabSz="914400" eaLnBrk="1" fontAlgn="auto" latinLnBrk="0" hangingPunct="1">
              <a:spcBef>
                <a:spcPts val="0"/>
              </a:spcBef>
              <a:spcAft>
                <a:spcPts val="0"/>
              </a:spcAft>
              <a:buClr>
                <a:srgbClr val="657B83"/>
              </a:buClr>
              <a:buSzPct val="85000"/>
              <a:buFont typeface="Wingdings 2" panose="05020102010507070707" pitchFamily="18" charset="2"/>
              <a:buChar char=""/>
              <a:tabLst/>
              <a:defRPr/>
            </a:pPr>
            <a:endParaRPr lang="en-US" sz="2400" baseline="0">
              <a:solidFill>
                <a:srgbClr val="657B83"/>
              </a:solidFill>
              <a:latin typeface="Source Sans Pro" panose="020B0503030403020204" pitchFamily="34" charset="0"/>
              <a:ea typeface="Source Sans Pro" panose="020B050303040302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Google Shape;65;p14">
            <a:extLst>
              <a:ext uri="{FF2B5EF4-FFF2-40B4-BE49-F238E27FC236}">
                <a16:creationId xmlns:a16="http://schemas.microsoft.com/office/drawing/2014/main" id="{E98430C3-8C56-47EF-8D13-F1BC5B855A4C}"/>
              </a:ext>
            </a:extLst>
          </p:cNvPr>
          <p:cNvSpPr txBox="1">
            <a:spLocks/>
          </p:cNvSpPr>
          <p:nvPr/>
        </p:nvSpPr>
        <p:spPr>
          <a:xfrm>
            <a:off x="3784811" y="209319"/>
            <a:ext cx="4622379" cy="800179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121900" tIns="121900" rIns="121900" bIns="12190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 b="0" i="0" u="none" strike="noStrike" cap="non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 b="0" i="0" u="none" strike="noStrike" cap="non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 b="0" i="0" u="none" strike="noStrike" cap="non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 b="0" i="0" u="none" strike="noStrike" cap="non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 b="0" i="0" u="none" strike="noStrike" cap="non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 b="0" i="0" u="none" strike="noStrike" cap="non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 b="0" i="0" u="none" strike="noStrike" cap="non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 b="0" i="0" u="none" strike="noStrike" cap="non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 b="0" i="0" u="none" strike="noStrike" cap="non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9pPr>
          </a:lstStyle>
          <a:p>
            <a:pPr defTabSz="914400"/>
            <a:r>
              <a:rPr lang="en-US" sz="3600" b="1" kern="0">
                <a:solidFill>
                  <a:srgbClr val="546970"/>
                </a:solidFill>
                <a:latin typeface="Bookman Old Style" panose="02050604050505020204" pitchFamily="18" charset="0"/>
              </a:rPr>
              <a:t>Our Contributions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2D906CAF-ED1E-4497-9E16-1CE9DB305745}"/>
              </a:ext>
            </a:extLst>
          </p:cNvPr>
          <p:cNvSpPr/>
          <p:nvPr/>
        </p:nvSpPr>
        <p:spPr>
          <a:xfrm flipV="1">
            <a:off x="4145001" y="886094"/>
            <a:ext cx="3901998" cy="27432"/>
          </a:xfrm>
          <a:prstGeom prst="roundRect">
            <a:avLst/>
          </a:prstGeom>
          <a:solidFill>
            <a:srgbClr val="26A69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606964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65;p14">
            <a:extLst>
              <a:ext uri="{FF2B5EF4-FFF2-40B4-BE49-F238E27FC236}">
                <a16:creationId xmlns:a16="http://schemas.microsoft.com/office/drawing/2014/main" id="{CD718F45-90E9-4361-B126-99AF41EACE80}"/>
              </a:ext>
            </a:extLst>
          </p:cNvPr>
          <p:cNvSpPr txBox="1">
            <a:spLocks/>
          </p:cNvSpPr>
          <p:nvPr/>
        </p:nvSpPr>
        <p:spPr>
          <a:xfrm>
            <a:off x="2879915" y="209319"/>
            <a:ext cx="6432170" cy="800179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121900" tIns="121900" rIns="121900" bIns="12190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 b="0" i="0" u="none" strike="noStrike" cap="non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 b="0" i="0" u="none" strike="noStrike" cap="non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 b="0" i="0" u="none" strike="noStrike" cap="non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 b="0" i="0" u="none" strike="noStrike" cap="non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 b="0" i="0" u="none" strike="noStrike" cap="non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 b="0" i="0" u="none" strike="noStrike" cap="non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 b="0" i="0" u="none" strike="noStrike" cap="non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 b="0" i="0" u="none" strike="noStrike" cap="non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 b="0" i="0" u="none" strike="noStrike" cap="non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9pPr>
          </a:lstStyle>
          <a:p>
            <a:pPr defTabSz="914400"/>
            <a:r>
              <a:rPr lang="en-US" sz="3600" b="1" kern="0">
                <a:solidFill>
                  <a:srgbClr val="546970"/>
                </a:solidFill>
                <a:latin typeface="Bookman Old Style" panose="02050604050505020204" pitchFamily="18" charset="0"/>
              </a:rPr>
              <a:t>Label Graph Construction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FB8A0090-BA36-4635-8623-C8290B056046}"/>
              </a:ext>
            </a:extLst>
          </p:cNvPr>
          <p:cNvSpPr/>
          <p:nvPr/>
        </p:nvSpPr>
        <p:spPr>
          <a:xfrm flipV="1">
            <a:off x="4145001" y="886094"/>
            <a:ext cx="3901998" cy="27432"/>
          </a:xfrm>
          <a:prstGeom prst="roundRect">
            <a:avLst/>
          </a:prstGeom>
          <a:solidFill>
            <a:srgbClr val="26A69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3" name="Table 31">
            <a:extLst>
              <a:ext uri="{FF2B5EF4-FFF2-40B4-BE49-F238E27FC236}">
                <a16:creationId xmlns:a16="http://schemas.microsoft.com/office/drawing/2014/main" id="{2DF447AC-2568-44B1-B3F3-A7EE76A5F56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99478260"/>
              </p:ext>
            </p:extLst>
          </p:nvPr>
        </p:nvGraphicFramePr>
        <p:xfrm>
          <a:off x="328071" y="1092000"/>
          <a:ext cx="4670649" cy="1966728"/>
        </p:xfrm>
        <a:graphic>
          <a:graphicData uri="http://schemas.openxmlformats.org/drawingml/2006/table">
            <a:tbl>
              <a:tblPr firstRow="1" bandRow="1">
                <a:effectLst>
                  <a:outerShdw blurRad="50800" sx="101000" sy="101000" algn="ctr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816959">
                  <a:extLst>
                    <a:ext uri="{9D8B030D-6E8A-4147-A177-3AD203B41FA5}">
                      <a16:colId xmlns:a16="http://schemas.microsoft.com/office/drawing/2014/main" val="448935893"/>
                    </a:ext>
                  </a:extLst>
                </a:gridCol>
                <a:gridCol w="819150">
                  <a:extLst>
                    <a:ext uri="{9D8B030D-6E8A-4147-A177-3AD203B41FA5}">
                      <a16:colId xmlns:a16="http://schemas.microsoft.com/office/drawing/2014/main" val="3392558462"/>
                    </a:ext>
                  </a:extLst>
                </a:gridCol>
                <a:gridCol w="2034540">
                  <a:extLst>
                    <a:ext uri="{9D8B030D-6E8A-4147-A177-3AD203B41FA5}">
                      <a16:colId xmlns:a16="http://schemas.microsoft.com/office/drawing/2014/main" val="3314790156"/>
                    </a:ext>
                  </a:extLst>
                </a:gridCol>
              </a:tblGrid>
              <a:tr h="327788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657B83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Domain Name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FB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rgbClr val="657B83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Type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FB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rgbClr val="657B83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Data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FB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15431099"/>
                  </a:ext>
                </a:extLst>
              </a:tr>
              <a:tr h="327788">
                <a:tc>
                  <a:txBody>
                    <a:bodyPr/>
                    <a:lstStyle/>
                    <a:p>
                      <a:r>
                        <a:rPr lang="en-US" sz="1600" dirty="0" err="1">
                          <a:solidFill>
                            <a:srgbClr val="657B83"/>
                          </a:solidFill>
                          <a:latin typeface="Lucida Sans Typewriter" panose="020B0509030504030204" pitchFamily="49" charset="0"/>
                          <a:ea typeface="Noto Mono" panose="020B0609030804020204" pitchFamily="49" charset="0"/>
                          <a:cs typeface="Noto Mono" panose="020B0609030804020204" pitchFamily="49" charset="0"/>
                        </a:rPr>
                        <a:t>edu</a:t>
                      </a:r>
                      <a:r>
                        <a:rPr lang="en-US" sz="1600" dirty="0">
                          <a:solidFill>
                            <a:srgbClr val="657B83"/>
                          </a:solidFill>
                          <a:latin typeface="Lucida Sans Typewriter" panose="020B0509030504030204" pitchFamily="49" charset="0"/>
                          <a:ea typeface="Noto Mono" panose="020B0609030804020204" pitchFamily="49" charset="0"/>
                          <a:cs typeface="Noto Mono" panose="020B0609030804020204" pitchFamily="49" charset="0"/>
                        </a:rPr>
                        <a:t>.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FB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solidFill>
                            <a:srgbClr val="657B83"/>
                          </a:solidFill>
                          <a:latin typeface="Lucida Sans Typewriter" panose="020B0509030504030204" pitchFamily="49" charset="0"/>
                          <a:ea typeface="Noto Mono" panose="020B0609030804020204" pitchFamily="49" charset="0"/>
                          <a:cs typeface="Noto Mono" panose="020B0609030804020204" pitchFamily="49" charset="0"/>
                        </a:rPr>
                        <a:t>SOA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FB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solidFill>
                            <a:srgbClr val="657B83"/>
                          </a:solidFill>
                          <a:latin typeface="Lucida Sans Typewriter" panose="020B0509030504030204" pitchFamily="49" charset="0"/>
                          <a:ea typeface="Noto Mono" panose="020B0609030804020204" pitchFamily="49" charset="0"/>
                          <a:cs typeface="Noto Mono" panose="020B0609030804020204" pitchFamily="49" charset="0"/>
                        </a:rPr>
                        <a:t>a.edu.net. …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FB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35477995"/>
                  </a:ext>
                </a:extLst>
              </a:tr>
              <a:tr h="327788"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rgbClr val="657B83"/>
                          </a:solidFill>
                          <a:latin typeface="Lucida Sans Typewriter" panose="020B0509030504030204" pitchFamily="49" charset="0"/>
                          <a:ea typeface="Noto Mono" panose="020B0609030804020204" pitchFamily="49" charset="0"/>
                          <a:cs typeface="Noto Mono" panose="020B0609030804020204" pitchFamily="49" charset="0"/>
                        </a:rPr>
                        <a:t>ucla.edu.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FB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657B83"/>
                          </a:solidFill>
                          <a:latin typeface="Lucida Sans Typewriter" panose="020B0509030504030204" pitchFamily="49" charset="0"/>
                          <a:ea typeface="Noto Mono" panose="020B0609030804020204" pitchFamily="49" charset="0"/>
                          <a:cs typeface="Noto Mono" panose="020B0609030804020204" pitchFamily="49" charset="0"/>
                        </a:rPr>
                        <a:t>NS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FB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solidFill>
                            <a:srgbClr val="657B83"/>
                          </a:solidFill>
                          <a:latin typeface="Lucida Sans Typewriter" panose="020B0509030504030204" pitchFamily="49" charset="0"/>
                          <a:ea typeface="Noto Mono" panose="020B0609030804020204" pitchFamily="49" charset="0"/>
                          <a:cs typeface="Noto Mono" panose="020B0609030804020204" pitchFamily="49" charset="0"/>
                        </a:rPr>
                        <a:t>ns1.edu.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FB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36718837"/>
                  </a:ext>
                </a:extLst>
              </a:tr>
              <a:tr h="327788"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rgbClr val="657B83"/>
                          </a:solidFill>
                          <a:latin typeface="Lucida Sans Typewriter" panose="020B0509030504030204" pitchFamily="49" charset="0"/>
                          <a:ea typeface="Noto Mono" panose="020B0609030804020204" pitchFamily="49" charset="0"/>
                          <a:cs typeface="Noto Mono" panose="020B0609030804020204" pitchFamily="49" charset="0"/>
                        </a:rPr>
                        <a:t>ucla.edu.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FB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657B83"/>
                          </a:solidFill>
                          <a:latin typeface="Lucida Sans Typewriter" panose="020B0509030504030204" pitchFamily="49" charset="0"/>
                          <a:ea typeface="Noto Mono" panose="020B0609030804020204" pitchFamily="49" charset="0"/>
                          <a:cs typeface="Noto Mono" panose="020B0609030804020204" pitchFamily="49" charset="0"/>
                        </a:rPr>
                        <a:t>NS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FB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rgbClr val="657B83"/>
                          </a:solidFill>
                          <a:latin typeface="Lucida Sans Typewriter" panose="020B0509030504030204" pitchFamily="49" charset="0"/>
                          <a:ea typeface="Noto Mono" panose="020B0609030804020204" pitchFamily="49" charset="0"/>
                          <a:cs typeface="Noto Mono" panose="020B0609030804020204" pitchFamily="49" charset="0"/>
                        </a:rPr>
                        <a:t>ns2.edu.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FB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8117347"/>
                  </a:ext>
                </a:extLst>
              </a:tr>
              <a:tr h="327788">
                <a:tc>
                  <a:txBody>
                    <a:bodyPr/>
                    <a:lstStyle/>
                    <a:p>
                      <a:r>
                        <a:rPr lang="en-US" sz="1600">
                          <a:solidFill>
                            <a:srgbClr val="657B83"/>
                          </a:solidFill>
                          <a:latin typeface="Lucida Sans Typewriter" panose="020B0509030504030204" pitchFamily="49" charset="0"/>
                          <a:ea typeface="Noto Mono" panose="020B0609030804020204" pitchFamily="49" charset="0"/>
                          <a:cs typeface="Noto Mono" panose="020B0609030804020204" pitchFamily="49" charset="0"/>
                        </a:rPr>
                        <a:t>ns1.edu.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FB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solidFill>
                            <a:srgbClr val="657B83"/>
                          </a:solidFill>
                          <a:latin typeface="Lucida Sans Typewriter" panose="020B0509030504030204" pitchFamily="49" charset="0"/>
                          <a:ea typeface="Noto Mono" panose="020B0609030804020204" pitchFamily="49" charset="0"/>
                          <a:cs typeface="Noto Mono" panose="020B0609030804020204" pitchFamily="49" charset="0"/>
                        </a:rPr>
                        <a:t>A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FB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rgbClr val="657B83"/>
                          </a:solidFill>
                          <a:latin typeface="Lucida Sans Typewriter" panose="020B0509030504030204" pitchFamily="49" charset="0"/>
                          <a:ea typeface="Noto Mono" panose="020B0609030804020204" pitchFamily="49" charset="0"/>
                          <a:cs typeface="Noto Mono" panose="020B0609030804020204" pitchFamily="49" charset="0"/>
                        </a:rPr>
                        <a:t>192.35.255.7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FB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82230621"/>
                  </a:ext>
                </a:extLst>
              </a:tr>
              <a:tr h="327788"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rgbClr val="657B83"/>
                          </a:solidFill>
                          <a:latin typeface="Lucida Sans Typewriter" panose="020B0509030504030204" pitchFamily="49" charset="0"/>
                          <a:ea typeface="Noto Mono" panose="020B0609030804020204" pitchFamily="49" charset="0"/>
                          <a:cs typeface="Noto Mono" panose="020B0609030804020204" pitchFamily="49" charset="0"/>
                        </a:rPr>
                        <a:t>ns2.edu.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FB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solidFill>
                            <a:srgbClr val="657B83"/>
                          </a:solidFill>
                          <a:latin typeface="Lucida Sans Typewriter" panose="020B0509030504030204" pitchFamily="49" charset="0"/>
                          <a:ea typeface="Noto Mono" panose="020B0609030804020204" pitchFamily="49" charset="0"/>
                          <a:cs typeface="Noto Mono" panose="020B0609030804020204" pitchFamily="49" charset="0"/>
                        </a:rPr>
                        <a:t>A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FB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rgbClr val="657B83"/>
                          </a:solidFill>
                          <a:latin typeface="Lucida Sans Typewriter" panose="020B0509030504030204" pitchFamily="49" charset="0"/>
                          <a:ea typeface="Noto Mono" panose="020B0609030804020204" pitchFamily="49" charset="0"/>
                          <a:cs typeface="Noto Mono" panose="020B0609030804020204" pitchFamily="49" charset="0"/>
                        </a:rPr>
                        <a:t>54.201.38.106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FB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6139101"/>
                  </a:ext>
                </a:extLst>
              </a:tr>
            </a:tbl>
          </a:graphicData>
        </a:graphic>
      </p:graphicFrame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9A63DE1C-5D57-4855-A24F-CA61E059FB9F}"/>
              </a:ext>
            </a:extLst>
          </p:cNvPr>
          <p:cNvSpPr/>
          <p:nvPr/>
        </p:nvSpPr>
        <p:spPr>
          <a:xfrm>
            <a:off x="9372280" y="2357572"/>
            <a:ext cx="815697" cy="419457"/>
          </a:xfrm>
          <a:prstGeom prst="roundRect">
            <a:avLst>
              <a:gd name="adj" fmla="val 9098"/>
            </a:avLst>
          </a:prstGeom>
          <a:solidFill>
            <a:srgbClr val="FFEED9"/>
          </a:solidFill>
          <a:ln w="19050">
            <a:solidFill>
              <a:schemeClr val="accent3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lstStyle/>
          <a:p>
            <a:pPr algn="ctr"/>
            <a:r>
              <a:rPr lang="en-US" sz="2000" err="1">
                <a:solidFill>
                  <a:schemeClr val="accent3">
                    <a:lumMod val="75000"/>
                  </a:schemeClr>
                </a:solidFill>
                <a:latin typeface="Lucida Sans Typewriter" panose="020B0509030504030204" pitchFamily="49" charset="0"/>
                <a:ea typeface="Noto Mono" panose="020B0609030804020204" pitchFamily="49" charset="0"/>
                <a:cs typeface="Noto Mono" panose="020B0609030804020204" pitchFamily="49" charset="0"/>
              </a:rPr>
              <a:t>edu</a:t>
            </a:r>
            <a:endParaRPr lang="en-US" sz="2000">
              <a:solidFill>
                <a:schemeClr val="accent3">
                  <a:lumMod val="75000"/>
                </a:schemeClr>
              </a:solidFill>
              <a:latin typeface="Lucida Sans Typewriter" panose="020B0509030504030204" pitchFamily="49" charset="0"/>
              <a:ea typeface="Noto Mono" panose="020B0609030804020204" pitchFamily="49" charset="0"/>
              <a:cs typeface="Noto Mono" panose="020B0609030804020204" pitchFamily="49" charset="0"/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F6B8FD3E-67EA-42B3-B4B3-7B3502D1B2B9}"/>
              </a:ext>
            </a:extLst>
          </p:cNvPr>
          <p:cNvSpPr/>
          <p:nvPr/>
        </p:nvSpPr>
        <p:spPr>
          <a:xfrm>
            <a:off x="7836501" y="1517534"/>
            <a:ext cx="815697" cy="372904"/>
          </a:xfrm>
          <a:prstGeom prst="roundRect">
            <a:avLst>
              <a:gd name="adj" fmla="val 7396"/>
            </a:avLst>
          </a:prstGeom>
          <a:solidFill>
            <a:srgbClr val="EEF1F2"/>
          </a:solidFill>
          <a:ln w="19050">
            <a:solidFill>
              <a:srgbClr val="70838B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>
              <a:lnSpc>
                <a:spcPct val="100000"/>
              </a:lnSpc>
              <a:spcAft>
                <a:spcPts val="500"/>
              </a:spcAft>
              <a:buClr>
                <a:srgbClr val="619E64"/>
              </a:buClr>
              <a:buSzPct val="85000"/>
              <a:defRPr/>
            </a:pPr>
            <a:endParaRPr lang="en-US" kern="0">
              <a:solidFill>
                <a:srgbClr val="619E64"/>
              </a:solidFill>
              <a:latin typeface="Source Sans Pro" panose="020B0503030403020204" pitchFamily="34" charset="0"/>
              <a:ea typeface="Source Sans Pro" panose="020B0503030403020204" pitchFamily="34" charset="0"/>
              <a:cs typeface="Calibri" panose="020F050202020403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F8C6DDD-0C08-4D9F-B565-6C2CF0C711C2}"/>
              </a:ext>
            </a:extLst>
          </p:cNvPr>
          <p:cNvSpPr txBox="1"/>
          <p:nvPr/>
        </p:nvSpPr>
        <p:spPr>
          <a:xfrm>
            <a:off x="8048317" y="1025445"/>
            <a:ext cx="23264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kern="0">
                <a:solidFill>
                  <a:srgbClr val="70838B"/>
                </a:solidFill>
              </a:rPr>
              <a:t>.</a:t>
            </a:r>
            <a:endParaRPr lang="en-US" sz="5400">
              <a:solidFill>
                <a:srgbClr val="70838B"/>
              </a:solidFill>
            </a:endParaRP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7A03C49D-CF98-4E9B-8618-2FF4209E5073}"/>
              </a:ext>
            </a:extLst>
          </p:cNvPr>
          <p:cNvCxnSpPr>
            <a:cxnSpLocks/>
          </p:cNvCxnSpPr>
          <p:nvPr/>
        </p:nvCxnSpPr>
        <p:spPr>
          <a:xfrm flipH="1">
            <a:off x="8229600" y="2100045"/>
            <a:ext cx="1550528" cy="0"/>
          </a:xfrm>
          <a:prstGeom prst="line">
            <a:avLst/>
          </a:prstGeom>
          <a:ln w="25400">
            <a:solidFill>
              <a:srgbClr val="005EA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F2E1FCCA-517A-4C41-9982-B0DB6E45A126}"/>
              </a:ext>
            </a:extLst>
          </p:cNvPr>
          <p:cNvCxnSpPr>
            <a:cxnSpLocks/>
            <a:stCxn id="11" idx="0"/>
          </p:cNvCxnSpPr>
          <p:nvPr/>
        </p:nvCxnSpPr>
        <p:spPr>
          <a:xfrm flipV="1">
            <a:off x="9780129" y="2088615"/>
            <a:ext cx="0" cy="268957"/>
          </a:xfrm>
          <a:prstGeom prst="line">
            <a:avLst/>
          </a:prstGeom>
          <a:ln w="25400">
            <a:solidFill>
              <a:srgbClr val="005EA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AED7573C-A42D-4EE5-9B1C-25E669991433}"/>
              </a:ext>
            </a:extLst>
          </p:cNvPr>
          <p:cNvCxnSpPr>
            <a:cxnSpLocks/>
            <a:endCxn id="12" idx="2"/>
          </p:cNvCxnSpPr>
          <p:nvPr/>
        </p:nvCxnSpPr>
        <p:spPr>
          <a:xfrm flipV="1">
            <a:off x="8244349" y="1890438"/>
            <a:ext cx="1" cy="202882"/>
          </a:xfrm>
          <a:prstGeom prst="line">
            <a:avLst/>
          </a:prstGeom>
          <a:ln w="25400">
            <a:solidFill>
              <a:srgbClr val="005EA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913F35A7-4208-455B-8D8A-6B8254E3D9AC}"/>
              </a:ext>
            </a:extLst>
          </p:cNvPr>
          <p:cNvSpPr/>
          <p:nvPr/>
        </p:nvSpPr>
        <p:spPr>
          <a:xfrm>
            <a:off x="328071" y="1406106"/>
            <a:ext cx="681220" cy="342059"/>
          </a:xfrm>
          <a:prstGeom prst="roundRect">
            <a:avLst/>
          </a:prstGeom>
          <a:noFill/>
          <a:ln w="381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CAEC121A-2A17-4301-A348-C92825B1CFB4}"/>
              </a:ext>
            </a:extLst>
          </p:cNvPr>
          <p:cNvSpPr/>
          <p:nvPr/>
        </p:nvSpPr>
        <p:spPr>
          <a:xfrm>
            <a:off x="8861205" y="3330750"/>
            <a:ext cx="815697" cy="419457"/>
          </a:xfrm>
          <a:prstGeom prst="roundRect">
            <a:avLst>
              <a:gd name="adj" fmla="val 9098"/>
            </a:avLst>
          </a:prstGeom>
          <a:solidFill>
            <a:srgbClr val="F7F1DD"/>
          </a:solidFill>
          <a:ln w="19050">
            <a:solidFill>
              <a:srgbClr val="95792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lstStyle/>
          <a:p>
            <a:pPr algn="ctr"/>
            <a:r>
              <a:rPr lang="en-US" sz="2000">
                <a:solidFill>
                  <a:srgbClr val="957922"/>
                </a:solidFill>
                <a:latin typeface="Lucida Sans Typewriter" panose="020B0509030504030204" pitchFamily="49" charset="0"/>
                <a:ea typeface="Noto Mono" panose="020B0609030804020204" pitchFamily="49" charset="0"/>
                <a:cs typeface="Noto Mono" panose="020B0609030804020204" pitchFamily="49" charset="0"/>
              </a:rPr>
              <a:t>ns1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6098F40F-753F-4795-8F43-659C9E0BE343}"/>
              </a:ext>
            </a:extLst>
          </p:cNvPr>
          <p:cNvSpPr/>
          <p:nvPr/>
        </p:nvSpPr>
        <p:spPr>
          <a:xfrm>
            <a:off x="7873110" y="3330750"/>
            <a:ext cx="815697" cy="419457"/>
          </a:xfrm>
          <a:prstGeom prst="roundRect">
            <a:avLst>
              <a:gd name="adj" fmla="val 9098"/>
            </a:avLst>
          </a:prstGeom>
          <a:solidFill>
            <a:srgbClr val="F7F1DD"/>
          </a:solidFill>
          <a:ln w="19050">
            <a:solidFill>
              <a:srgbClr val="95792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lstStyle/>
          <a:p>
            <a:pPr algn="ctr"/>
            <a:r>
              <a:rPr lang="en-US" sz="2000" dirty="0" err="1">
                <a:solidFill>
                  <a:srgbClr val="957922"/>
                </a:solidFill>
                <a:latin typeface="Lucida Sans Typewriter" panose="020B0509030504030204" pitchFamily="49" charset="0"/>
                <a:ea typeface="Noto Mono" panose="020B0609030804020204" pitchFamily="49" charset="0"/>
                <a:cs typeface="Noto Mono" panose="020B0609030804020204" pitchFamily="49" charset="0"/>
              </a:rPr>
              <a:t>ucla</a:t>
            </a:r>
            <a:endParaRPr lang="en-US" sz="2000" dirty="0">
              <a:solidFill>
                <a:srgbClr val="957922"/>
              </a:solidFill>
              <a:latin typeface="Lucida Sans Typewriter" panose="020B0509030504030204" pitchFamily="49" charset="0"/>
              <a:ea typeface="Noto Mono" panose="020B0609030804020204" pitchFamily="49" charset="0"/>
              <a:cs typeface="Noto Mono" panose="020B0609030804020204" pitchFamily="49" charset="0"/>
            </a:endParaRP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BBCD7DF8-2819-4E29-A4BD-1A3CE4D6104E}"/>
              </a:ext>
            </a:extLst>
          </p:cNvPr>
          <p:cNvSpPr/>
          <p:nvPr/>
        </p:nvSpPr>
        <p:spPr>
          <a:xfrm>
            <a:off x="9849300" y="3330750"/>
            <a:ext cx="815697" cy="419457"/>
          </a:xfrm>
          <a:prstGeom prst="roundRect">
            <a:avLst>
              <a:gd name="adj" fmla="val 9098"/>
            </a:avLst>
          </a:prstGeom>
          <a:solidFill>
            <a:srgbClr val="F7F1DD"/>
          </a:solidFill>
          <a:ln w="19050">
            <a:solidFill>
              <a:srgbClr val="95792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lstStyle/>
          <a:p>
            <a:pPr algn="ctr"/>
            <a:r>
              <a:rPr lang="en-US" sz="2000">
                <a:solidFill>
                  <a:srgbClr val="957922"/>
                </a:solidFill>
                <a:latin typeface="Lucida Sans Typewriter" panose="020B0509030504030204" pitchFamily="49" charset="0"/>
                <a:ea typeface="Noto Mono" panose="020B0609030804020204" pitchFamily="49" charset="0"/>
                <a:cs typeface="Noto Mono" panose="020B0609030804020204" pitchFamily="49" charset="0"/>
              </a:rPr>
              <a:t>ns2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74624CEC-F4A3-4D87-899B-D23B943C338F}"/>
              </a:ext>
            </a:extLst>
          </p:cNvPr>
          <p:cNvCxnSpPr>
            <a:cxnSpLocks/>
          </p:cNvCxnSpPr>
          <p:nvPr/>
        </p:nvCxnSpPr>
        <p:spPr>
          <a:xfrm flipH="1" flipV="1">
            <a:off x="8260082" y="3036233"/>
            <a:ext cx="1997066" cy="3812"/>
          </a:xfrm>
          <a:prstGeom prst="line">
            <a:avLst/>
          </a:prstGeom>
          <a:ln w="25400">
            <a:solidFill>
              <a:srgbClr val="005EA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9922B311-1B60-4F27-9D3B-8BE54AF90AEB}"/>
              </a:ext>
            </a:extLst>
          </p:cNvPr>
          <p:cNvCxnSpPr>
            <a:cxnSpLocks/>
          </p:cNvCxnSpPr>
          <p:nvPr/>
        </p:nvCxnSpPr>
        <p:spPr>
          <a:xfrm flipV="1">
            <a:off x="8272069" y="3026705"/>
            <a:ext cx="0" cy="300236"/>
          </a:xfrm>
          <a:prstGeom prst="line">
            <a:avLst/>
          </a:prstGeom>
          <a:ln w="25400">
            <a:solidFill>
              <a:srgbClr val="005EA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CAF2FA9C-837D-4AA1-9913-E0F05FA5EA38}"/>
              </a:ext>
            </a:extLst>
          </p:cNvPr>
          <p:cNvCxnSpPr>
            <a:cxnSpLocks/>
            <a:stCxn id="19" idx="0"/>
          </p:cNvCxnSpPr>
          <p:nvPr/>
        </p:nvCxnSpPr>
        <p:spPr>
          <a:xfrm flipH="1" flipV="1">
            <a:off x="9269053" y="3040045"/>
            <a:ext cx="1" cy="290705"/>
          </a:xfrm>
          <a:prstGeom prst="line">
            <a:avLst/>
          </a:prstGeom>
          <a:ln w="25400">
            <a:solidFill>
              <a:srgbClr val="005EA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A2482E68-7493-4B2B-A364-8FD7287B9B8E}"/>
              </a:ext>
            </a:extLst>
          </p:cNvPr>
          <p:cNvCxnSpPr>
            <a:cxnSpLocks/>
            <a:stCxn id="22" idx="0"/>
          </p:cNvCxnSpPr>
          <p:nvPr/>
        </p:nvCxnSpPr>
        <p:spPr>
          <a:xfrm flipH="1" flipV="1">
            <a:off x="10257148" y="3032420"/>
            <a:ext cx="1" cy="298330"/>
          </a:xfrm>
          <a:prstGeom prst="line">
            <a:avLst/>
          </a:prstGeom>
          <a:ln w="25400">
            <a:solidFill>
              <a:srgbClr val="005EA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FB2A3292-A9A5-4C6B-9BF4-91CA53EA1B4B}"/>
              </a:ext>
            </a:extLst>
          </p:cNvPr>
          <p:cNvCxnSpPr>
            <a:cxnSpLocks/>
          </p:cNvCxnSpPr>
          <p:nvPr/>
        </p:nvCxnSpPr>
        <p:spPr>
          <a:xfrm flipV="1">
            <a:off x="9780129" y="2777029"/>
            <a:ext cx="0" cy="268957"/>
          </a:xfrm>
          <a:prstGeom prst="line">
            <a:avLst/>
          </a:prstGeom>
          <a:ln w="25400">
            <a:solidFill>
              <a:srgbClr val="005EA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2117122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3" grpId="0"/>
      <p:bldP spid="20" grpId="0" animBg="1"/>
      <p:bldP spid="19" grpId="0" animBg="1"/>
      <p:bldP spid="21" grpId="0" animBg="1"/>
      <p:bldP spid="22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65;p14">
            <a:extLst>
              <a:ext uri="{FF2B5EF4-FFF2-40B4-BE49-F238E27FC236}">
                <a16:creationId xmlns:a16="http://schemas.microsoft.com/office/drawing/2014/main" id="{CD718F45-90E9-4361-B126-99AF41EACE80}"/>
              </a:ext>
            </a:extLst>
          </p:cNvPr>
          <p:cNvSpPr txBox="1">
            <a:spLocks/>
          </p:cNvSpPr>
          <p:nvPr/>
        </p:nvSpPr>
        <p:spPr>
          <a:xfrm>
            <a:off x="2879915" y="209319"/>
            <a:ext cx="6432170" cy="800179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121900" tIns="121900" rIns="121900" bIns="12190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 b="0" i="0" u="none" strike="noStrike" cap="non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 b="0" i="0" u="none" strike="noStrike" cap="non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 b="0" i="0" u="none" strike="noStrike" cap="non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 b="0" i="0" u="none" strike="noStrike" cap="non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 b="0" i="0" u="none" strike="noStrike" cap="non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 b="0" i="0" u="none" strike="noStrike" cap="non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 b="0" i="0" u="none" strike="noStrike" cap="non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 b="0" i="0" u="none" strike="noStrike" cap="non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 b="0" i="0" u="none" strike="noStrike" cap="non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9pPr>
          </a:lstStyle>
          <a:p>
            <a:pPr defTabSz="914400"/>
            <a:r>
              <a:rPr lang="en-US" sz="3600" b="1" kern="0">
                <a:solidFill>
                  <a:srgbClr val="546970"/>
                </a:solidFill>
                <a:latin typeface="Bookman Old Style" panose="02050604050505020204" pitchFamily="18" charset="0"/>
              </a:rPr>
              <a:t>Label Graph Construction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FB8A0090-BA36-4635-8623-C8290B056046}"/>
              </a:ext>
            </a:extLst>
          </p:cNvPr>
          <p:cNvSpPr/>
          <p:nvPr/>
        </p:nvSpPr>
        <p:spPr>
          <a:xfrm flipV="1">
            <a:off x="4145001" y="886094"/>
            <a:ext cx="3901998" cy="27432"/>
          </a:xfrm>
          <a:prstGeom prst="roundRect">
            <a:avLst/>
          </a:prstGeom>
          <a:solidFill>
            <a:srgbClr val="26A69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3" name="Table 31">
            <a:extLst>
              <a:ext uri="{FF2B5EF4-FFF2-40B4-BE49-F238E27FC236}">
                <a16:creationId xmlns:a16="http://schemas.microsoft.com/office/drawing/2014/main" id="{2DF447AC-2568-44B1-B3F3-A7EE76A5F56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05247480"/>
              </p:ext>
            </p:extLst>
          </p:nvPr>
        </p:nvGraphicFramePr>
        <p:xfrm>
          <a:off x="328071" y="1092000"/>
          <a:ext cx="4670649" cy="1966728"/>
        </p:xfrm>
        <a:graphic>
          <a:graphicData uri="http://schemas.openxmlformats.org/drawingml/2006/table">
            <a:tbl>
              <a:tblPr firstRow="1" bandRow="1">
                <a:effectLst>
                  <a:outerShdw blurRad="50800" sx="101000" sy="101000" algn="ctr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816959">
                  <a:extLst>
                    <a:ext uri="{9D8B030D-6E8A-4147-A177-3AD203B41FA5}">
                      <a16:colId xmlns:a16="http://schemas.microsoft.com/office/drawing/2014/main" val="448935893"/>
                    </a:ext>
                  </a:extLst>
                </a:gridCol>
                <a:gridCol w="819150">
                  <a:extLst>
                    <a:ext uri="{9D8B030D-6E8A-4147-A177-3AD203B41FA5}">
                      <a16:colId xmlns:a16="http://schemas.microsoft.com/office/drawing/2014/main" val="3392558462"/>
                    </a:ext>
                  </a:extLst>
                </a:gridCol>
                <a:gridCol w="2034540">
                  <a:extLst>
                    <a:ext uri="{9D8B030D-6E8A-4147-A177-3AD203B41FA5}">
                      <a16:colId xmlns:a16="http://schemas.microsoft.com/office/drawing/2014/main" val="3314790156"/>
                    </a:ext>
                  </a:extLst>
                </a:gridCol>
              </a:tblGrid>
              <a:tr h="327788"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rgbClr val="657B83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Domain Name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FB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rgbClr val="657B83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Type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FB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rgbClr val="657B83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Data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FB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15431099"/>
                  </a:ext>
                </a:extLst>
              </a:tr>
              <a:tr h="327788">
                <a:tc>
                  <a:txBody>
                    <a:bodyPr/>
                    <a:lstStyle/>
                    <a:p>
                      <a:r>
                        <a:rPr lang="en-US" sz="1600" dirty="0" err="1">
                          <a:solidFill>
                            <a:srgbClr val="657B83"/>
                          </a:solidFill>
                          <a:latin typeface="Lucida Sans Typewriter" panose="020B0509030504030204" pitchFamily="49" charset="0"/>
                          <a:ea typeface="Noto Mono" panose="020B0609030804020204" pitchFamily="49" charset="0"/>
                          <a:cs typeface="Noto Mono" panose="020B0609030804020204" pitchFamily="49" charset="0"/>
                        </a:rPr>
                        <a:t>edu</a:t>
                      </a:r>
                      <a:r>
                        <a:rPr lang="en-US" sz="1600" dirty="0">
                          <a:solidFill>
                            <a:srgbClr val="657B83"/>
                          </a:solidFill>
                          <a:latin typeface="Lucida Sans Typewriter" panose="020B0509030504030204" pitchFamily="49" charset="0"/>
                          <a:ea typeface="Noto Mono" panose="020B0609030804020204" pitchFamily="49" charset="0"/>
                          <a:cs typeface="Noto Mono" panose="020B0609030804020204" pitchFamily="49" charset="0"/>
                        </a:rPr>
                        <a:t>.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FB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solidFill>
                            <a:srgbClr val="657B83"/>
                          </a:solidFill>
                          <a:latin typeface="Lucida Sans Typewriter" panose="020B0509030504030204" pitchFamily="49" charset="0"/>
                          <a:ea typeface="Noto Mono" panose="020B0609030804020204" pitchFamily="49" charset="0"/>
                          <a:cs typeface="Noto Mono" panose="020B0609030804020204" pitchFamily="49" charset="0"/>
                        </a:rPr>
                        <a:t>SOA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FB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solidFill>
                            <a:srgbClr val="657B83"/>
                          </a:solidFill>
                          <a:latin typeface="Lucida Sans Typewriter" panose="020B0509030504030204" pitchFamily="49" charset="0"/>
                          <a:ea typeface="Noto Mono" panose="020B0609030804020204" pitchFamily="49" charset="0"/>
                          <a:cs typeface="Noto Mono" panose="020B0609030804020204" pitchFamily="49" charset="0"/>
                        </a:rPr>
                        <a:t>a.edu.net. …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FB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35477995"/>
                  </a:ext>
                </a:extLst>
              </a:tr>
              <a:tr h="327788"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rgbClr val="657B83"/>
                          </a:solidFill>
                          <a:latin typeface="Lucida Sans Typewriter" panose="020B0509030504030204" pitchFamily="49" charset="0"/>
                          <a:ea typeface="Noto Mono" panose="020B0609030804020204" pitchFamily="49" charset="0"/>
                          <a:cs typeface="Noto Mono" panose="020B0609030804020204" pitchFamily="49" charset="0"/>
                        </a:rPr>
                        <a:t>ucla.edu.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FB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657B83"/>
                          </a:solidFill>
                          <a:latin typeface="Lucida Sans Typewriter" panose="020B0509030504030204" pitchFamily="49" charset="0"/>
                          <a:ea typeface="Noto Mono" panose="020B0609030804020204" pitchFamily="49" charset="0"/>
                          <a:cs typeface="Noto Mono" panose="020B0609030804020204" pitchFamily="49" charset="0"/>
                        </a:rPr>
                        <a:t>NS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FB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solidFill>
                            <a:srgbClr val="657B83"/>
                          </a:solidFill>
                          <a:latin typeface="Lucida Sans Typewriter" panose="020B0509030504030204" pitchFamily="49" charset="0"/>
                          <a:ea typeface="Noto Mono" panose="020B0609030804020204" pitchFamily="49" charset="0"/>
                          <a:cs typeface="Noto Mono" panose="020B0609030804020204" pitchFamily="49" charset="0"/>
                        </a:rPr>
                        <a:t>ns1.edu.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FB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36718837"/>
                  </a:ext>
                </a:extLst>
              </a:tr>
              <a:tr h="327788">
                <a:tc>
                  <a:txBody>
                    <a:bodyPr/>
                    <a:lstStyle/>
                    <a:p>
                      <a:r>
                        <a:rPr lang="en-US" sz="1600">
                          <a:solidFill>
                            <a:srgbClr val="657B83"/>
                          </a:solidFill>
                          <a:latin typeface="Lucida Sans Typewriter" panose="020B0509030504030204" pitchFamily="49" charset="0"/>
                          <a:ea typeface="Noto Mono" panose="020B0609030804020204" pitchFamily="49" charset="0"/>
                          <a:cs typeface="Noto Mono" panose="020B0609030804020204" pitchFamily="49" charset="0"/>
                        </a:rPr>
                        <a:t>ucla.edu.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FB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657B83"/>
                          </a:solidFill>
                          <a:latin typeface="Lucida Sans Typewriter" panose="020B0509030504030204" pitchFamily="49" charset="0"/>
                          <a:ea typeface="Noto Mono" panose="020B0609030804020204" pitchFamily="49" charset="0"/>
                          <a:cs typeface="Noto Mono" panose="020B0609030804020204" pitchFamily="49" charset="0"/>
                        </a:rPr>
                        <a:t>NS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FB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rgbClr val="657B83"/>
                          </a:solidFill>
                          <a:latin typeface="Lucida Sans Typewriter" panose="020B0509030504030204" pitchFamily="49" charset="0"/>
                          <a:ea typeface="Noto Mono" panose="020B0609030804020204" pitchFamily="49" charset="0"/>
                          <a:cs typeface="Noto Mono" panose="020B0609030804020204" pitchFamily="49" charset="0"/>
                        </a:rPr>
                        <a:t>ns2.edu.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FB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8117347"/>
                  </a:ext>
                </a:extLst>
              </a:tr>
              <a:tr h="327788"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rgbClr val="657B83"/>
                          </a:solidFill>
                          <a:latin typeface="Lucida Sans Typewriter" panose="020B0509030504030204" pitchFamily="49" charset="0"/>
                          <a:ea typeface="Noto Mono" panose="020B0609030804020204" pitchFamily="49" charset="0"/>
                          <a:cs typeface="Noto Mono" panose="020B0609030804020204" pitchFamily="49" charset="0"/>
                        </a:rPr>
                        <a:t>ns1.edu.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FB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solidFill>
                            <a:srgbClr val="657B83"/>
                          </a:solidFill>
                          <a:latin typeface="Lucida Sans Typewriter" panose="020B0509030504030204" pitchFamily="49" charset="0"/>
                          <a:ea typeface="Noto Mono" panose="020B0609030804020204" pitchFamily="49" charset="0"/>
                          <a:cs typeface="Noto Mono" panose="020B0609030804020204" pitchFamily="49" charset="0"/>
                        </a:rPr>
                        <a:t>A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FB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rgbClr val="657B83"/>
                          </a:solidFill>
                          <a:latin typeface="Lucida Sans Typewriter" panose="020B0509030504030204" pitchFamily="49" charset="0"/>
                          <a:ea typeface="Noto Mono" panose="020B0609030804020204" pitchFamily="49" charset="0"/>
                          <a:cs typeface="Noto Mono" panose="020B0609030804020204" pitchFamily="49" charset="0"/>
                        </a:rPr>
                        <a:t>192.35.255.7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FB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82230621"/>
                  </a:ext>
                </a:extLst>
              </a:tr>
              <a:tr h="327788">
                <a:tc>
                  <a:txBody>
                    <a:bodyPr/>
                    <a:lstStyle/>
                    <a:p>
                      <a:r>
                        <a:rPr lang="en-US" sz="1600">
                          <a:solidFill>
                            <a:srgbClr val="657B83"/>
                          </a:solidFill>
                          <a:latin typeface="Lucida Sans Typewriter" panose="020B0509030504030204" pitchFamily="49" charset="0"/>
                          <a:ea typeface="Noto Mono" panose="020B0609030804020204" pitchFamily="49" charset="0"/>
                          <a:cs typeface="Noto Mono" panose="020B0609030804020204" pitchFamily="49" charset="0"/>
                        </a:rPr>
                        <a:t>ns2.edu.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FB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solidFill>
                            <a:srgbClr val="657B83"/>
                          </a:solidFill>
                          <a:latin typeface="Lucida Sans Typewriter" panose="020B0509030504030204" pitchFamily="49" charset="0"/>
                          <a:ea typeface="Noto Mono" panose="020B0609030804020204" pitchFamily="49" charset="0"/>
                          <a:cs typeface="Noto Mono" panose="020B0609030804020204" pitchFamily="49" charset="0"/>
                        </a:rPr>
                        <a:t>A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FB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rgbClr val="657B83"/>
                          </a:solidFill>
                          <a:latin typeface="Lucida Sans Typewriter" panose="020B0509030504030204" pitchFamily="49" charset="0"/>
                          <a:ea typeface="Noto Mono" panose="020B0609030804020204" pitchFamily="49" charset="0"/>
                          <a:cs typeface="Noto Mono" panose="020B0609030804020204" pitchFamily="49" charset="0"/>
                        </a:rPr>
                        <a:t>54.201.38.106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FB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6139101"/>
                  </a:ext>
                </a:extLst>
              </a:tr>
            </a:tbl>
          </a:graphicData>
        </a:graphic>
      </p:graphicFrame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9A63DE1C-5D57-4855-A24F-CA61E059FB9F}"/>
              </a:ext>
            </a:extLst>
          </p:cNvPr>
          <p:cNvSpPr/>
          <p:nvPr/>
        </p:nvSpPr>
        <p:spPr>
          <a:xfrm>
            <a:off x="9372280" y="2357572"/>
            <a:ext cx="815697" cy="419457"/>
          </a:xfrm>
          <a:prstGeom prst="roundRect">
            <a:avLst>
              <a:gd name="adj" fmla="val 9098"/>
            </a:avLst>
          </a:prstGeom>
          <a:solidFill>
            <a:srgbClr val="FFEED9"/>
          </a:solidFill>
          <a:ln w="19050">
            <a:solidFill>
              <a:schemeClr val="accent3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lstStyle/>
          <a:p>
            <a:pPr algn="ctr"/>
            <a:r>
              <a:rPr lang="en-US" sz="2000" err="1">
                <a:solidFill>
                  <a:schemeClr val="accent3">
                    <a:lumMod val="75000"/>
                  </a:schemeClr>
                </a:solidFill>
                <a:latin typeface="Lucida Sans Typewriter" panose="020B0509030504030204" pitchFamily="49" charset="0"/>
                <a:ea typeface="Noto Mono" panose="020B0609030804020204" pitchFamily="49" charset="0"/>
                <a:cs typeface="Noto Mono" panose="020B0609030804020204" pitchFamily="49" charset="0"/>
              </a:rPr>
              <a:t>edu</a:t>
            </a:r>
            <a:endParaRPr lang="en-US" sz="2000">
              <a:solidFill>
                <a:schemeClr val="accent3">
                  <a:lumMod val="75000"/>
                </a:schemeClr>
              </a:solidFill>
              <a:latin typeface="Lucida Sans Typewriter" panose="020B0509030504030204" pitchFamily="49" charset="0"/>
              <a:ea typeface="Noto Mono" panose="020B0609030804020204" pitchFamily="49" charset="0"/>
              <a:cs typeface="Noto Mono" panose="020B0609030804020204" pitchFamily="49" charset="0"/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F6B8FD3E-67EA-42B3-B4B3-7B3502D1B2B9}"/>
              </a:ext>
            </a:extLst>
          </p:cNvPr>
          <p:cNvSpPr/>
          <p:nvPr/>
        </p:nvSpPr>
        <p:spPr>
          <a:xfrm>
            <a:off x="7836501" y="1517534"/>
            <a:ext cx="815697" cy="372904"/>
          </a:xfrm>
          <a:prstGeom prst="roundRect">
            <a:avLst>
              <a:gd name="adj" fmla="val 7396"/>
            </a:avLst>
          </a:prstGeom>
          <a:solidFill>
            <a:srgbClr val="EEF1F2"/>
          </a:solidFill>
          <a:ln w="19050">
            <a:solidFill>
              <a:srgbClr val="70838B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>
              <a:lnSpc>
                <a:spcPct val="100000"/>
              </a:lnSpc>
              <a:spcAft>
                <a:spcPts val="500"/>
              </a:spcAft>
              <a:buClr>
                <a:srgbClr val="619E64"/>
              </a:buClr>
              <a:buSzPct val="85000"/>
              <a:defRPr/>
            </a:pPr>
            <a:endParaRPr lang="en-US" kern="0">
              <a:solidFill>
                <a:srgbClr val="619E64"/>
              </a:solidFill>
              <a:latin typeface="Source Sans Pro" panose="020B0503030403020204" pitchFamily="34" charset="0"/>
              <a:ea typeface="Source Sans Pro" panose="020B0503030403020204" pitchFamily="34" charset="0"/>
              <a:cs typeface="Calibri" panose="020F050202020403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F8C6DDD-0C08-4D9F-B565-6C2CF0C711C2}"/>
              </a:ext>
            </a:extLst>
          </p:cNvPr>
          <p:cNvSpPr txBox="1"/>
          <p:nvPr/>
        </p:nvSpPr>
        <p:spPr>
          <a:xfrm>
            <a:off x="8048317" y="1025445"/>
            <a:ext cx="23264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kern="0">
                <a:solidFill>
                  <a:srgbClr val="70838B"/>
                </a:solidFill>
              </a:rPr>
              <a:t>.</a:t>
            </a:r>
            <a:endParaRPr lang="en-US" sz="5400">
              <a:solidFill>
                <a:srgbClr val="70838B"/>
              </a:solidFill>
            </a:endParaRP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7A03C49D-CF98-4E9B-8618-2FF4209E5073}"/>
              </a:ext>
            </a:extLst>
          </p:cNvPr>
          <p:cNvCxnSpPr>
            <a:cxnSpLocks/>
          </p:cNvCxnSpPr>
          <p:nvPr/>
        </p:nvCxnSpPr>
        <p:spPr>
          <a:xfrm flipH="1">
            <a:off x="8229600" y="2100045"/>
            <a:ext cx="1550528" cy="0"/>
          </a:xfrm>
          <a:prstGeom prst="line">
            <a:avLst/>
          </a:prstGeom>
          <a:ln w="25400">
            <a:solidFill>
              <a:srgbClr val="005EA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F2E1FCCA-517A-4C41-9982-B0DB6E45A126}"/>
              </a:ext>
            </a:extLst>
          </p:cNvPr>
          <p:cNvCxnSpPr>
            <a:cxnSpLocks/>
            <a:stCxn id="11" idx="0"/>
          </p:cNvCxnSpPr>
          <p:nvPr/>
        </p:nvCxnSpPr>
        <p:spPr>
          <a:xfrm flipV="1">
            <a:off x="9780129" y="2088615"/>
            <a:ext cx="0" cy="268957"/>
          </a:xfrm>
          <a:prstGeom prst="line">
            <a:avLst/>
          </a:prstGeom>
          <a:ln w="25400">
            <a:solidFill>
              <a:srgbClr val="005EA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AED7573C-A42D-4EE5-9B1C-25E669991433}"/>
              </a:ext>
            </a:extLst>
          </p:cNvPr>
          <p:cNvCxnSpPr>
            <a:cxnSpLocks/>
            <a:endCxn id="12" idx="2"/>
          </p:cNvCxnSpPr>
          <p:nvPr/>
        </p:nvCxnSpPr>
        <p:spPr>
          <a:xfrm flipV="1">
            <a:off x="8244349" y="1890438"/>
            <a:ext cx="1" cy="202882"/>
          </a:xfrm>
          <a:prstGeom prst="line">
            <a:avLst/>
          </a:prstGeom>
          <a:ln w="25400">
            <a:solidFill>
              <a:srgbClr val="005EA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9B3920F-2680-4EDA-AC57-99E9B3448920}"/>
              </a:ext>
            </a:extLst>
          </p:cNvPr>
          <p:cNvSpPr/>
          <p:nvPr/>
        </p:nvSpPr>
        <p:spPr>
          <a:xfrm>
            <a:off x="8861205" y="3330750"/>
            <a:ext cx="815697" cy="419457"/>
          </a:xfrm>
          <a:prstGeom prst="roundRect">
            <a:avLst>
              <a:gd name="adj" fmla="val 9098"/>
            </a:avLst>
          </a:prstGeom>
          <a:solidFill>
            <a:srgbClr val="F7F1DD"/>
          </a:solidFill>
          <a:ln w="19050">
            <a:solidFill>
              <a:srgbClr val="95792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lstStyle/>
          <a:p>
            <a:pPr algn="ctr"/>
            <a:r>
              <a:rPr lang="en-US" sz="2000">
                <a:solidFill>
                  <a:srgbClr val="957922"/>
                </a:solidFill>
                <a:latin typeface="Lucida Sans Typewriter" panose="020B0509030504030204" pitchFamily="49" charset="0"/>
                <a:ea typeface="Noto Mono" panose="020B0609030804020204" pitchFamily="49" charset="0"/>
                <a:cs typeface="Noto Mono" panose="020B0609030804020204" pitchFamily="49" charset="0"/>
              </a:rPr>
              <a:t>ns1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15EF709C-6BD5-4CB5-BD59-0DD99369EFBF}"/>
              </a:ext>
            </a:extLst>
          </p:cNvPr>
          <p:cNvSpPr/>
          <p:nvPr/>
        </p:nvSpPr>
        <p:spPr>
          <a:xfrm>
            <a:off x="7873110" y="3330750"/>
            <a:ext cx="815697" cy="419457"/>
          </a:xfrm>
          <a:prstGeom prst="roundRect">
            <a:avLst>
              <a:gd name="adj" fmla="val 9098"/>
            </a:avLst>
          </a:prstGeom>
          <a:solidFill>
            <a:srgbClr val="F7F1DD"/>
          </a:solidFill>
          <a:ln w="19050">
            <a:solidFill>
              <a:srgbClr val="95792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lstStyle/>
          <a:p>
            <a:pPr algn="ctr"/>
            <a:r>
              <a:rPr lang="en-US" sz="2000" err="1">
                <a:solidFill>
                  <a:srgbClr val="957922"/>
                </a:solidFill>
                <a:latin typeface="Lucida Sans Typewriter" panose="020B0509030504030204" pitchFamily="49" charset="0"/>
                <a:ea typeface="Noto Mono" panose="020B0609030804020204" pitchFamily="49" charset="0"/>
                <a:cs typeface="Noto Mono" panose="020B0609030804020204" pitchFamily="49" charset="0"/>
              </a:rPr>
              <a:t>ucla</a:t>
            </a:r>
            <a:endParaRPr lang="en-US" sz="2000">
              <a:solidFill>
                <a:srgbClr val="957922"/>
              </a:solidFill>
              <a:latin typeface="Lucida Sans Typewriter" panose="020B0509030504030204" pitchFamily="49" charset="0"/>
              <a:ea typeface="Noto Mono" panose="020B0609030804020204" pitchFamily="49" charset="0"/>
              <a:cs typeface="Noto Mono" panose="020B0609030804020204" pitchFamily="49" charset="0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F39F33D9-F7A5-414C-AC2D-2FE5D3C61F68}"/>
              </a:ext>
            </a:extLst>
          </p:cNvPr>
          <p:cNvSpPr/>
          <p:nvPr/>
        </p:nvSpPr>
        <p:spPr>
          <a:xfrm>
            <a:off x="9849300" y="3330750"/>
            <a:ext cx="815697" cy="419457"/>
          </a:xfrm>
          <a:prstGeom prst="roundRect">
            <a:avLst>
              <a:gd name="adj" fmla="val 9098"/>
            </a:avLst>
          </a:prstGeom>
          <a:solidFill>
            <a:srgbClr val="F7F1DD"/>
          </a:solidFill>
          <a:ln w="19050">
            <a:solidFill>
              <a:srgbClr val="95792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lstStyle/>
          <a:p>
            <a:pPr algn="ctr"/>
            <a:r>
              <a:rPr lang="en-US" sz="2000">
                <a:solidFill>
                  <a:srgbClr val="957922"/>
                </a:solidFill>
                <a:latin typeface="Lucida Sans Typewriter" panose="020B0509030504030204" pitchFamily="49" charset="0"/>
                <a:ea typeface="Noto Mono" panose="020B0609030804020204" pitchFamily="49" charset="0"/>
                <a:cs typeface="Noto Mono" panose="020B0609030804020204" pitchFamily="49" charset="0"/>
              </a:rPr>
              <a:t>ns2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BC126857-D132-405B-A3BD-F055E5C8A148}"/>
              </a:ext>
            </a:extLst>
          </p:cNvPr>
          <p:cNvCxnSpPr>
            <a:cxnSpLocks/>
          </p:cNvCxnSpPr>
          <p:nvPr/>
        </p:nvCxnSpPr>
        <p:spPr>
          <a:xfrm flipH="1" flipV="1">
            <a:off x="8260082" y="3036233"/>
            <a:ext cx="1997066" cy="3812"/>
          </a:xfrm>
          <a:prstGeom prst="line">
            <a:avLst/>
          </a:prstGeom>
          <a:ln w="25400">
            <a:solidFill>
              <a:srgbClr val="005EA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045490B8-02CF-4F90-9FBB-5919CD24C7F3}"/>
              </a:ext>
            </a:extLst>
          </p:cNvPr>
          <p:cNvCxnSpPr>
            <a:cxnSpLocks/>
          </p:cNvCxnSpPr>
          <p:nvPr/>
        </p:nvCxnSpPr>
        <p:spPr>
          <a:xfrm flipV="1">
            <a:off x="8272069" y="3026705"/>
            <a:ext cx="0" cy="300236"/>
          </a:xfrm>
          <a:prstGeom prst="line">
            <a:avLst/>
          </a:prstGeom>
          <a:ln w="25400">
            <a:solidFill>
              <a:srgbClr val="005EA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8ED22A83-B36E-4C27-9553-049C589EE20B}"/>
              </a:ext>
            </a:extLst>
          </p:cNvPr>
          <p:cNvCxnSpPr>
            <a:cxnSpLocks/>
            <a:stCxn id="2" idx="0"/>
          </p:cNvCxnSpPr>
          <p:nvPr/>
        </p:nvCxnSpPr>
        <p:spPr>
          <a:xfrm flipH="1" flipV="1">
            <a:off x="9269053" y="3040045"/>
            <a:ext cx="1" cy="290705"/>
          </a:xfrm>
          <a:prstGeom prst="line">
            <a:avLst/>
          </a:prstGeom>
          <a:ln w="25400">
            <a:solidFill>
              <a:srgbClr val="005EA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FB114426-56E3-406F-80E6-764CC01429B5}"/>
              </a:ext>
            </a:extLst>
          </p:cNvPr>
          <p:cNvCxnSpPr>
            <a:cxnSpLocks/>
            <a:stCxn id="8" idx="0"/>
          </p:cNvCxnSpPr>
          <p:nvPr/>
        </p:nvCxnSpPr>
        <p:spPr>
          <a:xfrm flipH="1" flipV="1">
            <a:off x="10257148" y="3032420"/>
            <a:ext cx="1" cy="298330"/>
          </a:xfrm>
          <a:prstGeom prst="line">
            <a:avLst/>
          </a:prstGeom>
          <a:ln w="25400">
            <a:solidFill>
              <a:srgbClr val="005EA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82682775-A733-45C6-B4B4-9AAFDCA5A766}"/>
              </a:ext>
            </a:extLst>
          </p:cNvPr>
          <p:cNvCxnSpPr>
            <a:cxnSpLocks/>
            <a:endCxn id="11" idx="2"/>
          </p:cNvCxnSpPr>
          <p:nvPr/>
        </p:nvCxnSpPr>
        <p:spPr>
          <a:xfrm flipV="1">
            <a:off x="9780129" y="2777029"/>
            <a:ext cx="0" cy="268957"/>
          </a:xfrm>
          <a:prstGeom prst="line">
            <a:avLst/>
          </a:prstGeom>
          <a:ln w="25400">
            <a:solidFill>
              <a:srgbClr val="005EA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" name="Table 31">
            <a:extLst>
              <a:ext uri="{FF2B5EF4-FFF2-40B4-BE49-F238E27FC236}">
                <a16:creationId xmlns:a16="http://schemas.microsoft.com/office/drawing/2014/main" id="{D88C86D6-4BB5-4874-AD60-F6559AC6E56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53266692"/>
              </p:ext>
            </p:extLst>
          </p:nvPr>
        </p:nvGraphicFramePr>
        <p:xfrm>
          <a:off x="323991" y="3150907"/>
          <a:ext cx="4674729" cy="1709563"/>
        </p:xfrm>
        <a:graphic>
          <a:graphicData uri="http://schemas.openxmlformats.org/drawingml/2006/table">
            <a:tbl>
              <a:tblPr firstRow="1" bandRow="1">
                <a:effectLst>
                  <a:outerShdw blurRad="50800" sx="101000" sy="101000" algn="ctr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817229">
                  <a:extLst>
                    <a:ext uri="{9D8B030D-6E8A-4147-A177-3AD203B41FA5}">
                      <a16:colId xmlns:a16="http://schemas.microsoft.com/office/drawing/2014/main" val="448935893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3392558462"/>
                    </a:ext>
                  </a:extLst>
                </a:gridCol>
                <a:gridCol w="2034540">
                  <a:extLst>
                    <a:ext uri="{9D8B030D-6E8A-4147-A177-3AD203B41FA5}">
                      <a16:colId xmlns:a16="http://schemas.microsoft.com/office/drawing/2014/main" val="3314790156"/>
                    </a:ext>
                  </a:extLst>
                </a:gridCol>
              </a:tblGrid>
              <a:tr h="332285"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rgbClr val="657B83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Domain Name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FB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rgbClr val="657B83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Type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FB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rgbClr val="657B83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Data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FB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15431099"/>
                  </a:ext>
                </a:extLst>
              </a:tr>
              <a:tr h="327739"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rgbClr val="657B83"/>
                          </a:solidFill>
                          <a:latin typeface="Lucida Sans Typewriter" panose="020B0509030504030204" pitchFamily="49" charset="0"/>
                          <a:ea typeface="Noto Mono" panose="020B0609030804020204" pitchFamily="49" charset="0"/>
                          <a:cs typeface="Noto Mono" panose="020B0609030804020204" pitchFamily="49" charset="0"/>
                        </a:rPr>
                        <a:t>ucla.edu.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FB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657B83"/>
                          </a:solidFill>
                          <a:latin typeface="Lucida Sans Typewriter" panose="020B0509030504030204" pitchFamily="49" charset="0"/>
                          <a:ea typeface="Noto Mono" panose="020B0609030804020204" pitchFamily="49" charset="0"/>
                          <a:cs typeface="Noto Mono" panose="020B0609030804020204" pitchFamily="49" charset="0"/>
                        </a:rPr>
                        <a:t>SOA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FB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solidFill>
                            <a:srgbClr val="657B83"/>
                          </a:solidFill>
                          <a:latin typeface="Lucida Sans Typewriter" panose="020B0509030504030204" pitchFamily="49" charset="0"/>
                          <a:ea typeface="Noto Mono" panose="020B0609030804020204" pitchFamily="49" charset="0"/>
                          <a:cs typeface="Noto Mono" panose="020B0609030804020204" pitchFamily="49" charset="0"/>
                        </a:rPr>
                        <a:t>sb1.ucla.edu. …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FB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35477995"/>
                  </a:ext>
                </a:extLst>
              </a:tr>
              <a:tr h="327739">
                <a:tc>
                  <a:txBody>
                    <a:bodyPr/>
                    <a:lstStyle/>
                    <a:p>
                      <a:r>
                        <a:rPr lang="en-US" sz="1600">
                          <a:solidFill>
                            <a:srgbClr val="657B83"/>
                          </a:solidFill>
                          <a:latin typeface="Lucida Sans Typewriter" panose="020B0509030504030204" pitchFamily="49" charset="0"/>
                          <a:ea typeface="Noto Mono" panose="020B0609030804020204" pitchFamily="49" charset="0"/>
                          <a:cs typeface="Noto Mono" panose="020B0609030804020204" pitchFamily="49" charset="0"/>
                        </a:rPr>
                        <a:t>bio.ucla.edu.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FB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657B83"/>
                          </a:solidFill>
                          <a:latin typeface="Lucida Sans Typewriter" panose="020B0509030504030204" pitchFamily="49" charset="0"/>
                          <a:ea typeface="Noto Mono" panose="020B0609030804020204" pitchFamily="49" charset="0"/>
                          <a:cs typeface="Noto Mono" panose="020B0609030804020204" pitchFamily="49" charset="0"/>
                        </a:rPr>
                        <a:t>A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FB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rgbClr val="657B83"/>
                          </a:solidFill>
                          <a:latin typeface="Lucida Sans Typewriter" panose="020B0509030504030204" pitchFamily="49" charset="0"/>
                          <a:ea typeface="Noto Mono" panose="020B0609030804020204" pitchFamily="49" charset="0"/>
                          <a:cs typeface="Noto Mono" panose="020B0609030804020204" pitchFamily="49" charset="0"/>
                        </a:rPr>
                        <a:t>192.35.255.7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FB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2066195"/>
                  </a:ext>
                </a:extLst>
              </a:tr>
              <a:tr h="327739"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rgbClr val="657B83"/>
                          </a:solidFill>
                          <a:latin typeface="Lucida Sans Typewriter" panose="020B0509030504030204" pitchFamily="49" charset="0"/>
                          <a:ea typeface="Noto Mono" panose="020B0609030804020204" pitchFamily="49" charset="0"/>
                          <a:cs typeface="Noto Mono" panose="020B0609030804020204" pitchFamily="49" charset="0"/>
                        </a:rPr>
                        <a:t>www.ucla.edu.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FB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solidFill>
                            <a:srgbClr val="657B83"/>
                          </a:solidFill>
                          <a:latin typeface="Lucida Sans Typewriter" panose="020B0509030504030204" pitchFamily="49" charset="0"/>
                          <a:ea typeface="Noto Mono" panose="020B0609030804020204" pitchFamily="49" charset="0"/>
                          <a:cs typeface="Noto Mono" panose="020B0609030804020204" pitchFamily="49" charset="0"/>
                        </a:rPr>
                        <a:t>A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FB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rgbClr val="657B83"/>
                          </a:solidFill>
                          <a:latin typeface="Lucida Sans Typewriter" panose="020B0509030504030204" pitchFamily="49" charset="0"/>
                          <a:ea typeface="Noto Mono" panose="020B0609030804020204" pitchFamily="49" charset="0"/>
                          <a:cs typeface="Noto Mono" panose="020B0609030804020204" pitchFamily="49" charset="0"/>
                        </a:rPr>
                        <a:t>128.97.27.37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FB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8927820"/>
                  </a:ext>
                </a:extLst>
              </a:tr>
              <a:tr h="327739">
                <a:tc>
                  <a:txBody>
                    <a:bodyPr/>
                    <a:lstStyle/>
                    <a:p>
                      <a:r>
                        <a:rPr lang="en-US" sz="1600">
                          <a:solidFill>
                            <a:srgbClr val="657B83"/>
                          </a:solidFill>
                          <a:latin typeface="Lucida Sans Typewriter" panose="020B0509030504030204" pitchFamily="49" charset="0"/>
                          <a:ea typeface="Noto Mono" panose="020B0609030804020204" pitchFamily="49" charset="0"/>
                          <a:cs typeface="Noto Mono" panose="020B0609030804020204" pitchFamily="49" charset="0"/>
                        </a:rPr>
                        <a:t>*.ucla.edu.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FB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solidFill>
                            <a:srgbClr val="657B83"/>
                          </a:solidFill>
                          <a:latin typeface="Lucida Sans Typewriter" panose="020B0509030504030204" pitchFamily="49" charset="0"/>
                          <a:ea typeface="Noto Mono" panose="020B0609030804020204" pitchFamily="49" charset="0"/>
                          <a:cs typeface="Noto Mono" panose="020B0609030804020204" pitchFamily="49" charset="0"/>
                        </a:rPr>
                        <a:t>CNAME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FB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rgbClr val="657B83"/>
                          </a:solidFill>
                          <a:latin typeface="Lucida Sans Typewriter" panose="020B0509030504030204" pitchFamily="49" charset="0"/>
                          <a:ea typeface="Noto Mono" panose="020B0609030804020204" pitchFamily="49" charset="0"/>
                          <a:cs typeface="Noto Mono" panose="020B0609030804020204" pitchFamily="49" charset="0"/>
                        </a:rPr>
                        <a:t>www.ucla.edu.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FB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6139101"/>
                  </a:ext>
                </a:extLst>
              </a:tr>
            </a:tbl>
          </a:graphicData>
        </a:graphic>
      </p:graphicFrame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2589D45F-0EA6-4829-8288-9D76402F260A}"/>
              </a:ext>
            </a:extLst>
          </p:cNvPr>
          <p:cNvSpPr/>
          <p:nvPr/>
        </p:nvSpPr>
        <p:spPr>
          <a:xfrm>
            <a:off x="7381326" y="4295265"/>
            <a:ext cx="815697" cy="419457"/>
          </a:xfrm>
          <a:prstGeom prst="roundRect">
            <a:avLst>
              <a:gd name="adj" fmla="val 9098"/>
            </a:avLst>
          </a:prstGeom>
          <a:solidFill>
            <a:srgbClr val="FAFFFA"/>
          </a:solidFill>
          <a:ln w="19050">
            <a:solidFill>
              <a:srgbClr val="619E64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lstStyle/>
          <a:p>
            <a:pPr algn="ctr"/>
            <a:r>
              <a:rPr lang="en-US" sz="2000">
                <a:solidFill>
                  <a:srgbClr val="619E64"/>
                </a:solidFill>
                <a:latin typeface="Lucida Sans Typewriter" panose="020B0509030504030204" pitchFamily="49" charset="0"/>
                <a:ea typeface="Noto Mono" panose="020B0609030804020204" pitchFamily="49" charset="0"/>
                <a:cs typeface="Noto Mono" panose="020B0609030804020204" pitchFamily="49" charset="0"/>
              </a:rPr>
              <a:t>www</a:t>
            </a: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86AE1DE3-7129-4182-9C2D-F5AF12D08077}"/>
              </a:ext>
            </a:extLst>
          </p:cNvPr>
          <p:cNvSpPr/>
          <p:nvPr/>
        </p:nvSpPr>
        <p:spPr>
          <a:xfrm>
            <a:off x="6401012" y="4295265"/>
            <a:ext cx="815697" cy="419457"/>
          </a:xfrm>
          <a:prstGeom prst="roundRect">
            <a:avLst>
              <a:gd name="adj" fmla="val 9098"/>
            </a:avLst>
          </a:prstGeom>
          <a:solidFill>
            <a:srgbClr val="FAFFFA"/>
          </a:solidFill>
          <a:ln w="19050">
            <a:solidFill>
              <a:srgbClr val="619E64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lstStyle/>
          <a:p>
            <a:pPr algn="ctr"/>
            <a:r>
              <a:rPr lang="en-US" sz="2000">
                <a:solidFill>
                  <a:srgbClr val="619E64"/>
                </a:solidFill>
                <a:latin typeface="Lucida Sans Typewriter" panose="020B0509030504030204" pitchFamily="49" charset="0"/>
                <a:ea typeface="Noto Mono" panose="020B0609030804020204" pitchFamily="49" charset="0"/>
                <a:cs typeface="Noto Mono" panose="020B0609030804020204" pitchFamily="49" charset="0"/>
              </a:rPr>
              <a:t>bio</a:t>
            </a: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47E2465D-0D19-4BB7-AFB6-AD23A2EDD33D}"/>
              </a:ext>
            </a:extLst>
          </p:cNvPr>
          <p:cNvCxnSpPr>
            <a:cxnSpLocks/>
          </p:cNvCxnSpPr>
          <p:nvPr/>
        </p:nvCxnSpPr>
        <p:spPr>
          <a:xfrm flipV="1">
            <a:off x="8280959" y="3750207"/>
            <a:ext cx="0" cy="270613"/>
          </a:xfrm>
          <a:prstGeom prst="line">
            <a:avLst/>
          </a:prstGeom>
          <a:ln w="25400">
            <a:solidFill>
              <a:srgbClr val="005EA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18918A17-65C2-4301-B6AC-F50339C5943D}"/>
              </a:ext>
            </a:extLst>
          </p:cNvPr>
          <p:cNvCxnSpPr>
            <a:cxnSpLocks/>
          </p:cNvCxnSpPr>
          <p:nvPr/>
        </p:nvCxnSpPr>
        <p:spPr>
          <a:xfrm flipH="1">
            <a:off x="6800682" y="4020820"/>
            <a:ext cx="1493688" cy="3833"/>
          </a:xfrm>
          <a:prstGeom prst="line">
            <a:avLst/>
          </a:prstGeom>
          <a:ln w="25400">
            <a:solidFill>
              <a:srgbClr val="005EA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B8EBAFE0-CBCA-4ED7-911D-27BD59330BEA}"/>
              </a:ext>
            </a:extLst>
          </p:cNvPr>
          <p:cNvCxnSpPr>
            <a:cxnSpLocks/>
          </p:cNvCxnSpPr>
          <p:nvPr/>
        </p:nvCxnSpPr>
        <p:spPr>
          <a:xfrm flipV="1">
            <a:off x="6808861" y="4013200"/>
            <a:ext cx="0" cy="270613"/>
          </a:xfrm>
          <a:prstGeom prst="line">
            <a:avLst/>
          </a:prstGeom>
          <a:ln w="25400">
            <a:solidFill>
              <a:srgbClr val="005EA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2B6E1A76-FD7C-4BF5-BBFA-DD145061C717}"/>
              </a:ext>
            </a:extLst>
          </p:cNvPr>
          <p:cNvCxnSpPr>
            <a:cxnSpLocks/>
            <a:stCxn id="27" idx="0"/>
          </p:cNvCxnSpPr>
          <p:nvPr/>
        </p:nvCxnSpPr>
        <p:spPr>
          <a:xfrm flipV="1">
            <a:off x="7789175" y="4028465"/>
            <a:ext cx="0" cy="266800"/>
          </a:xfrm>
          <a:prstGeom prst="line">
            <a:avLst/>
          </a:prstGeom>
          <a:ln w="25400">
            <a:solidFill>
              <a:srgbClr val="005EA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Oval 19">
            <a:extLst>
              <a:ext uri="{FF2B5EF4-FFF2-40B4-BE49-F238E27FC236}">
                <a16:creationId xmlns:a16="http://schemas.microsoft.com/office/drawing/2014/main" id="{0C173EFA-1A38-4B8A-A654-93B6AF75C4E1}"/>
              </a:ext>
            </a:extLst>
          </p:cNvPr>
          <p:cNvSpPr/>
          <p:nvPr/>
        </p:nvSpPr>
        <p:spPr>
          <a:xfrm>
            <a:off x="323991" y="4507284"/>
            <a:ext cx="308903" cy="347146"/>
          </a:xfrm>
          <a:prstGeom prst="ellipse">
            <a:avLst/>
          </a:prstGeom>
          <a:noFill/>
          <a:ln w="28575" cap="flat" cmpd="sng" algn="ctr">
            <a:solidFill>
              <a:srgbClr val="0070C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3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Speech Bubble: Rectangle with Corners Rounded 20">
            <a:extLst>
              <a:ext uri="{FF2B5EF4-FFF2-40B4-BE49-F238E27FC236}">
                <a16:creationId xmlns:a16="http://schemas.microsoft.com/office/drawing/2014/main" id="{883A5825-D7EF-43B4-A73A-CE913AC4D766}"/>
              </a:ext>
            </a:extLst>
          </p:cNvPr>
          <p:cNvSpPr/>
          <p:nvPr/>
        </p:nvSpPr>
        <p:spPr>
          <a:xfrm>
            <a:off x="478442" y="4952649"/>
            <a:ext cx="1070864" cy="408623"/>
          </a:xfrm>
          <a:prstGeom prst="wedgeRoundRectCallout">
            <a:avLst>
              <a:gd name="adj1" fmla="val -36559"/>
              <a:gd name="adj2" fmla="val -98823"/>
              <a:gd name="adj3" fmla="val 16667"/>
            </a:avLst>
          </a:prstGeom>
          <a:solidFill>
            <a:srgbClr val="FAFAFF"/>
          </a:solidFill>
          <a:ln>
            <a:solidFill>
              <a:srgbClr val="862286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spAutoFit/>
          </a:bodyPr>
          <a:lstStyle/>
          <a:p>
            <a:pPr algn="ctr"/>
            <a:r>
              <a:rPr lang="en-US">
                <a:solidFill>
                  <a:srgbClr val="862286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Wildcard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DD418757-3A0B-41A1-B0B2-812D7D15F2CF}"/>
              </a:ext>
            </a:extLst>
          </p:cNvPr>
          <p:cNvSpPr/>
          <p:nvPr/>
        </p:nvSpPr>
        <p:spPr>
          <a:xfrm>
            <a:off x="478442" y="5535334"/>
            <a:ext cx="1814572" cy="1099344"/>
          </a:xfrm>
          <a:prstGeom prst="roundRect">
            <a:avLst>
              <a:gd name="adj" fmla="val 10729"/>
            </a:avLst>
          </a:prstGeom>
          <a:solidFill>
            <a:srgbClr val="FAFFFA"/>
          </a:solidFill>
          <a:ln>
            <a:solidFill>
              <a:srgbClr val="619E6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rgbClr val="619E64"/>
                </a:solidFill>
                <a:latin typeface="Lucida Sans Typewriter" panose="020B0509030504030204" pitchFamily="49" charset="0"/>
                <a:ea typeface="Noto Mono" panose="020B0609030804020204" pitchFamily="49" charset="0"/>
                <a:cs typeface="Noto Mono" panose="020B0609030804020204" pitchFamily="49" charset="0"/>
              </a:rPr>
              <a:t>ee</a:t>
            </a:r>
            <a:endParaRPr lang="en-US" dirty="0">
              <a:solidFill>
                <a:srgbClr val="619E64"/>
              </a:solidFill>
              <a:latin typeface="Lucida Sans Typewriter" panose="020B0509030504030204" pitchFamily="49" charset="0"/>
              <a:ea typeface="Noto Mono" panose="020B0609030804020204" pitchFamily="49" charset="0"/>
              <a:cs typeface="Noto Mono" panose="020B0609030804020204" pitchFamily="49" charset="0"/>
            </a:endParaRPr>
          </a:p>
          <a:p>
            <a:pPr algn="ctr"/>
            <a:r>
              <a:rPr lang="en-US" dirty="0" err="1">
                <a:solidFill>
                  <a:srgbClr val="619E64"/>
                </a:solidFill>
                <a:latin typeface="Lucida Sans Typewriter" panose="020B0509030504030204" pitchFamily="49" charset="0"/>
                <a:ea typeface="Noto Mono" panose="020B0609030804020204" pitchFamily="49" charset="0"/>
                <a:cs typeface="Noto Mono" panose="020B0609030804020204" pitchFamily="49" charset="0"/>
              </a:rPr>
              <a:t>alumni.chem</a:t>
            </a:r>
            <a:endParaRPr lang="en-US" dirty="0">
              <a:solidFill>
                <a:srgbClr val="619E64"/>
              </a:solidFill>
              <a:latin typeface="Lucida Sans Typewriter" panose="020B0509030504030204" pitchFamily="49" charset="0"/>
              <a:ea typeface="Noto Mono" panose="020B0609030804020204" pitchFamily="49" charset="0"/>
              <a:cs typeface="Noto Mono" panose="020B0609030804020204" pitchFamily="49" charset="0"/>
            </a:endParaRPr>
          </a:p>
          <a:p>
            <a:pPr algn="ctr"/>
            <a:r>
              <a:rPr lang="en-US" dirty="0">
                <a:solidFill>
                  <a:srgbClr val="619E64"/>
                </a:solidFill>
                <a:latin typeface="Lucida Sans Typewriter" panose="020B0509030504030204" pitchFamily="49" charset="0"/>
                <a:ea typeface="Noto Mono" panose="020B0609030804020204" pitchFamily="49" charset="0"/>
                <a:cs typeface="Noto Mono" panose="020B0609030804020204" pitchFamily="49" charset="0"/>
              </a:rPr>
              <a:t>www.apps.ee</a:t>
            </a:r>
          </a:p>
          <a:p>
            <a:pPr algn="ctr"/>
            <a:r>
              <a:rPr lang="en-US" dirty="0">
                <a:solidFill>
                  <a:srgbClr val="619E64"/>
                </a:solidFill>
                <a:latin typeface="Lucida Sans Typewriter" panose="020B0509030504030204" pitchFamily="49" charset="0"/>
                <a:ea typeface="Noto Mono" panose="020B0609030804020204" pitchFamily="49" charset="0"/>
                <a:cs typeface="Noto Mono" panose="020B0609030804020204" pitchFamily="49" charset="0"/>
              </a:rPr>
              <a:t>...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97F7461C-405B-4BC0-B189-5E8FE3514C4B}"/>
              </a:ext>
            </a:extLst>
          </p:cNvPr>
          <p:cNvSpPr/>
          <p:nvPr/>
        </p:nvSpPr>
        <p:spPr>
          <a:xfrm>
            <a:off x="2512530" y="4995572"/>
            <a:ext cx="1393892" cy="1099345"/>
          </a:xfrm>
          <a:prstGeom prst="roundRect">
            <a:avLst>
              <a:gd name="adj" fmla="val 10729"/>
            </a:avLst>
          </a:prstGeom>
          <a:solidFill>
            <a:srgbClr val="FFFBFB"/>
          </a:solidFill>
          <a:ln>
            <a:solidFill>
              <a:srgbClr val="ED363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trike="sngStrike" dirty="0">
                <a:solidFill>
                  <a:srgbClr val="ED3636"/>
                </a:solidFill>
                <a:latin typeface="Lucida Sans Typewriter" panose="020B0509030504030204" pitchFamily="49" charset="0"/>
                <a:ea typeface="Noto Mono" panose="020B0609030804020204" pitchFamily="49" charset="0"/>
                <a:cs typeface="Noto Mono" panose="020B0609030804020204" pitchFamily="49" charset="0"/>
              </a:rPr>
              <a:t>www</a:t>
            </a:r>
          </a:p>
          <a:p>
            <a:pPr algn="ctr"/>
            <a:r>
              <a:rPr lang="en-US" strike="sngStrike" dirty="0">
                <a:solidFill>
                  <a:srgbClr val="ED3636"/>
                </a:solidFill>
                <a:latin typeface="Lucida Sans Typewriter" panose="020B0509030504030204" pitchFamily="49" charset="0"/>
                <a:ea typeface="Noto Mono" panose="020B0609030804020204" pitchFamily="49" charset="0"/>
                <a:cs typeface="Noto Mono" panose="020B0609030804020204" pitchFamily="49" charset="0"/>
              </a:rPr>
              <a:t>bio</a:t>
            </a:r>
          </a:p>
          <a:p>
            <a:pPr algn="ctr"/>
            <a:r>
              <a:rPr lang="en-US" strike="sngStrike" dirty="0" err="1">
                <a:solidFill>
                  <a:srgbClr val="ED3636"/>
                </a:solidFill>
                <a:latin typeface="Lucida Sans Typewriter" panose="020B0509030504030204" pitchFamily="49" charset="0"/>
                <a:ea typeface="Noto Mono" panose="020B0609030804020204" pitchFamily="49" charset="0"/>
                <a:cs typeface="Noto Mono" panose="020B0609030804020204" pitchFamily="49" charset="0"/>
              </a:rPr>
              <a:t>apps.bio</a:t>
            </a:r>
            <a:endParaRPr lang="en-US" strike="sngStrike" dirty="0">
              <a:solidFill>
                <a:srgbClr val="ED3636"/>
              </a:solidFill>
              <a:latin typeface="Lucida Sans Typewriter" panose="020B0509030504030204" pitchFamily="49" charset="0"/>
              <a:ea typeface="Noto Mono" panose="020B0609030804020204" pitchFamily="49" charset="0"/>
              <a:cs typeface="Noto Mono" panose="020B0609030804020204" pitchFamily="49" charset="0"/>
            </a:endParaRPr>
          </a:p>
          <a:p>
            <a:pPr algn="ctr"/>
            <a:r>
              <a:rPr lang="en-US" dirty="0">
                <a:solidFill>
                  <a:srgbClr val="ED3636"/>
                </a:solidFill>
                <a:latin typeface="Lucida Sans Typewriter" panose="020B0509030504030204" pitchFamily="49" charset="0"/>
                <a:ea typeface="Noto Mono" panose="020B0609030804020204" pitchFamily="49" charset="0"/>
                <a:cs typeface="Noto Mono" panose="020B0609030804020204" pitchFamily="49" charset="0"/>
              </a:rPr>
              <a:t>...</a:t>
            </a:r>
          </a:p>
        </p:txBody>
      </p: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69B4E354-08E0-4590-A832-9E1AA58F0B4D}"/>
              </a:ext>
            </a:extLst>
          </p:cNvPr>
          <p:cNvSpPr/>
          <p:nvPr/>
        </p:nvSpPr>
        <p:spPr>
          <a:xfrm>
            <a:off x="8361640" y="4295264"/>
            <a:ext cx="815697" cy="419457"/>
          </a:xfrm>
          <a:prstGeom prst="roundRect">
            <a:avLst>
              <a:gd name="adj" fmla="val 9098"/>
            </a:avLst>
          </a:prstGeom>
          <a:solidFill>
            <a:srgbClr val="FAFFFA"/>
          </a:solidFill>
          <a:ln w="19050">
            <a:solidFill>
              <a:srgbClr val="619E64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lstStyle/>
          <a:p>
            <a:pPr algn="ctr"/>
            <a:r>
              <a:rPr lang="en-US" sz="2000">
                <a:solidFill>
                  <a:srgbClr val="619E64"/>
                </a:solidFill>
                <a:latin typeface="Lucida Sans Typewriter" panose="020B0509030504030204" pitchFamily="49" charset="0"/>
                <a:ea typeface="Noto Mono" panose="020B0609030804020204" pitchFamily="49" charset="0"/>
                <a:cs typeface="Noto Mono" panose="020B0609030804020204" pitchFamily="49" charset="0"/>
              </a:rPr>
              <a:t>*</a:t>
            </a:r>
          </a:p>
        </p:txBody>
      </p: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19FAF4F0-3493-471F-BF31-24B645921364}"/>
              </a:ext>
            </a:extLst>
          </p:cNvPr>
          <p:cNvCxnSpPr>
            <a:cxnSpLocks/>
          </p:cNvCxnSpPr>
          <p:nvPr/>
        </p:nvCxnSpPr>
        <p:spPr>
          <a:xfrm flipH="1" flipV="1">
            <a:off x="6800682" y="4024652"/>
            <a:ext cx="2979446" cy="3813"/>
          </a:xfrm>
          <a:prstGeom prst="line">
            <a:avLst/>
          </a:prstGeom>
          <a:ln w="25400">
            <a:solidFill>
              <a:srgbClr val="005EA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48A3A7DF-27CE-40B8-A9C5-A27D75DC58A6}"/>
              </a:ext>
            </a:extLst>
          </p:cNvPr>
          <p:cNvCxnSpPr>
            <a:cxnSpLocks/>
          </p:cNvCxnSpPr>
          <p:nvPr/>
        </p:nvCxnSpPr>
        <p:spPr>
          <a:xfrm flipV="1">
            <a:off x="9769738" y="4022747"/>
            <a:ext cx="0" cy="270613"/>
          </a:xfrm>
          <a:prstGeom prst="line">
            <a:avLst/>
          </a:prstGeom>
          <a:ln w="25400">
            <a:solidFill>
              <a:srgbClr val="005EA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Rectangle: Rounded Corners 41">
            <a:extLst>
              <a:ext uri="{FF2B5EF4-FFF2-40B4-BE49-F238E27FC236}">
                <a16:creationId xmlns:a16="http://schemas.microsoft.com/office/drawing/2014/main" id="{6A938C87-B6CD-4B7A-BF3E-8EB82A6F724A}"/>
              </a:ext>
            </a:extLst>
          </p:cNvPr>
          <p:cNvSpPr/>
          <p:nvPr/>
        </p:nvSpPr>
        <p:spPr>
          <a:xfrm>
            <a:off x="9341955" y="4295265"/>
            <a:ext cx="815697" cy="419457"/>
          </a:xfrm>
          <a:prstGeom prst="roundRect">
            <a:avLst>
              <a:gd name="adj" fmla="val 9098"/>
            </a:avLst>
          </a:prstGeom>
          <a:solidFill>
            <a:srgbClr val="FAFFFA"/>
          </a:solidFill>
          <a:ln w="19050">
            <a:solidFill>
              <a:srgbClr val="619E64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lstStyle/>
          <a:p>
            <a:pPr algn="ctr"/>
            <a:endParaRPr lang="en-US" sz="2000">
              <a:solidFill>
                <a:srgbClr val="957922"/>
              </a:solidFill>
              <a:latin typeface="Noto Mono" panose="020B0609030804020204" pitchFamily="49" charset="0"/>
              <a:ea typeface="Noto Mono" panose="020B0609030804020204" pitchFamily="49" charset="0"/>
              <a:cs typeface="Noto Mono" panose="020B0609030804020204" pitchFamily="49" charset="0"/>
            </a:endParaRPr>
          </a:p>
        </p:txBody>
      </p: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3580C625-6F42-493B-A5C1-75204F0DE8C6}"/>
              </a:ext>
            </a:extLst>
          </p:cNvPr>
          <p:cNvCxnSpPr>
            <a:cxnSpLocks/>
            <a:stCxn id="39" idx="0"/>
          </p:cNvCxnSpPr>
          <p:nvPr/>
        </p:nvCxnSpPr>
        <p:spPr>
          <a:xfrm flipH="1" flipV="1">
            <a:off x="8768575" y="4028465"/>
            <a:ext cx="914" cy="266799"/>
          </a:xfrm>
          <a:prstGeom prst="line">
            <a:avLst/>
          </a:prstGeom>
          <a:ln w="25400">
            <a:solidFill>
              <a:srgbClr val="005EA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Speech Bubble: Rectangle with Corners Rounded 23">
            <a:extLst>
              <a:ext uri="{FF2B5EF4-FFF2-40B4-BE49-F238E27FC236}">
                <a16:creationId xmlns:a16="http://schemas.microsoft.com/office/drawing/2014/main" id="{E8655C0A-917E-4E2B-9CDE-A49A06605116}"/>
              </a:ext>
            </a:extLst>
          </p:cNvPr>
          <p:cNvSpPr/>
          <p:nvPr/>
        </p:nvSpPr>
        <p:spPr>
          <a:xfrm>
            <a:off x="6648152" y="4905592"/>
            <a:ext cx="2663933" cy="1109230"/>
          </a:xfrm>
          <a:prstGeom prst="wedgeRoundRectCallout">
            <a:avLst>
              <a:gd name="adj1" fmla="val 59014"/>
              <a:gd name="adj2" fmla="val -56524"/>
              <a:gd name="adj3" fmla="val 16667"/>
            </a:avLst>
          </a:prstGeom>
          <a:solidFill>
            <a:srgbClr val="F3FAFF"/>
          </a:solidFill>
          <a:ln w="19050">
            <a:solidFill>
              <a:srgbClr val="0070C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 tIns="182880" rtlCol="0" anchor="ctr">
            <a:noAutofit/>
          </a:bodyPr>
          <a:lstStyle/>
          <a:p>
            <a:pPr algn="ctr"/>
            <a:r>
              <a:rPr lang="en-US">
                <a:solidFill>
                  <a:srgbClr val="0070C0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Calibri" panose="020F0502020204030204" pitchFamily="34" charset="0"/>
              </a:rPr>
              <a:t>Arbitrary sequence with the end label  unique from its siblings</a:t>
            </a:r>
            <a:endParaRPr lang="en-US">
              <a:solidFill>
                <a:srgbClr val="0070C0"/>
              </a:solidFill>
              <a:latin typeface="Noto Mono" panose="020B0609030804020204" pitchFamily="49" charset="0"/>
              <a:ea typeface="Noto Mono" panose="020B0609030804020204" pitchFamily="49" charset="0"/>
              <a:cs typeface="Noto Mono" panose="020B0609030804020204" pitchFamily="49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36D894CE-825C-4F8A-A42C-A7316E01D415}"/>
                  </a:ext>
                </a:extLst>
              </p:cNvPr>
              <p:cNvSpPr txBox="1"/>
              <p:nvPr/>
            </p:nvSpPr>
            <p:spPr>
              <a:xfrm>
                <a:off x="9388188" y="4237764"/>
                <a:ext cx="619578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 smtClean="0">
                          <a:solidFill>
                            <a:srgbClr val="BC69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Noto Mono" panose="020B0609030804020204" pitchFamily="49" charset="0"/>
                        </a:rPr>
                        <m:t> </m:t>
                      </m:r>
                      <m:r>
                        <a:rPr lang="en-US" sz="2400" b="1" i="1" smtClean="0">
                          <a:solidFill>
                            <a:srgbClr val="619E64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Noto Mono" panose="020B0609030804020204" pitchFamily="49" charset="0"/>
                        </a:rPr>
                        <m:t>𝜶</m:t>
                      </m:r>
                    </m:oMath>
                  </m:oMathPara>
                </a14:m>
                <a:endParaRPr lang="en-US" sz="2400">
                  <a:solidFill>
                    <a:srgbClr val="BC6900"/>
                  </a:solidFill>
                </a:endParaRPr>
              </a:p>
            </p:txBody>
          </p:sp>
        </mc:Choice>
        <mc:Fallback xmlns="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36D894CE-825C-4F8A-A42C-A7316E01D4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88188" y="4237764"/>
                <a:ext cx="619578" cy="46166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21537767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 animBg="1"/>
      <p:bldP spid="28" grpId="0" animBg="1"/>
      <p:bldP spid="20" grpId="0" animBg="1"/>
      <p:bldP spid="21" grpId="0" animBg="1"/>
      <p:bldP spid="22" grpId="0" animBg="1"/>
      <p:bldP spid="23" grpId="0" animBg="1"/>
      <p:bldP spid="39" grpId="0" animBg="1"/>
      <p:bldP spid="42" grpId="0" animBg="1"/>
      <p:bldP spid="24" grpId="0" animBg="1"/>
      <p:bldP spid="45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65;p14">
            <a:extLst>
              <a:ext uri="{FF2B5EF4-FFF2-40B4-BE49-F238E27FC236}">
                <a16:creationId xmlns:a16="http://schemas.microsoft.com/office/drawing/2014/main" id="{CD718F45-90E9-4361-B126-99AF41EACE80}"/>
              </a:ext>
            </a:extLst>
          </p:cNvPr>
          <p:cNvSpPr txBox="1">
            <a:spLocks/>
          </p:cNvSpPr>
          <p:nvPr/>
        </p:nvSpPr>
        <p:spPr>
          <a:xfrm>
            <a:off x="2879915" y="209319"/>
            <a:ext cx="6432170" cy="800179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121900" tIns="121900" rIns="121900" bIns="12190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 b="0" i="0" u="none" strike="noStrike" cap="non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 b="0" i="0" u="none" strike="noStrike" cap="non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 b="0" i="0" u="none" strike="noStrike" cap="non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 b="0" i="0" u="none" strike="noStrike" cap="non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 b="0" i="0" u="none" strike="noStrike" cap="non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 b="0" i="0" u="none" strike="noStrike" cap="non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 b="0" i="0" u="none" strike="noStrike" cap="non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 b="0" i="0" u="none" strike="noStrike" cap="non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 b="0" i="0" u="none" strike="noStrike" cap="non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9pPr>
          </a:lstStyle>
          <a:p>
            <a:pPr defTabSz="914400"/>
            <a:r>
              <a:rPr lang="en-US" sz="3600" b="1" kern="0">
                <a:solidFill>
                  <a:srgbClr val="546970"/>
                </a:solidFill>
                <a:latin typeface="Bookman Old Style" panose="02050604050505020204" pitchFamily="18" charset="0"/>
              </a:rPr>
              <a:t>Label Graph Construction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FB8A0090-BA36-4635-8623-C8290B056046}"/>
              </a:ext>
            </a:extLst>
          </p:cNvPr>
          <p:cNvSpPr/>
          <p:nvPr/>
        </p:nvSpPr>
        <p:spPr>
          <a:xfrm flipV="1">
            <a:off x="4145001" y="886094"/>
            <a:ext cx="3901998" cy="27432"/>
          </a:xfrm>
          <a:prstGeom prst="roundRect">
            <a:avLst/>
          </a:prstGeom>
          <a:solidFill>
            <a:srgbClr val="26A69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3" name="Table 31">
            <a:extLst>
              <a:ext uri="{FF2B5EF4-FFF2-40B4-BE49-F238E27FC236}">
                <a16:creationId xmlns:a16="http://schemas.microsoft.com/office/drawing/2014/main" id="{2DF447AC-2568-44B1-B3F3-A7EE76A5F56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54423586"/>
              </p:ext>
            </p:extLst>
          </p:nvPr>
        </p:nvGraphicFramePr>
        <p:xfrm>
          <a:off x="328071" y="1092000"/>
          <a:ext cx="4670649" cy="1966728"/>
        </p:xfrm>
        <a:graphic>
          <a:graphicData uri="http://schemas.openxmlformats.org/drawingml/2006/table">
            <a:tbl>
              <a:tblPr firstRow="1" bandRow="1">
                <a:effectLst>
                  <a:outerShdw blurRad="50800" sx="101000" sy="101000" algn="ctr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816959">
                  <a:extLst>
                    <a:ext uri="{9D8B030D-6E8A-4147-A177-3AD203B41FA5}">
                      <a16:colId xmlns:a16="http://schemas.microsoft.com/office/drawing/2014/main" val="448935893"/>
                    </a:ext>
                  </a:extLst>
                </a:gridCol>
                <a:gridCol w="819150">
                  <a:extLst>
                    <a:ext uri="{9D8B030D-6E8A-4147-A177-3AD203B41FA5}">
                      <a16:colId xmlns:a16="http://schemas.microsoft.com/office/drawing/2014/main" val="3392558462"/>
                    </a:ext>
                  </a:extLst>
                </a:gridCol>
                <a:gridCol w="2034540">
                  <a:extLst>
                    <a:ext uri="{9D8B030D-6E8A-4147-A177-3AD203B41FA5}">
                      <a16:colId xmlns:a16="http://schemas.microsoft.com/office/drawing/2014/main" val="3314790156"/>
                    </a:ext>
                  </a:extLst>
                </a:gridCol>
              </a:tblGrid>
              <a:tr h="327788"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rgbClr val="657B83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Domain Name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FB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rgbClr val="657B83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Type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FB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rgbClr val="657B83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Data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FB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15431099"/>
                  </a:ext>
                </a:extLst>
              </a:tr>
              <a:tr h="327788">
                <a:tc>
                  <a:txBody>
                    <a:bodyPr/>
                    <a:lstStyle/>
                    <a:p>
                      <a:r>
                        <a:rPr lang="en-US" sz="1600" dirty="0" err="1">
                          <a:solidFill>
                            <a:srgbClr val="657B83"/>
                          </a:solidFill>
                          <a:latin typeface="Lucida Sans Typewriter" panose="020B0509030504030204" pitchFamily="49" charset="0"/>
                          <a:ea typeface="Noto Mono" panose="020B0609030804020204" pitchFamily="49" charset="0"/>
                          <a:cs typeface="Noto Mono" panose="020B0609030804020204" pitchFamily="49" charset="0"/>
                        </a:rPr>
                        <a:t>edu</a:t>
                      </a:r>
                      <a:r>
                        <a:rPr lang="en-US" sz="1600" dirty="0">
                          <a:solidFill>
                            <a:srgbClr val="657B83"/>
                          </a:solidFill>
                          <a:latin typeface="Lucida Sans Typewriter" panose="020B0509030504030204" pitchFamily="49" charset="0"/>
                          <a:ea typeface="Noto Mono" panose="020B0609030804020204" pitchFamily="49" charset="0"/>
                          <a:cs typeface="Noto Mono" panose="020B0609030804020204" pitchFamily="49" charset="0"/>
                        </a:rPr>
                        <a:t>.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FB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solidFill>
                            <a:srgbClr val="657B83"/>
                          </a:solidFill>
                          <a:latin typeface="Lucida Sans Typewriter" panose="020B0509030504030204" pitchFamily="49" charset="0"/>
                          <a:ea typeface="Noto Mono" panose="020B0609030804020204" pitchFamily="49" charset="0"/>
                          <a:cs typeface="Noto Mono" panose="020B0609030804020204" pitchFamily="49" charset="0"/>
                        </a:rPr>
                        <a:t>SOA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FB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solidFill>
                            <a:srgbClr val="657B83"/>
                          </a:solidFill>
                          <a:latin typeface="Lucida Sans Typewriter" panose="020B0509030504030204" pitchFamily="49" charset="0"/>
                          <a:ea typeface="Noto Mono" panose="020B0609030804020204" pitchFamily="49" charset="0"/>
                          <a:cs typeface="Noto Mono" panose="020B0609030804020204" pitchFamily="49" charset="0"/>
                        </a:rPr>
                        <a:t>a.edu.net. …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FB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35477995"/>
                  </a:ext>
                </a:extLst>
              </a:tr>
              <a:tr h="327788"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rgbClr val="657B83"/>
                          </a:solidFill>
                          <a:latin typeface="Lucida Sans Typewriter" panose="020B0509030504030204" pitchFamily="49" charset="0"/>
                          <a:ea typeface="Noto Mono" panose="020B0609030804020204" pitchFamily="49" charset="0"/>
                          <a:cs typeface="Noto Mono" panose="020B0609030804020204" pitchFamily="49" charset="0"/>
                        </a:rPr>
                        <a:t>ucla.edu.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FB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solidFill>
                            <a:srgbClr val="657B83"/>
                          </a:solidFill>
                          <a:latin typeface="Lucida Sans Typewriter" panose="020B0509030504030204" pitchFamily="49" charset="0"/>
                          <a:ea typeface="Noto Mono" panose="020B0609030804020204" pitchFamily="49" charset="0"/>
                          <a:cs typeface="Noto Mono" panose="020B0609030804020204" pitchFamily="49" charset="0"/>
                        </a:rPr>
                        <a:t>NS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FB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solidFill>
                            <a:srgbClr val="657B83"/>
                          </a:solidFill>
                          <a:latin typeface="Lucida Sans Typewriter" panose="020B0509030504030204" pitchFamily="49" charset="0"/>
                          <a:ea typeface="Noto Mono" panose="020B0609030804020204" pitchFamily="49" charset="0"/>
                          <a:cs typeface="Noto Mono" panose="020B0609030804020204" pitchFamily="49" charset="0"/>
                        </a:rPr>
                        <a:t>ns1.edu.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FB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36718837"/>
                  </a:ext>
                </a:extLst>
              </a:tr>
              <a:tr h="327788"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rgbClr val="657B83"/>
                          </a:solidFill>
                          <a:latin typeface="Lucida Sans Typewriter" panose="020B0509030504030204" pitchFamily="49" charset="0"/>
                          <a:ea typeface="Noto Mono" panose="020B0609030804020204" pitchFamily="49" charset="0"/>
                          <a:cs typeface="Noto Mono" panose="020B0609030804020204" pitchFamily="49" charset="0"/>
                        </a:rPr>
                        <a:t>ucla.edu.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FB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657B83"/>
                          </a:solidFill>
                          <a:latin typeface="Lucida Sans Typewriter" panose="020B0509030504030204" pitchFamily="49" charset="0"/>
                          <a:ea typeface="Noto Mono" panose="020B0609030804020204" pitchFamily="49" charset="0"/>
                          <a:cs typeface="Noto Mono" panose="020B0609030804020204" pitchFamily="49" charset="0"/>
                        </a:rPr>
                        <a:t>NS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FB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solidFill>
                            <a:srgbClr val="657B83"/>
                          </a:solidFill>
                          <a:latin typeface="Lucida Sans Typewriter" panose="020B0509030504030204" pitchFamily="49" charset="0"/>
                          <a:ea typeface="Noto Mono" panose="020B0609030804020204" pitchFamily="49" charset="0"/>
                          <a:cs typeface="Noto Mono" panose="020B0609030804020204" pitchFamily="49" charset="0"/>
                        </a:rPr>
                        <a:t>ns2.edu.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FB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8117347"/>
                  </a:ext>
                </a:extLst>
              </a:tr>
              <a:tr h="327788">
                <a:tc>
                  <a:txBody>
                    <a:bodyPr/>
                    <a:lstStyle/>
                    <a:p>
                      <a:r>
                        <a:rPr lang="en-US" sz="1600">
                          <a:solidFill>
                            <a:srgbClr val="657B83"/>
                          </a:solidFill>
                          <a:latin typeface="Lucida Sans Typewriter" panose="020B0509030504030204" pitchFamily="49" charset="0"/>
                          <a:ea typeface="Noto Mono" panose="020B0609030804020204" pitchFamily="49" charset="0"/>
                          <a:cs typeface="Noto Mono" panose="020B0609030804020204" pitchFamily="49" charset="0"/>
                        </a:rPr>
                        <a:t>ns1.edu.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FB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657B83"/>
                          </a:solidFill>
                          <a:latin typeface="Lucida Sans Typewriter" panose="020B0509030504030204" pitchFamily="49" charset="0"/>
                          <a:ea typeface="Noto Mono" panose="020B0609030804020204" pitchFamily="49" charset="0"/>
                          <a:cs typeface="Noto Mono" panose="020B0609030804020204" pitchFamily="49" charset="0"/>
                        </a:rPr>
                        <a:t>A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FB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rgbClr val="657B83"/>
                          </a:solidFill>
                          <a:latin typeface="Lucida Sans Typewriter" panose="020B0509030504030204" pitchFamily="49" charset="0"/>
                          <a:ea typeface="Noto Mono" panose="020B0609030804020204" pitchFamily="49" charset="0"/>
                          <a:cs typeface="Noto Mono" panose="020B0609030804020204" pitchFamily="49" charset="0"/>
                        </a:rPr>
                        <a:t>192.35.255.7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FB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82230621"/>
                  </a:ext>
                </a:extLst>
              </a:tr>
              <a:tr h="327788">
                <a:tc>
                  <a:txBody>
                    <a:bodyPr/>
                    <a:lstStyle/>
                    <a:p>
                      <a:r>
                        <a:rPr lang="en-US" sz="1600">
                          <a:solidFill>
                            <a:srgbClr val="657B83"/>
                          </a:solidFill>
                          <a:latin typeface="Lucida Sans Typewriter" panose="020B0509030504030204" pitchFamily="49" charset="0"/>
                          <a:ea typeface="Noto Mono" panose="020B0609030804020204" pitchFamily="49" charset="0"/>
                          <a:cs typeface="Noto Mono" panose="020B0609030804020204" pitchFamily="49" charset="0"/>
                        </a:rPr>
                        <a:t>ns2.edu.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FB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solidFill>
                            <a:srgbClr val="657B83"/>
                          </a:solidFill>
                          <a:latin typeface="Lucida Sans Typewriter" panose="020B0509030504030204" pitchFamily="49" charset="0"/>
                          <a:ea typeface="Noto Mono" panose="020B0609030804020204" pitchFamily="49" charset="0"/>
                          <a:cs typeface="Noto Mono" panose="020B0609030804020204" pitchFamily="49" charset="0"/>
                        </a:rPr>
                        <a:t>A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FB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rgbClr val="657B83"/>
                          </a:solidFill>
                          <a:latin typeface="Lucida Sans Typewriter" panose="020B0509030504030204" pitchFamily="49" charset="0"/>
                          <a:ea typeface="Noto Mono" panose="020B0609030804020204" pitchFamily="49" charset="0"/>
                          <a:cs typeface="Noto Mono" panose="020B0609030804020204" pitchFamily="49" charset="0"/>
                        </a:rPr>
                        <a:t>54.201.38.106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FB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6139101"/>
                  </a:ext>
                </a:extLst>
              </a:tr>
            </a:tbl>
          </a:graphicData>
        </a:graphic>
      </p:graphicFrame>
      <p:graphicFrame>
        <p:nvGraphicFramePr>
          <p:cNvPr id="4" name="Table 31">
            <a:extLst>
              <a:ext uri="{FF2B5EF4-FFF2-40B4-BE49-F238E27FC236}">
                <a16:creationId xmlns:a16="http://schemas.microsoft.com/office/drawing/2014/main" id="{42D154CF-FF4D-485E-A61B-DF466672CD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23605589"/>
              </p:ext>
            </p:extLst>
          </p:nvPr>
        </p:nvGraphicFramePr>
        <p:xfrm>
          <a:off x="323991" y="3150907"/>
          <a:ext cx="4674729" cy="1709563"/>
        </p:xfrm>
        <a:graphic>
          <a:graphicData uri="http://schemas.openxmlformats.org/drawingml/2006/table">
            <a:tbl>
              <a:tblPr firstRow="1" bandRow="1">
                <a:effectLst>
                  <a:outerShdw blurRad="50800" sx="101000" sy="101000" algn="ctr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817229">
                  <a:extLst>
                    <a:ext uri="{9D8B030D-6E8A-4147-A177-3AD203B41FA5}">
                      <a16:colId xmlns:a16="http://schemas.microsoft.com/office/drawing/2014/main" val="448935893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3392558462"/>
                    </a:ext>
                  </a:extLst>
                </a:gridCol>
                <a:gridCol w="2034540">
                  <a:extLst>
                    <a:ext uri="{9D8B030D-6E8A-4147-A177-3AD203B41FA5}">
                      <a16:colId xmlns:a16="http://schemas.microsoft.com/office/drawing/2014/main" val="3314790156"/>
                    </a:ext>
                  </a:extLst>
                </a:gridCol>
              </a:tblGrid>
              <a:tr h="332285"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rgbClr val="657B83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Domain Name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FB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rgbClr val="657B83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Type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FB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rgbClr val="657B83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Data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FB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15431099"/>
                  </a:ext>
                </a:extLst>
              </a:tr>
              <a:tr h="327739"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rgbClr val="657B83"/>
                          </a:solidFill>
                          <a:latin typeface="Lucida Sans Typewriter" panose="020B0509030504030204" pitchFamily="49" charset="0"/>
                          <a:ea typeface="Noto Mono" panose="020B0609030804020204" pitchFamily="49" charset="0"/>
                          <a:cs typeface="Noto Mono" panose="020B0609030804020204" pitchFamily="49" charset="0"/>
                        </a:rPr>
                        <a:t>ucla.edu.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FB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solidFill>
                            <a:srgbClr val="657B83"/>
                          </a:solidFill>
                          <a:latin typeface="Lucida Sans Typewriter" panose="020B0509030504030204" pitchFamily="49" charset="0"/>
                          <a:ea typeface="Noto Mono" panose="020B0609030804020204" pitchFamily="49" charset="0"/>
                          <a:cs typeface="Noto Mono" panose="020B0609030804020204" pitchFamily="49" charset="0"/>
                        </a:rPr>
                        <a:t>SOA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FB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solidFill>
                            <a:srgbClr val="657B83"/>
                          </a:solidFill>
                          <a:latin typeface="Lucida Sans Typewriter" panose="020B0509030504030204" pitchFamily="49" charset="0"/>
                          <a:ea typeface="Noto Mono" panose="020B0609030804020204" pitchFamily="49" charset="0"/>
                          <a:cs typeface="Noto Mono" panose="020B0609030804020204" pitchFamily="49" charset="0"/>
                        </a:rPr>
                        <a:t>sb1.ucla.edu. …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FB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35477995"/>
                  </a:ext>
                </a:extLst>
              </a:tr>
              <a:tr h="327739"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rgbClr val="657B83"/>
                          </a:solidFill>
                          <a:latin typeface="Lucida Sans Typewriter" panose="020B0509030504030204" pitchFamily="49" charset="0"/>
                          <a:ea typeface="Noto Mono" panose="020B0609030804020204" pitchFamily="49" charset="0"/>
                          <a:cs typeface="Noto Mono" panose="020B0609030804020204" pitchFamily="49" charset="0"/>
                        </a:rPr>
                        <a:t>bio.ucla.edu.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FB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657B83"/>
                          </a:solidFill>
                          <a:latin typeface="Lucida Sans Typewriter" panose="020B0509030504030204" pitchFamily="49" charset="0"/>
                          <a:ea typeface="Noto Mono" panose="020B0609030804020204" pitchFamily="49" charset="0"/>
                          <a:cs typeface="Noto Mono" panose="020B0609030804020204" pitchFamily="49" charset="0"/>
                        </a:rPr>
                        <a:t>A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FB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rgbClr val="657B83"/>
                          </a:solidFill>
                          <a:latin typeface="Lucida Sans Typewriter" panose="020B0509030504030204" pitchFamily="49" charset="0"/>
                          <a:ea typeface="Noto Mono" panose="020B0609030804020204" pitchFamily="49" charset="0"/>
                          <a:cs typeface="Noto Mono" panose="020B0609030804020204" pitchFamily="49" charset="0"/>
                        </a:rPr>
                        <a:t>192.35.255.7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FB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2066195"/>
                  </a:ext>
                </a:extLst>
              </a:tr>
              <a:tr h="327739"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rgbClr val="657B83"/>
                          </a:solidFill>
                          <a:latin typeface="Lucida Sans Typewriter" panose="020B0509030504030204" pitchFamily="49" charset="0"/>
                          <a:ea typeface="Noto Mono" panose="020B0609030804020204" pitchFamily="49" charset="0"/>
                          <a:cs typeface="Noto Mono" panose="020B0609030804020204" pitchFamily="49" charset="0"/>
                        </a:rPr>
                        <a:t>www.ucla.edu.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FB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solidFill>
                            <a:srgbClr val="657B83"/>
                          </a:solidFill>
                          <a:latin typeface="Lucida Sans Typewriter" panose="020B0509030504030204" pitchFamily="49" charset="0"/>
                          <a:ea typeface="Noto Mono" panose="020B0609030804020204" pitchFamily="49" charset="0"/>
                          <a:cs typeface="Noto Mono" panose="020B0609030804020204" pitchFamily="49" charset="0"/>
                        </a:rPr>
                        <a:t>A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FB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rgbClr val="657B83"/>
                          </a:solidFill>
                          <a:latin typeface="Lucida Sans Typewriter" panose="020B0509030504030204" pitchFamily="49" charset="0"/>
                          <a:ea typeface="Noto Mono" panose="020B0609030804020204" pitchFamily="49" charset="0"/>
                          <a:cs typeface="Noto Mono" panose="020B0609030804020204" pitchFamily="49" charset="0"/>
                        </a:rPr>
                        <a:t>128.97.27.37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FB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8927820"/>
                  </a:ext>
                </a:extLst>
              </a:tr>
              <a:tr h="327739">
                <a:tc>
                  <a:txBody>
                    <a:bodyPr/>
                    <a:lstStyle/>
                    <a:p>
                      <a:r>
                        <a:rPr lang="en-US" sz="1600">
                          <a:solidFill>
                            <a:srgbClr val="657B83"/>
                          </a:solidFill>
                          <a:latin typeface="Lucida Sans Typewriter" panose="020B0509030504030204" pitchFamily="49" charset="0"/>
                          <a:ea typeface="Noto Mono" panose="020B0609030804020204" pitchFamily="49" charset="0"/>
                          <a:cs typeface="Noto Mono" panose="020B0609030804020204" pitchFamily="49" charset="0"/>
                        </a:rPr>
                        <a:t>*.ucla.edu.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FB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solidFill>
                            <a:srgbClr val="657B83"/>
                          </a:solidFill>
                          <a:latin typeface="Lucida Sans Typewriter" panose="020B0509030504030204" pitchFamily="49" charset="0"/>
                          <a:ea typeface="Noto Mono" panose="020B0609030804020204" pitchFamily="49" charset="0"/>
                          <a:cs typeface="Noto Mono" panose="020B0609030804020204" pitchFamily="49" charset="0"/>
                        </a:rPr>
                        <a:t>CNAME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FB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rgbClr val="657B83"/>
                          </a:solidFill>
                          <a:latin typeface="Lucida Sans Typewriter" panose="020B0509030504030204" pitchFamily="49" charset="0"/>
                          <a:ea typeface="Noto Mono" panose="020B0609030804020204" pitchFamily="49" charset="0"/>
                          <a:cs typeface="Noto Mono" panose="020B0609030804020204" pitchFamily="49" charset="0"/>
                        </a:rPr>
                        <a:t>www.ucla.edu.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FB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6139101"/>
                  </a:ext>
                </a:extLst>
              </a:tr>
            </a:tbl>
          </a:graphicData>
        </a:graphic>
      </p:graphicFrame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9A63DE1C-5D57-4855-A24F-CA61E059FB9F}"/>
              </a:ext>
            </a:extLst>
          </p:cNvPr>
          <p:cNvSpPr/>
          <p:nvPr/>
        </p:nvSpPr>
        <p:spPr>
          <a:xfrm>
            <a:off x="9372280" y="2357572"/>
            <a:ext cx="815697" cy="419457"/>
          </a:xfrm>
          <a:prstGeom prst="roundRect">
            <a:avLst>
              <a:gd name="adj" fmla="val 9098"/>
            </a:avLst>
          </a:prstGeom>
          <a:solidFill>
            <a:srgbClr val="FFEED9"/>
          </a:solidFill>
          <a:ln w="19050">
            <a:solidFill>
              <a:schemeClr val="accent3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lstStyle/>
          <a:p>
            <a:pPr algn="ctr"/>
            <a:r>
              <a:rPr lang="en-US" sz="2000" dirty="0" err="1">
                <a:solidFill>
                  <a:schemeClr val="accent3">
                    <a:lumMod val="75000"/>
                  </a:schemeClr>
                </a:solidFill>
                <a:latin typeface="Lucida Sans Typewriter" panose="020B0509030504030204" pitchFamily="49" charset="0"/>
                <a:ea typeface="Noto Mono" panose="020B0609030804020204" pitchFamily="49" charset="0"/>
                <a:cs typeface="Noto Mono" panose="020B0609030804020204" pitchFamily="49" charset="0"/>
              </a:rPr>
              <a:t>edu</a:t>
            </a:r>
            <a:endParaRPr lang="en-US" sz="2000" dirty="0">
              <a:solidFill>
                <a:schemeClr val="accent3">
                  <a:lumMod val="75000"/>
                </a:schemeClr>
              </a:solidFill>
              <a:latin typeface="Lucida Sans Typewriter" panose="020B0509030504030204" pitchFamily="49" charset="0"/>
              <a:ea typeface="Noto Mono" panose="020B0609030804020204" pitchFamily="49" charset="0"/>
              <a:cs typeface="Noto Mono" panose="020B0609030804020204" pitchFamily="49" charset="0"/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F6B8FD3E-67EA-42B3-B4B3-7B3502D1B2B9}"/>
              </a:ext>
            </a:extLst>
          </p:cNvPr>
          <p:cNvSpPr/>
          <p:nvPr/>
        </p:nvSpPr>
        <p:spPr>
          <a:xfrm>
            <a:off x="7836501" y="1517534"/>
            <a:ext cx="815697" cy="372904"/>
          </a:xfrm>
          <a:prstGeom prst="roundRect">
            <a:avLst>
              <a:gd name="adj" fmla="val 7396"/>
            </a:avLst>
          </a:prstGeom>
          <a:solidFill>
            <a:srgbClr val="EEF1F2"/>
          </a:solidFill>
          <a:ln w="19050">
            <a:solidFill>
              <a:srgbClr val="70838B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>
              <a:lnSpc>
                <a:spcPct val="100000"/>
              </a:lnSpc>
              <a:spcAft>
                <a:spcPts val="500"/>
              </a:spcAft>
              <a:buClr>
                <a:srgbClr val="619E64"/>
              </a:buClr>
              <a:buSzPct val="85000"/>
              <a:defRPr/>
            </a:pPr>
            <a:endParaRPr lang="en-US" kern="0">
              <a:solidFill>
                <a:srgbClr val="619E64"/>
              </a:solidFill>
              <a:latin typeface="Source Sans Pro" panose="020B0503030403020204" pitchFamily="34" charset="0"/>
              <a:ea typeface="Source Sans Pro" panose="020B0503030403020204" pitchFamily="34" charset="0"/>
              <a:cs typeface="Calibri" panose="020F050202020403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F8C6DDD-0C08-4D9F-B565-6C2CF0C711C2}"/>
              </a:ext>
            </a:extLst>
          </p:cNvPr>
          <p:cNvSpPr txBox="1"/>
          <p:nvPr/>
        </p:nvSpPr>
        <p:spPr>
          <a:xfrm>
            <a:off x="8048317" y="1025445"/>
            <a:ext cx="23264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kern="0">
                <a:solidFill>
                  <a:srgbClr val="70838B"/>
                </a:solidFill>
              </a:rPr>
              <a:t>.</a:t>
            </a:r>
            <a:endParaRPr lang="en-US" sz="5400">
              <a:solidFill>
                <a:srgbClr val="70838B"/>
              </a:solidFill>
            </a:endParaRP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7A03C49D-CF98-4E9B-8618-2FF4209E5073}"/>
              </a:ext>
            </a:extLst>
          </p:cNvPr>
          <p:cNvCxnSpPr>
            <a:cxnSpLocks/>
          </p:cNvCxnSpPr>
          <p:nvPr/>
        </p:nvCxnSpPr>
        <p:spPr>
          <a:xfrm flipH="1">
            <a:off x="8229600" y="2100045"/>
            <a:ext cx="1550528" cy="0"/>
          </a:xfrm>
          <a:prstGeom prst="line">
            <a:avLst/>
          </a:prstGeom>
          <a:ln w="25400">
            <a:solidFill>
              <a:srgbClr val="005EA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F2E1FCCA-517A-4C41-9982-B0DB6E45A126}"/>
              </a:ext>
            </a:extLst>
          </p:cNvPr>
          <p:cNvCxnSpPr>
            <a:cxnSpLocks/>
            <a:stCxn id="11" idx="0"/>
          </p:cNvCxnSpPr>
          <p:nvPr/>
        </p:nvCxnSpPr>
        <p:spPr>
          <a:xfrm flipV="1">
            <a:off x="9780129" y="2088615"/>
            <a:ext cx="0" cy="268957"/>
          </a:xfrm>
          <a:prstGeom prst="line">
            <a:avLst/>
          </a:prstGeom>
          <a:ln w="25400">
            <a:solidFill>
              <a:srgbClr val="005EA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AED7573C-A42D-4EE5-9B1C-25E669991433}"/>
              </a:ext>
            </a:extLst>
          </p:cNvPr>
          <p:cNvCxnSpPr>
            <a:cxnSpLocks/>
            <a:endCxn id="12" idx="2"/>
          </p:cNvCxnSpPr>
          <p:nvPr/>
        </p:nvCxnSpPr>
        <p:spPr>
          <a:xfrm flipV="1">
            <a:off x="8244349" y="1890438"/>
            <a:ext cx="1" cy="202882"/>
          </a:xfrm>
          <a:prstGeom prst="line">
            <a:avLst/>
          </a:prstGeom>
          <a:ln w="25400">
            <a:solidFill>
              <a:srgbClr val="005EA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9B3920F-2680-4EDA-AC57-99E9B3448920}"/>
              </a:ext>
            </a:extLst>
          </p:cNvPr>
          <p:cNvSpPr/>
          <p:nvPr/>
        </p:nvSpPr>
        <p:spPr>
          <a:xfrm>
            <a:off x="8861205" y="3330750"/>
            <a:ext cx="815697" cy="419457"/>
          </a:xfrm>
          <a:prstGeom prst="roundRect">
            <a:avLst>
              <a:gd name="adj" fmla="val 9098"/>
            </a:avLst>
          </a:prstGeom>
          <a:solidFill>
            <a:srgbClr val="F7F1DD"/>
          </a:solidFill>
          <a:ln w="19050">
            <a:solidFill>
              <a:srgbClr val="95792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lstStyle/>
          <a:p>
            <a:pPr algn="ctr"/>
            <a:r>
              <a:rPr lang="en-US" sz="2000">
                <a:solidFill>
                  <a:srgbClr val="957922"/>
                </a:solidFill>
                <a:latin typeface="Lucida Sans Typewriter" panose="020B0509030504030204" pitchFamily="49" charset="0"/>
                <a:ea typeface="Noto Mono" panose="020B0609030804020204" pitchFamily="49" charset="0"/>
                <a:cs typeface="Noto Mono" panose="020B0609030804020204" pitchFamily="49" charset="0"/>
              </a:rPr>
              <a:t>ns1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15EF709C-6BD5-4CB5-BD59-0DD99369EFBF}"/>
              </a:ext>
            </a:extLst>
          </p:cNvPr>
          <p:cNvSpPr/>
          <p:nvPr/>
        </p:nvSpPr>
        <p:spPr>
          <a:xfrm>
            <a:off x="7873110" y="3330750"/>
            <a:ext cx="815697" cy="419457"/>
          </a:xfrm>
          <a:prstGeom prst="roundRect">
            <a:avLst>
              <a:gd name="adj" fmla="val 9098"/>
            </a:avLst>
          </a:prstGeom>
          <a:solidFill>
            <a:srgbClr val="F7F1DD"/>
          </a:solidFill>
          <a:ln w="19050">
            <a:solidFill>
              <a:srgbClr val="95792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lstStyle/>
          <a:p>
            <a:pPr algn="ctr"/>
            <a:r>
              <a:rPr lang="en-US" sz="2000" err="1">
                <a:solidFill>
                  <a:srgbClr val="957922"/>
                </a:solidFill>
                <a:latin typeface="Lucida Sans Typewriter" panose="020B0509030504030204" pitchFamily="49" charset="0"/>
                <a:ea typeface="Noto Mono" panose="020B0609030804020204" pitchFamily="49" charset="0"/>
                <a:cs typeface="Noto Mono" panose="020B0609030804020204" pitchFamily="49" charset="0"/>
              </a:rPr>
              <a:t>ucla</a:t>
            </a:r>
            <a:endParaRPr lang="en-US" sz="2000">
              <a:solidFill>
                <a:srgbClr val="957922"/>
              </a:solidFill>
              <a:latin typeface="Lucida Sans Typewriter" panose="020B0509030504030204" pitchFamily="49" charset="0"/>
              <a:ea typeface="Noto Mono" panose="020B0609030804020204" pitchFamily="49" charset="0"/>
              <a:cs typeface="Noto Mono" panose="020B0609030804020204" pitchFamily="49" charset="0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F39F33D9-F7A5-414C-AC2D-2FE5D3C61F68}"/>
              </a:ext>
            </a:extLst>
          </p:cNvPr>
          <p:cNvSpPr/>
          <p:nvPr/>
        </p:nvSpPr>
        <p:spPr>
          <a:xfrm>
            <a:off x="9849300" y="3330750"/>
            <a:ext cx="815697" cy="419457"/>
          </a:xfrm>
          <a:prstGeom prst="roundRect">
            <a:avLst>
              <a:gd name="adj" fmla="val 9098"/>
            </a:avLst>
          </a:prstGeom>
          <a:solidFill>
            <a:srgbClr val="F7F1DD"/>
          </a:solidFill>
          <a:ln w="19050">
            <a:solidFill>
              <a:srgbClr val="95792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lstStyle/>
          <a:p>
            <a:pPr algn="ctr"/>
            <a:r>
              <a:rPr lang="en-US" sz="2000">
                <a:solidFill>
                  <a:srgbClr val="957922"/>
                </a:solidFill>
                <a:latin typeface="Lucida Sans Typewriter" panose="020B0509030504030204" pitchFamily="49" charset="0"/>
                <a:ea typeface="Noto Mono" panose="020B0609030804020204" pitchFamily="49" charset="0"/>
                <a:cs typeface="Noto Mono" panose="020B0609030804020204" pitchFamily="49" charset="0"/>
              </a:rPr>
              <a:t>ns2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BC126857-D132-405B-A3BD-F055E5C8A148}"/>
              </a:ext>
            </a:extLst>
          </p:cNvPr>
          <p:cNvCxnSpPr>
            <a:cxnSpLocks/>
          </p:cNvCxnSpPr>
          <p:nvPr/>
        </p:nvCxnSpPr>
        <p:spPr>
          <a:xfrm flipH="1">
            <a:off x="8260081" y="3036232"/>
            <a:ext cx="1997067" cy="1"/>
          </a:xfrm>
          <a:prstGeom prst="line">
            <a:avLst/>
          </a:prstGeom>
          <a:ln w="25400">
            <a:solidFill>
              <a:srgbClr val="005EA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045490B8-02CF-4F90-9FBB-5919CD24C7F3}"/>
              </a:ext>
            </a:extLst>
          </p:cNvPr>
          <p:cNvCxnSpPr>
            <a:cxnSpLocks/>
          </p:cNvCxnSpPr>
          <p:nvPr/>
        </p:nvCxnSpPr>
        <p:spPr>
          <a:xfrm flipV="1">
            <a:off x="8272069" y="3032420"/>
            <a:ext cx="0" cy="296425"/>
          </a:xfrm>
          <a:prstGeom prst="line">
            <a:avLst/>
          </a:prstGeom>
          <a:ln w="25400">
            <a:solidFill>
              <a:srgbClr val="005EA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8ED22A83-B36E-4C27-9553-049C589EE20B}"/>
              </a:ext>
            </a:extLst>
          </p:cNvPr>
          <p:cNvCxnSpPr>
            <a:cxnSpLocks/>
            <a:stCxn id="2" idx="0"/>
          </p:cNvCxnSpPr>
          <p:nvPr/>
        </p:nvCxnSpPr>
        <p:spPr>
          <a:xfrm flipH="1" flipV="1">
            <a:off x="9269053" y="3040045"/>
            <a:ext cx="1" cy="290705"/>
          </a:xfrm>
          <a:prstGeom prst="line">
            <a:avLst/>
          </a:prstGeom>
          <a:ln w="25400">
            <a:solidFill>
              <a:srgbClr val="005EA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FB114426-56E3-406F-80E6-764CC01429B5}"/>
              </a:ext>
            </a:extLst>
          </p:cNvPr>
          <p:cNvCxnSpPr>
            <a:cxnSpLocks/>
            <a:stCxn id="8" idx="0"/>
          </p:cNvCxnSpPr>
          <p:nvPr/>
        </p:nvCxnSpPr>
        <p:spPr>
          <a:xfrm flipH="1" flipV="1">
            <a:off x="10257148" y="3032420"/>
            <a:ext cx="1" cy="298330"/>
          </a:xfrm>
          <a:prstGeom prst="line">
            <a:avLst/>
          </a:prstGeom>
          <a:ln w="25400">
            <a:solidFill>
              <a:srgbClr val="005EA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82682775-A733-45C6-B4B4-9AAFDCA5A766}"/>
              </a:ext>
            </a:extLst>
          </p:cNvPr>
          <p:cNvCxnSpPr>
            <a:cxnSpLocks/>
            <a:endCxn id="11" idx="2"/>
          </p:cNvCxnSpPr>
          <p:nvPr/>
        </p:nvCxnSpPr>
        <p:spPr>
          <a:xfrm flipV="1">
            <a:off x="9780129" y="2777029"/>
            <a:ext cx="0" cy="268957"/>
          </a:xfrm>
          <a:prstGeom prst="line">
            <a:avLst/>
          </a:prstGeom>
          <a:ln w="25400">
            <a:solidFill>
              <a:srgbClr val="005EA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E347F0AC-0810-4BE4-A43B-69D9F5673D5B}"/>
              </a:ext>
            </a:extLst>
          </p:cNvPr>
          <p:cNvSpPr/>
          <p:nvPr/>
        </p:nvSpPr>
        <p:spPr>
          <a:xfrm>
            <a:off x="7381326" y="4295265"/>
            <a:ext cx="815697" cy="419457"/>
          </a:xfrm>
          <a:prstGeom prst="roundRect">
            <a:avLst>
              <a:gd name="adj" fmla="val 9098"/>
            </a:avLst>
          </a:prstGeom>
          <a:solidFill>
            <a:srgbClr val="FAFFFA"/>
          </a:solidFill>
          <a:ln w="19050">
            <a:solidFill>
              <a:srgbClr val="619E64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lstStyle/>
          <a:p>
            <a:pPr algn="ctr"/>
            <a:r>
              <a:rPr lang="en-US" sz="2000">
                <a:solidFill>
                  <a:srgbClr val="619E64"/>
                </a:solidFill>
                <a:latin typeface="Lucida Sans Typewriter" panose="020B0509030504030204" pitchFamily="49" charset="0"/>
                <a:ea typeface="Noto Mono" panose="020B0609030804020204" pitchFamily="49" charset="0"/>
                <a:cs typeface="Noto Mono" panose="020B0609030804020204" pitchFamily="49" charset="0"/>
              </a:rPr>
              <a:t>www</a:t>
            </a:r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7DA0E270-1DF8-4848-88C7-22158ED02449}"/>
              </a:ext>
            </a:extLst>
          </p:cNvPr>
          <p:cNvSpPr/>
          <p:nvPr/>
        </p:nvSpPr>
        <p:spPr>
          <a:xfrm>
            <a:off x="8361640" y="4295264"/>
            <a:ext cx="815697" cy="419457"/>
          </a:xfrm>
          <a:prstGeom prst="roundRect">
            <a:avLst>
              <a:gd name="adj" fmla="val 9098"/>
            </a:avLst>
          </a:prstGeom>
          <a:solidFill>
            <a:srgbClr val="FAFFFA"/>
          </a:solidFill>
          <a:ln w="19050">
            <a:solidFill>
              <a:srgbClr val="619E64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lstStyle/>
          <a:p>
            <a:pPr algn="ctr"/>
            <a:r>
              <a:rPr lang="en-US" sz="2000">
                <a:solidFill>
                  <a:srgbClr val="619E64"/>
                </a:solidFill>
                <a:latin typeface="Lucida Sans Typewriter" panose="020B0509030504030204" pitchFamily="49" charset="0"/>
                <a:ea typeface="Noto Mono" panose="020B0609030804020204" pitchFamily="49" charset="0"/>
                <a:cs typeface="Noto Mono" panose="020B0609030804020204" pitchFamily="49" charset="0"/>
              </a:rPr>
              <a:t>*</a:t>
            </a:r>
          </a:p>
        </p:txBody>
      </p: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3BCFEB8B-51C1-44F7-9B7F-1E75AD394DD4}"/>
              </a:ext>
            </a:extLst>
          </p:cNvPr>
          <p:cNvSpPr/>
          <p:nvPr/>
        </p:nvSpPr>
        <p:spPr>
          <a:xfrm>
            <a:off x="6401012" y="4295265"/>
            <a:ext cx="815697" cy="419457"/>
          </a:xfrm>
          <a:prstGeom prst="roundRect">
            <a:avLst>
              <a:gd name="adj" fmla="val 9098"/>
            </a:avLst>
          </a:prstGeom>
          <a:solidFill>
            <a:srgbClr val="FAFFFA"/>
          </a:solidFill>
          <a:ln w="19050">
            <a:solidFill>
              <a:srgbClr val="619E64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lstStyle/>
          <a:p>
            <a:pPr algn="ctr"/>
            <a:r>
              <a:rPr lang="en-US" sz="2000" dirty="0">
                <a:solidFill>
                  <a:srgbClr val="619E64"/>
                </a:solidFill>
                <a:latin typeface="Lucida Sans Typewriter" panose="020B0509030504030204" pitchFamily="49" charset="0"/>
                <a:ea typeface="Noto Mono" panose="020B0609030804020204" pitchFamily="49" charset="0"/>
                <a:cs typeface="Noto Mono" panose="020B0609030804020204" pitchFamily="49" charset="0"/>
              </a:rPr>
              <a:t>bio</a:t>
            </a:r>
          </a:p>
        </p:txBody>
      </p: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5A36F300-6527-4988-80F7-8CAABC6680B9}"/>
              </a:ext>
            </a:extLst>
          </p:cNvPr>
          <p:cNvCxnSpPr>
            <a:cxnSpLocks/>
            <a:endCxn id="6" idx="2"/>
          </p:cNvCxnSpPr>
          <p:nvPr/>
        </p:nvCxnSpPr>
        <p:spPr>
          <a:xfrm flipV="1">
            <a:off x="8280959" y="3750207"/>
            <a:ext cx="0" cy="270613"/>
          </a:xfrm>
          <a:prstGeom prst="line">
            <a:avLst/>
          </a:prstGeom>
          <a:ln w="25400">
            <a:solidFill>
              <a:srgbClr val="005EA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2A23AAD7-4FC4-4132-B5F9-F8F2E49473D7}"/>
              </a:ext>
            </a:extLst>
          </p:cNvPr>
          <p:cNvCxnSpPr>
            <a:cxnSpLocks/>
          </p:cNvCxnSpPr>
          <p:nvPr/>
        </p:nvCxnSpPr>
        <p:spPr>
          <a:xfrm flipH="1" flipV="1">
            <a:off x="6800682" y="4024652"/>
            <a:ext cx="2979446" cy="3813"/>
          </a:xfrm>
          <a:prstGeom prst="line">
            <a:avLst/>
          </a:prstGeom>
          <a:ln w="25400">
            <a:solidFill>
              <a:srgbClr val="005EA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143B06BB-88B1-48A3-ADF8-EF689B2076F8}"/>
              </a:ext>
            </a:extLst>
          </p:cNvPr>
          <p:cNvCxnSpPr>
            <a:cxnSpLocks/>
          </p:cNvCxnSpPr>
          <p:nvPr/>
        </p:nvCxnSpPr>
        <p:spPr>
          <a:xfrm flipV="1">
            <a:off x="6808861" y="4013200"/>
            <a:ext cx="0" cy="270613"/>
          </a:xfrm>
          <a:prstGeom prst="line">
            <a:avLst/>
          </a:prstGeom>
          <a:ln w="25400">
            <a:solidFill>
              <a:srgbClr val="005EA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64DB5EF4-652A-4AFD-930B-01A246D8EA8D}"/>
              </a:ext>
            </a:extLst>
          </p:cNvPr>
          <p:cNvCxnSpPr>
            <a:cxnSpLocks/>
          </p:cNvCxnSpPr>
          <p:nvPr/>
        </p:nvCxnSpPr>
        <p:spPr>
          <a:xfrm flipV="1">
            <a:off x="9769738" y="4022747"/>
            <a:ext cx="0" cy="270613"/>
          </a:xfrm>
          <a:prstGeom prst="line">
            <a:avLst/>
          </a:prstGeom>
          <a:ln w="25400">
            <a:solidFill>
              <a:srgbClr val="005EA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Rectangle: Rounded Corners 58">
            <a:extLst>
              <a:ext uri="{FF2B5EF4-FFF2-40B4-BE49-F238E27FC236}">
                <a16:creationId xmlns:a16="http://schemas.microsoft.com/office/drawing/2014/main" id="{DA139E3B-1C42-4E56-83CD-378C9399155B}"/>
              </a:ext>
            </a:extLst>
          </p:cNvPr>
          <p:cNvSpPr/>
          <p:nvPr/>
        </p:nvSpPr>
        <p:spPr>
          <a:xfrm>
            <a:off x="9341955" y="4295265"/>
            <a:ext cx="815697" cy="419457"/>
          </a:xfrm>
          <a:prstGeom prst="roundRect">
            <a:avLst>
              <a:gd name="adj" fmla="val 9098"/>
            </a:avLst>
          </a:prstGeom>
          <a:solidFill>
            <a:srgbClr val="FAFFFA"/>
          </a:solidFill>
          <a:ln w="19050">
            <a:solidFill>
              <a:srgbClr val="619E64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lstStyle/>
          <a:p>
            <a:pPr algn="ctr"/>
            <a:endParaRPr lang="en-US" sz="2000">
              <a:solidFill>
                <a:srgbClr val="957922"/>
              </a:solidFill>
              <a:latin typeface="Noto Mono" panose="020B0609030804020204" pitchFamily="49" charset="0"/>
              <a:ea typeface="Noto Mono" panose="020B0609030804020204" pitchFamily="49" charset="0"/>
              <a:cs typeface="Noto Mono" panose="020B0609030804020204" pitchFamily="49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B7C62588-C911-446E-9A4C-AA39576A1A49}"/>
                  </a:ext>
                </a:extLst>
              </p:cNvPr>
              <p:cNvSpPr txBox="1"/>
              <p:nvPr/>
            </p:nvSpPr>
            <p:spPr>
              <a:xfrm>
                <a:off x="9388188" y="4237764"/>
                <a:ext cx="619578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 smtClean="0">
                          <a:solidFill>
                            <a:srgbClr val="BC69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Noto Mono" panose="020B0609030804020204" pitchFamily="49" charset="0"/>
                        </a:rPr>
                        <m:t> </m:t>
                      </m:r>
                      <m:r>
                        <a:rPr lang="en-US" sz="2400" b="1" i="1" smtClean="0">
                          <a:solidFill>
                            <a:srgbClr val="619E64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Noto Mono" panose="020B0609030804020204" pitchFamily="49" charset="0"/>
                        </a:rPr>
                        <m:t>𝜶</m:t>
                      </m:r>
                    </m:oMath>
                  </m:oMathPara>
                </a14:m>
                <a:endParaRPr lang="en-US" sz="2400">
                  <a:solidFill>
                    <a:srgbClr val="BC6900"/>
                  </a:solidFill>
                </a:endParaRPr>
              </a:p>
            </p:txBody>
          </p:sp>
        </mc:Choice>
        <mc:Fallback xmlns="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B7C62588-C911-446E-9A4C-AA39576A1A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88188" y="4237764"/>
                <a:ext cx="619578" cy="46166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6F51BAEB-AD2C-4DEB-B668-6B3127AC5C71}"/>
              </a:ext>
            </a:extLst>
          </p:cNvPr>
          <p:cNvCxnSpPr>
            <a:cxnSpLocks/>
            <a:stCxn id="49" idx="0"/>
          </p:cNvCxnSpPr>
          <p:nvPr/>
        </p:nvCxnSpPr>
        <p:spPr>
          <a:xfrm flipV="1">
            <a:off x="7789175" y="4028465"/>
            <a:ext cx="0" cy="266800"/>
          </a:xfrm>
          <a:prstGeom prst="line">
            <a:avLst/>
          </a:prstGeom>
          <a:ln w="25400">
            <a:solidFill>
              <a:srgbClr val="005EA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F17610F5-FFA1-48D2-96ED-E2EDCF90C1D2}"/>
              </a:ext>
            </a:extLst>
          </p:cNvPr>
          <p:cNvCxnSpPr>
            <a:cxnSpLocks/>
            <a:stCxn id="50" idx="0"/>
          </p:cNvCxnSpPr>
          <p:nvPr/>
        </p:nvCxnSpPr>
        <p:spPr>
          <a:xfrm flipH="1" flipV="1">
            <a:off x="8768575" y="4028465"/>
            <a:ext cx="914" cy="266799"/>
          </a:xfrm>
          <a:prstGeom prst="line">
            <a:avLst/>
          </a:prstGeom>
          <a:ln w="25400">
            <a:solidFill>
              <a:srgbClr val="005EA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Rectangle: Rounded Corners 47">
            <a:extLst>
              <a:ext uri="{FF2B5EF4-FFF2-40B4-BE49-F238E27FC236}">
                <a16:creationId xmlns:a16="http://schemas.microsoft.com/office/drawing/2014/main" id="{B991389B-23E7-4233-99A3-456965C53579}"/>
              </a:ext>
            </a:extLst>
          </p:cNvPr>
          <p:cNvSpPr/>
          <p:nvPr/>
        </p:nvSpPr>
        <p:spPr>
          <a:xfrm>
            <a:off x="414088" y="5584715"/>
            <a:ext cx="4594528" cy="387191"/>
          </a:xfrm>
          <a:prstGeom prst="roundRect">
            <a:avLst>
              <a:gd name="adj" fmla="val 9098"/>
            </a:avLst>
          </a:prstGeom>
          <a:solidFill>
            <a:srgbClr val="F3FAFF"/>
          </a:solidFill>
          <a:ln w="19050">
            <a:solidFill>
              <a:srgbClr val="0070C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none" rtlCol="0" anchor="ctr">
            <a:spAutoFit/>
          </a:bodyPr>
          <a:lstStyle/>
          <a:p>
            <a:pPr algn="ctr"/>
            <a:r>
              <a:rPr lang="en-US" dirty="0">
                <a:solidFill>
                  <a:srgbClr val="0070C0"/>
                </a:solidFill>
                <a:latin typeface="Lucida Sans Typewriter" panose="020B0509030504030204" pitchFamily="49" charset="0"/>
                <a:ea typeface="Noto Mono" panose="020B0609030804020204" pitchFamily="49" charset="0"/>
                <a:cs typeface="Noto Mono" panose="020B0609030804020204" pitchFamily="49" charset="0"/>
              </a:rPr>
              <a:t>apps.ee.ucla.edu </a:t>
            </a:r>
            <a:r>
              <a:rPr lang="en-US" dirty="0">
                <a:solidFill>
                  <a:srgbClr val="0070C0"/>
                </a:solidFill>
                <a:latin typeface="Lucida Sans Typewriter" panose="020B0509030504030204" pitchFamily="49" charset="0"/>
                <a:ea typeface="Noto Mono" panose="020B0609030804020204" pitchFamily="49" charset="0"/>
                <a:cs typeface="Noto Mono" panose="020B0609030804020204" pitchFamily="49" charset="0"/>
                <a:sym typeface="Wingdings" panose="05000000000000000000" pitchFamily="2" charset="2"/>
              </a:rPr>
              <a:t> www.ucla.edu</a:t>
            </a:r>
            <a:endParaRPr lang="en-US" dirty="0">
              <a:solidFill>
                <a:srgbClr val="0070C0"/>
              </a:solidFill>
              <a:latin typeface="Lucida Sans Typewriter" panose="020B0509030504030204" pitchFamily="49" charset="0"/>
              <a:ea typeface="Noto Mono" panose="020B0609030804020204" pitchFamily="49" charset="0"/>
              <a:cs typeface="Noto Mono" panose="020B0609030804020204" pitchFamily="49" charset="0"/>
            </a:endParaRPr>
          </a:p>
        </p:txBody>
      </p:sp>
      <p:sp>
        <p:nvSpPr>
          <p:cNvPr id="53" name="Speech Bubble: Rectangle with Corners Rounded 52">
            <a:extLst>
              <a:ext uri="{FF2B5EF4-FFF2-40B4-BE49-F238E27FC236}">
                <a16:creationId xmlns:a16="http://schemas.microsoft.com/office/drawing/2014/main" id="{32EF0FBD-3423-4DE9-83D2-7654BA33BCB8}"/>
              </a:ext>
            </a:extLst>
          </p:cNvPr>
          <p:cNvSpPr/>
          <p:nvPr/>
        </p:nvSpPr>
        <p:spPr>
          <a:xfrm>
            <a:off x="438134" y="4891284"/>
            <a:ext cx="2621032" cy="456487"/>
          </a:xfrm>
          <a:custGeom>
            <a:avLst/>
            <a:gdLst>
              <a:gd name="connsiteX0" fmla="*/ 0 w 2621032"/>
              <a:gd name="connsiteY0" fmla="*/ 68105 h 408623"/>
              <a:gd name="connsiteX1" fmla="*/ 68105 w 2621032"/>
              <a:gd name="connsiteY1" fmla="*/ 0 h 408623"/>
              <a:gd name="connsiteX2" fmla="*/ 1528935 w 2621032"/>
              <a:gd name="connsiteY2" fmla="*/ 0 h 408623"/>
              <a:gd name="connsiteX3" fmla="*/ 2010777 w 2621032"/>
              <a:gd name="connsiteY3" fmla="*/ -156670 h 408623"/>
              <a:gd name="connsiteX4" fmla="*/ 2184193 w 2621032"/>
              <a:gd name="connsiteY4" fmla="*/ 0 h 408623"/>
              <a:gd name="connsiteX5" fmla="*/ 2552927 w 2621032"/>
              <a:gd name="connsiteY5" fmla="*/ 0 h 408623"/>
              <a:gd name="connsiteX6" fmla="*/ 2621032 w 2621032"/>
              <a:gd name="connsiteY6" fmla="*/ 68105 h 408623"/>
              <a:gd name="connsiteX7" fmla="*/ 2621032 w 2621032"/>
              <a:gd name="connsiteY7" fmla="*/ 68104 h 408623"/>
              <a:gd name="connsiteX8" fmla="*/ 2621032 w 2621032"/>
              <a:gd name="connsiteY8" fmla="*/ 68104 h 408623"/>
              <a:gd name="connsiteX9" fmla="*/ 2621032 w 2621032"/>
              <a:gd name="connsiteY9" fmla="*/ 170260 h 408623"/>
              <a:gd name="connsiteX10" fmla="*/ 2621032 w 2621032"/>
              <a:gd name="connsiteY10" fmla="*/ 340518 h 408623"/>
              <a:gd name="connsiteX11" fmla="*/ 2552927 w 2621032"/>
              <a:gd name="connsiteY11" fmla="*/ 408623 h 408623"/>
              <a:gd name="connsiteX12" fmla="*/ 2184193 w 2621032"/>
              <a:gd name="connsiteY12" fmla="*/ 408623 h 408623"/>
              <a:gd name="connsiteX13" fmla="*/ 1528935 w 2621032"/>
              <a:gd name="connsiteY13" fmla="*/ 408623 h 408623"/>
              <a:gd name="connsiteX14" fmla="*/ 1528935 w 2621032"/>
              <a:gd name="connsiteY14" fmla="*/ 408623 h 408623"/>
              <a:gd name="connsiteX15" fmla="*/ 68105 w 2621032"/>
              <a:gd name="connsiteY15" fmla="*/ 408623 h 408623"/>
              <a:gd name="connsiteX16" fmla="*/ 0 w 2621032"/>
              <a:gd name="connsiteY16" fmla="*/ 340518 h 408623"/>
              <a:gd name="connsiteX17" fmla="*/ 0 w 2621032"/>
              <a:gd name="connsiteY17" fmla="*/ 170260 h 408623"/>
              <a:gd name="connsiteX18" fmla="*/ 0 w 2621032"/>
              <a:gd name="connsiteY18" fmla="*/ 68104 h 408623"/>
              <a:gd name="connsiteX19" fmla="*/ 0 w 2621032"/>
              <a:gd name="connsiteY19" fmla="*/ 68104 h 408623"/>
              <a:gd name="connsiteX20" fmla="*/ 0 w 2621032"/>
              <a:gd name="connsiteY20" fmla="*/ 68105 h 408623"/>
              <a:gd name="connsiteX0" fmla="*/ 0 w 2621032"/>
              <a:gd name="connsiteY0" fmla="*/ 224775 h 565293"/>
              <a:gd name="connsiteX1" fmla="*/ 68105 w 2621032"/>
              <a:gd name="connsiteY1" fmla="*/ 156670 h 565293"/>
              <a:gd name="connsiteX2" fmla="*/ 1723245 w 2621032"/>
              <a:gd name="connsiteY2" fmla="*/ 154765 h 565293"/>
              <a:gd name="connsiteX3" fmla="*/ 2010777 w 2621032"/>
              <a:gd name="connsiteY3" fmla="*/ 0 h 565293"/>
              <a:gd name="connsiteX4" fmla="*/ 2184193 w 2621032"/>
              <a:gd name="connsiteY4" fmla="*/ 156670 h 565293"/>
              <a:gd name="connsiteX5" fmla="*/ 2552927 w 2621032"/>
              <a:gd name="connsiteY5" fmla="*/ 156670 h 565293"/>
              <a:gd name="connsiteX6" fmla="*/ 2621032 w 2621032"/>
              <a:gd name="connsiteY6" fmla="*/ 224775 h 565293"/>
              <a:gd name="connsiteX7" fmla="*/ 2621032 w 2621032"/>
              <a:gd name="connsiteY7" fmla="*/ 224774 h 565293"/>
              <a:gd name="connsiteX8" fmla="*/ 2621032 w 2621032"/>
              <a:gd name="connsiteY8" fmla="*/ 224774 h 565293"/>
              <a:gd name="connsiteX9" fmla="*/ 2621032 w 2621032"/>
              <a:gd name="connsiteY9" fmla="*/ 326930 h 565293"/>
              <a:gd name="connsiteX10" fmla="*/ 2621032 w 2621032"/>
              <a:gd name="connsiteY10" fmla="*/ 497188 h 565293"/>
              <a:gd name="connsiteX11" fmla="*/ 2552927 w 2621032"/>
              <a:gd name="connsiteY11" fmla="*/ 565293 h 565293"/>
              <a:gd name="connsiteX12" fmla="*/ 2184193 w 2621032"/>
              <a:gd name="connsiteY12" fmla="*/ 565293 h 565293"/>
              <a:gd name="connsiteX13" fmla="*/ 1528935 w 2621032"/>
              <a:gd name="connsiteY13" fmla="*/ 565293 h 565293"/>
              <a:gd name="connsiteX14" fmla="*/ 1528935 w 2621032"/>
              <a:gd name="connsiteY14" fmla="*/ 565293 h 565293"/>
              <a:gd name="connsiteX15" fmla="*/ 68105 w 2621032"/>
              <a:gd name="connsiteY15" fmla="*/ 565293 h 565293"/>
              <a:gd name="connsiteX16" fmla="*/ 0 w 2621032"/>
              <a:gd name="connsiteY16" fmla="*/ 497188 h 565293"/>
              <a:gd name="connsiteX17" fmla="*/ 0 w 2621032"/>
              <a:gd name="connsiteY17" fmla="*/ 326930 h 565293"/>
              <a:gd name="connsiteX18" fmla="*/ 0 w 2621032"/>
              <a:gd name="connsiteY18" fmla="*/ 224774 h 565293"/>
              <a:gd name="connsiteX19" fmla="*/ 0 w 2621032"/>
              <a:gd name="connsiteY19" fmla="*/ 224774 h 565293"/>
              <a:gd name="connsiteX20" fmla="*/ 0 w 2621032"/>
              <a:gd name="connsiteY20" fmla="*/ 224775 h 5652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2621032" h="565293">
                <a:moveTo>
                  <a:pt x="0" y="224775"/>
                </a:moveTo>
                <a:cubicBezTo>
                  <a:pt x="0" y="187162"/>
                  <a:pt x="30492" y="156670"/>
                  <a:pt x="68105" y="156670"/>
                </a:cubicBezTo>
                <a:lnTo>
                  <a:pt x="1723245" y="154765"/>
                </a:lnTo>
                <a:lnTo>
                  <a:pt x="2010777" y="0"/>
                </a:lnTo>
                <a:lnTo>
                  <a:pt x="2184193" y="156670"/>
                </a:lnTo>
                <a:lnTo>
                  <a:pt x="2552927" y="156670"/>
                </a:lnTo>
                <a:cubicBezTo>
                  <a:pt x="2590540" y="156670"/>
                  <a:pt x="2621032" y="187162"/>
                  <a:pt x="2621032" y="224775"/>
                </a:cubicBezTo>
                <a:lnTo>
                  <a:pt x="2621032" y="224774"/>
                </a:lnTo>
                <a:lnTo>
                  <a:pt x="2621032" y="224774"/>
                </a:lnTo>
                <a:lnTo>
                  <a:pt x="2621032" y="326930"/>
                </a:lnTo>
                <a:lnTo>
                  <a:pt x="2621032" y="497188"/>
                </a:lnTo>
                <a:cubicBezTo>
                  <a:pt x="2621032" y="534801"/>
                  <a:pt x="2590540" y="565293"/>
                  <a:pt x="2552927" y="565293"/>
                </a:cubicBezTo>
                <a:lnTo>
                  <a:pt x="2184193" y="565293"/>
                </a:lnTo>
                <a:lnTo>
                  <a:pt x="1528935" y="565293"/>
                </a:lnTo>
                <a:lnTo>
                  <a:pt x="1528935" y="565293"/>
                </a:lnTo>
                <a:lnTo>
                  <a:pt x="68105" y="565293"/>
                </a:lnTo>
                <a:cubicBezTo>
                  <a:pt x="30492" y="565293"/>
                  <a:pt x="0" y="534801"/>
                  <a:pt x="0" y="497188"/>
                </a:cubicBezTo>
                <a:lnTo>
                  <a:pt x="0" y="326930"/>
                </a:lnTo>
                <a:lnTo>
                  <a:pt x="0" y="224774"/>
                </a:lnTo>
                <a:lnTo>
                  <a:pt x="0" y="224774"/>
                </a:lnTo>
                <a:lnTo>
                  <a:pt x="0" y="224775"/>
                </a:lnTo>
                <a:close/>
              </a:path>
            </a:pathLst>
          </a:custGeom>
          <a:solidFill>
            <a:srgbClr val="FAFAFF"/>
          </a:solidFill>
          <a:ln w="19050">
            <a:solidFill>
              <a:srgbClr val="862286"/>
            </a:solidFill>
          </a:ln>
          <a:effectLst>
            <a:outerShdw blurRad="508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 tIns="182880" rtlCol="0" anchor="ctr">
            <a:noAutofit/>
          </a:bodyPr>
          <a:lstStyle/>
          <a:p>
            <a:pPr algn="ctr"/>
            <a:r>
              <a:rPr lang="en-US">
                <a:solidFill>
                  <a:srgbClr val="962696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Calibri" panose="020F0502020204030204" pitchFamily="34" charset="0"/>
              </a:rPr>
              <a:t>Complete Query Rewrite</a:t>
            </a:r>
          </a:p>
        </p:txBody>
      </p:sp>
    </p:spTree>
    <p:extLst>
      <p:ext uri="{BB962C8B-B14F-4D97-AF65-F5344CB8AC3E}">
        <p14:creationId xmlns:p14="http://schemas.microsoft.com/office/powerpoint/2010/main" val="366218303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65;p14">
            <a:extLst>
              <a:ext uri="{FF2B5EF4-FFF2-40B4-BE49-F238E27FC236}">
                <a16:creationId xmlns:a16="http://schemas.microsoft.com/office/drawing/2014/main" id="{CD718F45-90E9-4361-B126-99AF41EACE80}"/>
              </a:ext>
            </a:extLst>
          </p:cNvPr>
          <p:cNvSpPr txBox="1">
            <a:spLocks/>
          </p:cNvSpPr>
          <p:nvPr/>
        </p:nvSpPr>
        <p:spPr>
          <a:xfrm>
            <a:off x="2879915" y="209319"/>
            <a:ext cx="6432170" cy="800179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121900" tIns="121900" rIns="121900" bIns="12190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 b="0" i="0" u="none" strike="noStrike" cap="non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 b="0" i="0" u="none" strike="noStrike" cap="non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 b="0" i="0" u="none" strike="noStrike" cap="non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 b="0" i="0" u="none" strike="noStrike" cap="non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 b="0" i="0" u="none" strike="noStrike" cap="non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 b="0" i="0" u="none" strike="noStrike" cap="non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 b="0" i="0" u="none" strike="noStrike" cap="non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 b="0" i="0" u="none" strike="noStrike" cap="non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 b="0" i="0" u="none" strike="noStrike" cap="non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9pPr>
          </a:lstStyle>
          <a:p>
            <a:pPr defTabSz="914400"/>
            <a:r>
              <a:rPr lang="en-US" sz="3600" b="1" kern="0">
                <a:solidFill>
                  <a:srgbClr val="546970"/>
                </a:solidFill>
                <a:latin typeface="Bookman Old Style" panose="02050604050505020204" pitchFamily="18" charset="0"/>
              </a:rPr>
              <a:t>Label Graph Construction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FB8A0090-BA36-4635-8623-C8290B056046}"/>
              </a:ext>
            </a:extLst>
          </p:cNvPr>
          <p:cNvSpPr/>
          <p:nvPr/>
        </p:nvSpPr>
        <p:spPr>
          <a:xfrm flipV="1">
            <a:off x="4145001" y="886094"/>
            <a:ext cx="3901998" cy="27432"/>
          </a:xfrm>
          <a:prstGeom prst="roundRect">
            <a:avLst/>
          </a:prstGeom>
          <a:solidFill>
            <a:srgbClr val="26A69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3" name="Table 31">
            <a:extLst>
              <a:ext uri="{FF2B5EF4-FFF2-40B4-BE49-F238E27FC236}">
                <a16:creationId xmlns:a16="http://schemas.microsoft.com/office/drawing/2014/main" id="{2DF447AC-2568-44B1-B3F3-A7EE76A5F56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17991420"/>
              </p:ext>
            </p:extLst>
          </p:nvPr>
        </p:nvGraphicFramePr>
        <p:xfrm>
          <a:off x="328071" y="1092000"/>
          <a:ext cx="4670649" cy="1966728"/>
        </p:xfrm>
        <a:graphic>
          <a:graphicData uri="http://schemas.openxmlformats.org/drawingml/2006/table">
            <a:tbl>
              <a:tblPr firstRow="1" bandRow="1">
                <a:effectLst>
                  <a:outerShdw blurRad="50800" sx="101000" sy="101000" algn="ctr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816959">
                  <a:extLst>
                    <a:ext uri="{9D8B030D-6E8A-4147-A177-3AD203B41FA5}">
                      <a16:colId xmlns:a16="http://schemas.microsoft.com/office/drawing/2014/main" val="448935893"/>
                    </a:ext>
                  </a:extLst>
                </a:gridCol>
                <a:gridCol w="819150">
                  <a:extLst>
                    <a:ext uri="{9D8B030D-6E8A-4147-A177-3AD203B41FA5}">
                      <a16:colId xmlns:a16="http://schemas.microsoft.com/office/drawing/2014/main" val="3392558462"/>
                    </a:ext>
                  </a:extLst>
                </a:gridCol>
                <a:gridCol w="2034540">
                  <a:extLst>
                    <a:ext uri="{9D8B030D-6E8A-4147-A177-3AD203B41FA5}">
                      <a16:colId xmlns:a16="http://schemas.microsoft.com/office/drawing/2014/main" val="3314790156"/>
                    </a:ext>
                  </a:extLst>
                </a:gridCol>
              </a:tblGrid>
              <a:tr h="327788"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rgbClr val="657B83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Domain Name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FB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rgbClr val="657B83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Type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FB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rgbClr val="657B83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Data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FB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15431099"/>
                  </a:ext>
                </a:extLst>
              </a:tr>
              <a:tr h="327788">
                <a:tc>
                  <a:txBody>
                    <a:bodyPr/>
                    <a:lstStyle/>
                    <a:p>
                      <a:r>
                        <a:rPr lang="en-US" sz="1600" dirty="0" err="1">
                          <a:solidFill>
                            <a:srgbClr val="657B83"/>
                          </a:solidFill>
                          <a:latin typeface="Lucida Sans Typewriter" panose="020B0509030504030204" pitchFamily="49" charset="0"/>
                          <a:ea typeface="Noto Mono" panose="020B0609030804020204" pitchFamily="49" charset="0"/>
                          <a:cs typeface="Noto Mono" panose="020B0609030804020204" pitchFamily="49" charset="0"/>
                        </a:rPr>
                        <a:t>edu</a:t>
                      </a:r>
                      <a:r>
                        <a:rPr lang="en-US" sz="1600" dirty="0">
                          <a:solidFill>
                            <a:srgbClr val="657B83"/>
                          </a:solidFill>
                          <a:latin typeface="Lucida Sans Typewriter" panose="020B0509030504030204" pitchFamily="49" charset="0"/>
                          <a:ea typeface="Noto Mono" panose="020B0609030804020204" pitchFamily="49" charset="0"/>
                          <a:cs typeface="Noto Mono" panose="020B0609030804020204" pitchFamily="49" charset="0"/>
                        </a:rPr>
                        <a:t>.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FB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solidFill>
                            <a:srgbClr val="657B83"/>
                          </a:solidFill>
                          <a:latin typeface="Lucida Sans Typewriter" panose="020B0509030504030204" pitchFamily="49" charset="0"/>
                          <a:ea typeface="Noto Mono" panose="020B0609030804020204" pitchFamily="49" charset="0"/>
                          <a:cs typeface="Noto Mono" panose="020B0609030804020204" pitchFamily="49" charset="0"/>
                        </a:rPr>
                        <a:t>SOA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FB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solidFill>
                            <a:srgbClr val="657B83"/>
                          </a:solidFill>
                          <a:latin typeface="Lucida Sans Typewriter" panose="020B0509030504030204" pitchFamily="49" charset="0"/>
                          <a:ea typeface="Noto Mono" panose="020B0609030804020204" pitchFamily="49" charset="0"/>
                          <a:cs typeface="Noto Mono" panose="020B0609030804020204" pitchFamily="49" charset="0"/>
                        </a:rPr>
                        <a:t>a.edu.net. …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FB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35477995"/>
                  </a:ext>
                </a:extLst>
              </a:tr>
              <a:tr h="327788"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rgbClr val="657B83"/>
                          </a:solidFill>
                          <a:latin typeface="Lucida Sans Typewriter" panose="020B0509030504030204" pitchFamily="49" charset="0"/>
                          <a:ea typeface="Noto Mono" panose="020B0609030804020204" pitchFamily="49" charset="0"/>
                          <a:cs typeface="Noto Mono" panose="020B0609030804020204" pitchFamily="49" charset="0"/>
                        </a:rPr>
                        <a:t>ucla.edu.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FB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657B83"/>
                          </a:solidFill>
                          <a:latin typeface="Lucida Sans Typewriter" panose="020B0509030504030204" pitchFamily="49" charset="0"/>
                          <a:ea typeface="Noto Mono" panose="020B0609030804020204" pitchFamily="49" charset="0"/>
                          <a:cs typeface="Noto Mono" panose="020B0609030804020204" pitchFamily="49" charset="0"/>
                        </a:rPr>
                        <a:t>NS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FB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solidFill>
                            <a:srgbClr val="657B83"/>
                          </a:solidFill>
                          <a:latin typeface="Lucida Sans Typewriter" panose="020B0509030504030204" pitchFamily="49" charset="0"/>
                          <a:ea typeface="Noto Mono" panose="020B0609030804020204" pitchFamily="49" charset="0"/>
                          <a:cs typeface="Noto Mono" panose="020B0609030804020204" pitchFamily="49" charset="0"/>
                        </a:rPr>
                        <a:t>ns1.edu.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FB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36718837"/>
                  </a:ext>
                </a:extLst>
              </a:tr>
              <a:tr h="327788">
                <a:tc>
                  <a:txBody>
                    <a:bodyPr/>
                    <a:lstStyle/>
                    <a:p>
                      <a:r>
                        <a:rPr lang="en-US" sz="1600">
                          <a:solidFill>
                            <a:srgbClr val="657B83"/>
                          </a:solidFill>
                          <a:latin typeface="Lucida Sans Typewriter" panose="020B0509030504030204" pitchFamily="49" charset="0"/>
                          <a:ea typeface="Noto Mono" panose="020B0609030804020204" pitchFamily="49" charset="0"/>
                          <a:cs typeface="Noto Mono" panose="020B0609030804020204" pitchFamily="49" charset="0"/>
                        </a:rPr>
                        <a:t>ucla.edu.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FB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657B83"/>
                          </a:solidFill>
                          <a:latin typeface="Lucida Sans Typewriter" panose="020B0509030504030204" pitchFamily="49" charset="0"/>
                          <a:ea typeface="Noto Mono" panose="020B0609030804020204" pitchFamily="49" charset="0"/>
                          <a:cs typeface="Noto Mono" panose="020B0609030804020204" pitchFamily="49" charset="0"/>
                        </a:rPr>
                        <a:t>NS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FB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rgbClr val="657B83"/>
                          </a:solidFill>
                          <a:latin typeface="Lucida Sans Typewriter" panose="020B0509030504030204" pitchFamily="49" charset="0"/>
                          <a:ea typeface="Noto Mono" panose="020B0609030804020204" pitchFamily="49" charset="0"/>
                          <a:cs typeface="Noto Mono" panose="020B0609030804020204" pitchFamily="49" charset="0"/>
                        </a:rPr>
                        <a:t>ns2.edu.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FB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8117347"/>
                  </a:ext>
                </a:extLst>
              </a:tr>
              <a:tr h="327788">
                <a:tc>
                  <a:txBody>
                    <a:bodyPr/>
                    <a:lstStyle/>
                    <a:p>
                      <a:r>
                        <a:rPr lang="en-US" sz="1600">
                          <a:solidFill>
                            <a:srgbClr val="657B83"/>
                          </a:solidFill>
                          <a:latin typeface="Lucida Sans Typewriter" panose="020B0509030504030204" pitchFamily="49" charset="0"/>
                          <a:ea typeface="Noto Mono" panose="020B0609030804020204" pitchFamily="49" charset="0"/>
                          <a:cs typeface="Noto Mono" panose="020B0609030804020204" pitchFamily="49" charset="0"/>
                        </a:rPr>
                        <a:t>ns1.edu.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FB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solidFill>
                            <a:srgbClr val="657B83"/>
                          </a:solidFill>
                          <a:latin typeface="Lucida Sans Typewriter" panose="020B0509030504030204" pitchFamily="49" charset="0"/>
                          <a:ea typeface="Noto Mono" panose="020B0609030804020204" pitchFamily="49" charset="0"/>
                          <a:cs typeface="Noto Mono" panose="020B0609030804020204" pitchFamily="49" charset="0"/>
                        </a:rPr>
                        <a:t>A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FB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rgbClr val="657B83"/>
                          </a:solidFill>
                          <a:latin typeface="Lucida Sans Typewriter" panose="020B0509030504030204" pitchFamily="49" charset="0"/>
                          <a:ea typeface="Noto Mono" panose="020B0609030804020204" pitchFamily="49" charset="0"/>
                          <a:cs typeface="Noto Mono" panose="020B0609030804020204" pitchFamily="49" charset="0"/>
                        </a:rPr>
                        <a:t>192.35.255.7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FB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82230621"/>
                  </a:ext>
                </a:extLst>
              </a:tr>
              <a:tr h="327788">
                <a:tc>
                  <a:txBody>
                    <a:bodyPr/>
                    <a:lstStyle/>
                    <a:p>
                      <a:r>
                        <a:rPr lang="en-US" sz="1600">
                          <a:solidFill>
                            <a:srgbClr val="657B83"/>
                          </a:solidFill>
                          <a:latin typeface="Lucida Sans Typewriter" panose="020B0509030504030204" pitchFamily="49" charset="0"/>
                          <a:ea typeface="Noto Mono" panose="020B0609030804020204" pitchFamily="49" charset="0"/>
                          <a:cs typeface="Noto Mono" panose="020B0609030804020204" pitchFamily="49" charset="0"/>
                        </a:rPr>
                        <a:t>ns2.edu.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FB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solidFill>
                            <a:srgbClr val="657B83"/>
                          </a:solidFill>
                          <a:latin typeface="Lucida Sans Typewriter" panose="020B0509030504030204" pitchFamily="49" charset="0"/>
                          <a:ea typeface="Noto Mono" panose="020B0609030804020204" pitchFamily="49" charset="0"/>
                          <a:cs typeface="Noto Mono" panose="020B0609030804020204" pitchFamily="49" charset="0"/>
                        </a:rPr>
                        <a:t>A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FB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rgbClr val="657B83"/>
                          </a:solidFill>
                          <a:latin typeface="Lucida Sans Typewriter" panose="020B0509030504030204" pitchFamily="49" charset="0"/>
                          <a:ea typeface="Noto Mono" panose="020B0609030804020204" pitchFamily="49" charset="0"/>
                          <a:cs typeface="Noto Mono" panose="020B0609030804020204" pitchFamily="49" charset="0"/>
                        </a:rPr>
                        <a:t>54.201.38.106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FB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6139101"/>
                  </a:ext>
                </a:extLst>
              </a:tr>
            </a:tbl>
          </a:graphicData>
        </a:graphic>
      </p:graphicFrame>
      <p:graphicFrame>
        <p:nvGraphicFramePr>
          <p:cNvPr id="4" name="Table 31">
            <a:extLst>
              <a:ext uri="{FF2B5EF4-FFF2-40B4-BE49-F238E27FC236}">
                <a16:creationId xmlns:a16="http://schemas.microsoft.com/office/drawing/2014/main" id="{42D154CF-FF4D-485E-A61B-DF466672CD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23702604"/>
              </p:ext>
            </p:extLst>
          </p:nvPr>
        </p:nvGraphicFramePr>
        <p:xfrm>
          <a:off x="323991" y="3150907"/>
          <a:ext cx="4674729" cy="1709563"/>
        </p:xfrm>
        <a:graphic>
          <a:graphicData uri="http://schemas.openxmlformats.org/drawingml/2006/table">
            <a:tbl>
              <a:tblPr firstRow="1" bandRow="1">
                <a:effectLst>
                  <a:outerShdw blurRad="50800" sx="101000" sy="101000" algn="ctr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817229">
                  <a:extLst>
                    <a:ext uri="{9D8B030D-6E8A-4147-A177-3AD203B41FA5}">
                      <a16:colId xmlns:a16="http://schemas.microsoft.com/office/drawing/2014/main" val="448935893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3392558462"/>
                    </a:ext>
                  </a:extLst>
                </a:gridCol>
                <a:gridCol w="2034540">
                  <a:extLst>
                    <a:ext uri="{9D8B030D-6E8A-4147-A177-3AD203B41FA5}">
                      <a16:colId xmlns:a16="http://schemas.microsoft.com/office/drawing/2014/main" val="3314790156"/>
                    </a:ext>
                  </a:extLst>
                </a:gridCol>
              </a:tblGrid>
              <a:tr h="332285"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rgbClr val="657B83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Domain Name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FB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rgbClr val="657B83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Type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FB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rgbClr val="657B83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Data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FB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15431099"/>
                  </a:ext>
                </a:extLst>
              </a:tr>
              <a:tr h="327739"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rgbClr val="657B83"/>
                          </a:solidFill>
                          <a:latin typeface="Lucida Sans Typewriter" panose="020B0509030504030204" pitchFamily="49" charset="0"/>
                          <a:ea typeface="Noto Mono" panose="020B0609030804020204" pitchFamily="49" charset="0"/>
                          <a:cs typeface="Noto Mono" panose="020B0609030804020204" pitchFamily="49" charset="0"/>
                        </a:rPr>
                        <a:t>ucla.edu.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FB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solidFill>
                            <a:srgbClr val="657B83"/>
                          </a:solidFill>
                          <a:latin typeface="Lucida Sans Typewriter" panose="020B0509030504030204" pitchFamily="49" charset="0"/>
                          <a:ea typeface="Noto Mono" panose="020B0609030804020204" pitchFamily="49" charset="0"/>
                          <a:cs typeface="Noto Mono" panose="020B0609030804020204" pitchFamily="49" charset="0"/>
                        </a:rPr>
                        <a:t>SOA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FB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solidFill>
                            <a:srgbClr val="657B83"/>
                          </a:solidFill>
                          <a:latin typeface="Lucida Sans Typewriter" panose="020B0509030504030204" pitchFamily="49" charset="0"/>
                          <a:ea typeface="Noto Mono" panose="020B0609030804020204" pitchFamily="49" charset="0"/>
                          <a:cs typeface="Noto Mono" panose="020B0609030804020204" pitchFamily="49" charset="0"/>
                        </a:rPr>
                        <a:t>sb1.ucla.edu. …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FB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35477995"/>
                  </a:ext>
                </a:extLst>
              </a:tr>
              <a:tr h="327739"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rgbClr val="657B83"/>
                          </a:solidFill>
                          <a:latin typeface="Lucida Sans Typewriter" panose="020B0509030504030204" pitchFamily="49" charset="0"/>
                          <a:ea typeface="Noto Mono" panose="020B0609030804020204" pitchFamily="49" charset="0"/>
                          <a:cs typeface="Noto Mono" panose="020B0609030804020204" pitchFamily="49" charset="0"/>
                        </a:rPr>
                        <a:t>bio.ucla.edu.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FB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657B83"/>
                          </a:solidFill>
                          <a:latin typeface="Lucida Sans Typewriter" panose="020B0509030504030204" pitchFamily="49" charset="0"/>
                          <a:ea typeface="Noto Mono" panose="020B0609030804020204" pitchFamily="49" charset="0"/>
                          <a:cs typeface="Noto Mono" panose="020B0609030804020204" pitchFamily="49" charset="0"/>
                        </a:rPr>
                        <a:t>A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FB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rgbClr val="657B83"/>
                          </a:solidFill>
                          <a:latin typeface="Lucida Sans Typewriter" panose="020B0509030504030204" pitchFamily="49" charset="0"/>
                          <a:ea typeface="Noto Mono" panose="020B0609030804020204" pitchFamily="49" charset="0"/>
                          <a:cs typeface="Noto Mono" panose="020B0609030804020204" pitchFamily="49" charset="0"/>
                        </a:rPr>
                        <a:t>192.35.255.7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FB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2066195"/>
                  </a:ext>
                </a:extLst>
              </a:tr>
              <a:tr h="327739">
                <a:tc>
                  <a:txBody>
                    <a:bodyPr/>
                    <a:lstStyle/>
                    <a:p>
                      <a:r>
                        <a:rPr lang="en-US" sz="1600">
                          <a:solidFill>
                            <a:srgbClr val="657B83"/>
                          </a:solidFill>
                          <a:latin typeface="Lucida Sans Typewriter" panose="020B0509030504030204" pitchFamily="49" charset="0"/>
                          <a:ea typeface="Noto Mono" panose="020B0609030804020204" pitchFamily="49" charset="0"/>
                          <a:cs typeface="Noto Mono" panose="020B0609030804020204" pitchFamily="49" charset="0"/>
                        </a:rPr>
                        <a:t>www.ucla.edu.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FB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solidFill>
                            <a:srgbClr val="657B83"/>
                          </a:solidFill>
                          <a:latin typeface="Lucida Sans Typewriter" panose="020B0509030504030204" pitchFamily="49" charset="0"/>
                          <a:ea typeface="Noto Mono" panose="020B0609030804020204" pitchFamily="49" charset="0"/>
                          <a:cs typeface="Noto Mono" panose="020B0609030804020204" pitchFamily="49" charset="0"/>
                        </a:rPr>
                        <a:t>A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FB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rgbClr val="657B83"/>
                          </a:solidFill>
                          <a:latin typeface="Lucida Sans Typewriter" panose="020B0509030504030204" pitchFamily="49" charset="0"/>
                          <a:ea typeface="Noto Mono" panose="020B0609030804020204" pitchFamily="49" charset="0"/>
                          <a:cs typeface="Noto Mono" panose="020B0609030804020204" pitchFamily="49" charset="0"/>
                        </a:rPr>
                        <a:t>128.97.27.37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FB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8927820"/>
                  </a:ext>
                </a:extLst>
              </a:tr>
              <a:tr h="327739">
                <a:tc>
                  <a:txBody>
                    <a:bodyPr/>
                    <a:lstStyle/>
                    <a:p>
                      <a:r>
                        <a:rPr lang="en-US" sz="1600">
                          <a:solidFill>
                            <a:srgbClr val="657B83"/>
                          </a:solidFill>
                          <a:latin typeface="Lucida Sans Typewriter" panose="020B0509030504030204" pitchFamily="49" charset="0"/>
                          <a:ea typeface="Noto Mono" panose="020B0609030804020204" pitchFamily="49" charset="0"/>
                          <a:cs typeface="Noto Mono" panose="020B0609030804020204" pitchFamily="49" charset="0"/>
                        </a:rPr>
                        <a:t>*.ucla.edu.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FB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solidFill>
                            <a:srgbClr val="657B83"/>
                          </a:solidFill>
                          <a:latin typeface="Lucida Sans Typewriter" panose="020B0509030504030204" pitchFamily="49" charset="0"/>
                          <a:ea typeface="Noto Mono" panose="020B0609030804020204" pitchFamily="49" charset="0"/>
                          <a:cs typeface="Noto Mono" panose="020B0609030804020204" pitchFamily="49" charset="0"/>
                        </a:rPr>
                        <a:t>CNAME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FB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rgbClr val="657B83"/>
                          </a:solidFill>
                          <a:latin typeface="Lucida Sans Typewriter" panose="020B0509030504030204" pitchFamily="49" charset="0"/>
                          <a:ea typeface="Noto Mono" panose="020B0609030804020204" pitchFamily="49" charset="0"/>
                          <a:cs typeface="Noto Mono" panose="020B0609030804020204" pitchFamily="49" charset="0"/>
                        </a:rPr>
                        <a:t>www.ucla.edu.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FB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6139101"/>
                  </a:ext>
                </a:extLst>
              </a:tr>
            </a:tbl>
          </a:graphicData>
        </a:graphic>
      </p:graphicFrame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9A63DE1C-5D57-4855-A24F-CA61E059FB9F}"/>
              </a:ext>
            </a:extLst>
          </p:cNvPr>
          <p:cNvSpPr/>
          <p:nvPr/>
        </p:nvSpPr>
        <p:spPr>
          <a:xfrm>
            <a:off x="9372280" y="2357572"/>
            <a:ext cx="815697" cy="419457"/>
          </a:xfrm>
          <a:prstGeom prst="roundRect">
            <a:avLst>
              <a:gd name="adj" fmla="val 9098"/>
            </a:avLst>
          </a:prstGeom>
          <a:solidFill>
            <a:srgbClr val="FFEED9"/>
          </a:solidFill>
          <a:ln w="19050">
            <a:solidFill>
              <a:schemeClr val="accent3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lstStyle/>
          <a:p>
            <a:pPr algn="ctr"/>
            <a:r>
              <a:rPr lang="en-US" sz="2000" err="1">
                <a:solidFill>
                  <a:schemeClr val="accent3">
                    <a:lumMod val="75000"/>
                  </a:schemeClr>
                </a:solidFill>
                <a:latin typeface="Lucida Sans Typewriter" panose="020B0509030504030204" pitchFamily="49" charset="0"/>
                <a:ea typeface="Noto Mono" panose="020B0609030804020204" pitchFamily="49" charset="0"/>
                <a:cs typeface="Noto Mono" panose="020B0609030804020204" pitchFamily="49" charset="0"/>
              </a:rPr>
              <a:t>edu</a:t>
            </a:r>
            <a:endParaRPr lang="en-US" sz="2000">
              <a:solidFill>
                <a:schemeClr val="accent3">
                  <a:lumMod val="75000"/>
                </a:schemeClr>
              </a:solidFill>
              <a:latin typeface="Lucida Sans Typewriter" panose="020B0509030504030204" pitchFamily="49" charset="0"/>
              <a:ea typeface="Noto Mono" panose="020B0609030804020204" pitchFamily="49" charset="0"/>
              <a:cs typeface="Noto Mono" panose="020B0609030804020204" pitchFamily="49" charset="0"/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F6B8FD3E-67EA-42B3-B4B3-7B3502D1B2B9}"/>
              </a:ext>
            </a:extLst>
          </p:cNvPr>
          <p:cNvSpPr/>
          <p:nvPr/>
        </p:nvSpPr>
        <p:spPr>
          <a:xfrm>
            <a:off x="7836501" y="1517534"/>
            <a:ext cx="815697" cy="372904"/>
          </a:xfrm>
          <a:prstGeom prst="roundRect">
            <a:avLst>
              <a:gd name="adj" fmla="val 7396"/>
            </a:avLst>
          </a:prstGeom>
          <a:solidFill>
            <a:srgbClr val="EEF1F2"/>
          </a:solidFill>
          <a:ln w="19050">
            <a:solidFill>
              <a:srgbClr val="70838B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>
              <a:lnSpc>
                <a:spcPct val="100000"/>
              </a:lnSpc>
              <a:spcAft>
                <a:spcPts val="500"/>
              </a:spcAft>
              <a:buClr>
                <a:srgbClr val="619E64"/>
              </a:buClr>
              <a:buSzPct val="85000"/>
              <a:defRPr/>
            </a:pPr>
            <a:endParaRPr lang="en-US" kern="0">
              <a:solidFill>
                <a:srgbClr val="619E64"/>
              </a:solidFill>
              <a:latin typeface="Source Sans Pro" panose="020B0503030403020204" pitchFamily="34" charset="0"/>
              <a:ea typeface="Source Sans Pro" panose="020B0503030403020204" pitchFamily="34" charset="0"/>
              <a:cs typeface="Calibri" panose="020F050202020403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F8C6DDD-0C08-4D9F-B565-6C2CF0C711C2}"/>
              </a:ext>
            </a:extLst>
          </p:cNvPr>
          <p:cNvSpPr txBox="1"/>
          <p:nvPr/>
        </p:nvSpPr>
        <p:spPr>
          <a:xfrm>
            <a:off x="8048317" y="1025445"/>
            <a:ext cx="23264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kern="0">
                <a:solidFill>
                  <a:srgbClr val="70838B"/>
                </a:solidFill>
              </a:rPr>
              <a:t>.</a:t>
            </a:r>
            <a:endParaRPr lang="en-US" sz="5400">
              <a:solidFill>
                <a:srgbClr val="70838B"/>
              </a:solidFill>
            </a:endParaRP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7A03C49D-CF98-4E9B-8618-2FF4209E5073}"/>
              </a:ext>
            </a:extLst>
          </p:cNvPr>
          <p:cNvCxnSpPr>
            <a:cxnSpLocks/>
          </p:cNvCxnSpPr>
          <p:nvPr/>
        </p:nvCxnSpPr>
        <p:spPr>
          <a:xfrm flipH="1">
            <a:off x="8229600" y="2100045"/>
            <a:ext cx="1550528" cy="0"/>
          </a:xfrm>
          <a:prstGeom prst="line">
            <a:avLst/>
          </a:prstGeom>
          <a:ln w="25400">
            <a:solidFill>
              <a:srgbClr val="005EA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F2E1FCCA-517A-4C41-9982-B0DB6E45A126}"/>
              </a:ext>
            </a:extLst>
          </p:cNvPr>
          <p:cNvCxnSpPr>
            <a:cxnSpLocks/>
            <a:stCxn id="11" idx="0"/>
          </p:cNvCxnSpPr>
          <p:nvPr/>
        </p:nvCxnSpPr>
        <p:spPr>
          <a:xfrm flipV="1">
            <a:off x="9780129" y="2088615"/>
            <a:ext cx="0" cy="268957"/>
          </a:xfrm>
          <a:prstGeom prst="line">
            <a:avLst/>
          </a:prstGeom>
          <a:ln w="25400">
            <a:solidFill>
              <a:srgbClr val="005EA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AED7573C-A42D-4EE5-9B1C-25E669991433}"/>
              </a:ext>
            </a:extLst>
          </p:cNvPr>
          <p:cNvCxnSpPr>
            <a:cxnSpLocks/>
            <a:endCxn id="12" idx="2"/>
          </p:cNvCxnSpPr>
          <p:nvPr/>
        </p:nvCxnSpPr>
        <p:spPr>
          <a:xfrm flipV="1">
            <a:off x="8244349" y="1890438"/>
            <a:ext cx="1" cy="202882"/>
          </a:xfrm>
          <a:prstGeom prst="line">
            <a:avLst/>
          </a:prstGeom>
          <a:ln w="25400">
            <a:solidFill>
              <a:srgbClr val="005EA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9B3920F-2680-4EDA-AC57-99E9B3448920}"/>
              </a:ext>
            </a:extLst>
          </p:cNvPr>
          <p:cNvSpPr/>
          <p:nvPr/>
        </p:nvSpPr>
        <p:spPr>
          <a:xfrm>
            <a:off x="8861205" y="3330750"/>
            <a:ext cx="815697" cy="419457"/>
          </a:xfrm>
          <a:prstGeom prst="roundRect">
            <a:avLst>
              <a:gd name="adj" fmla="val 9098"/>
            </a:avLst>
          </a:prstGeom>
          <a:solidFill>
            <a:srgbClr val="F7F1DD"/>
          </a:solidFill>
          <a:ln w="19050">
            <a:solidFill>
              <a:srgbClr val="95792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lstStyle/>
          <a:p>
            <a:pPr algn="ctr"/>
            <a:r>
              <a:rPr lang="en-US" sz="2000">
                <a:solidFill>
                  <a:srgbClr val="957922"/>
                </a:solidFill>
                <a:latin typeface="Lucida Sans Typewriter" panose="020B0509030504030204" pitchFamily="49" charset="0"/>
                <a:ea typeface="Noto Mono" panose="020B0609030804020204" pitchFamily="49" charset="0"/>
                <a:cs typeface="Noto Mono" panose="020B0609030804020204" pitchFamily="49" charset="0"/>
              </a:rPr>
              <a:t>ns1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15EF709C-6BD5-4CB5-BD59-0DD99369EFBF}"/>
              </a:ext>
            </a:extLst>
          </p:cNvPr>
          <p:cNvSpPr/>
          <p:nvPr/>
        </p:nvSpPr>
        <p:spPr>
          <a:xfrm>
            <a:off x="7873110" y="3330750"/>
            <a:ext cx="815697" cy="419457"/>
          </a:xfrm>
          <a:prstGeom prst="roundRect">
            <a:avLst>
              <a:gd name="adj" fmla="val 9098"/>
            </a:avLst>
          </a:prstGeom>
          <a:solidFill>
            <a:srgbClr val="F7F1DD"/>
          </a:solidFill>
          <a:ln w="19050">
            <a:solidFill>
              <a:srgbClr val="95792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lstStyle/>
          <a:p>
            <a:pPr algn="ctr"/>
            <a:r>
              <a:rPr lang="en-US" sz="2000" err="1">
                <a:solidFill>
                  <a:srgbClr val="957922"/>
                </a:solidFill>
                <a:latin typeface="Lucida Sans Typewriter" panose="020B0509030504030204" pitchFamily="49" charset="0"/>
                <a:ea typeface="Noto Mono" panose="020B0609030804020204" pitchFamily="49" charset="0"/>
                <a:cs typeface="Noto Mono" panose="020B0609030804020204" pitchFamily="49" charset="0"/>
              </a:rPr>
              <a:t>ucla</a:t>
            </a:r>
            <a:endParaRPr lang="en-US" sz="2000">
              <a:solidFill>
                <a:srgbClr val="957922"/>
              </a:solidFill>
              <a:latin typeface="Lucida Sans Typewriter" panose="020B0509030504030204" pitchFamily="49" charset="0"/>
              <a:ea typeface="Noto Mono" panose="020B0609030804020204" pitchFamily="49" charset="0"/>
              <a:cs typeface="Noto Mono" panose="020B0609030804020204" pitchFamily="49" charset="0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F39F33D9-F7A5-414C-AC2D-2FE5D3C61F68}"/>
              </a:ext>
            </a:extLst>
          </p:cNvPr>
          <p:cNvSpPr/>
          <p:nvPr/>
        </p:nvSpPr>
        <p:spPr>
          <a:xfrm>
            <a:off x="9849300" y="3330750"/>
            <a:ext cx="815697" cy="419457"/>
          </a:xfrm>
          <a:prstGeom prst="roundRect">
            <a:avLst>
              <a:gd name="adj" fmla="val 9098"/>
            </a:avLst>
          </a:prstGeom>
          <a:solidFill>
            <a:srgbClr val="F7F1DD"/>
          </a:solidFill>
          <a:ln w="19050">
            <a:solidFill>
              <a:srgbClr val="95792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lstStyle/>
          <a:p>
            <a:pPr algn="ctr"/>
            <a:r>
              <a:rPr lang="en-US" sz="2000">
                <a:solidFill>
                  <a:srgbClr val="957922"/>
                </a:solidFill>
                <a:latin typeface="Lucida Sans Typewriter" panose="020B0509030504030204" pitchFamily="49" charset="0"/>
                <a:ea typeface="Noto Mono" panose="020B0609030804020204" pitchFamily="49" charset="0"/>
                <a:cs typeface="Noto Mono" panose="020B0609030804020204" pitchFamily="49" charset="0"/>
              </a:rPr>
              <a:t>ns2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BC126857-D132-405B-A3BD-F055E5C8A148}"/>
              </a:ext>
            </a:extLst>
          </p:cNvPr>
          <p:cNvCxnSpPr>
            <a:cxnSpLocks/>
          </p:cNvCxnSpPr>
          <p:nvPr/>
        </p:nvCxnSpPr>
        <p:spPr>
          <a:xfrm flipH="1">
            <a:off x="8260081" y="3036232"/>
            <a:ext cx="1997067" cy="1"/>
          </a:xfrm>
          <a:prstGeom prst="line">
            <a:avLst/>
          </a:prstGeom>
          <a:ln w="25400">
            <a:solidFill>
              <a:srgbClr val="005EA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045490B8-02CF-4F90-9FBB-5919CD24C7F3}"/>
              </a:ext>
            </a:extLst>
          </p:cNvPr>
          <p:cNvCxnSpPr>
            <a:cxnSpLocks/>
          </p:cNvCxnSpPr>
          <p:nvPr/>
        </p:nvCxnSpPr>
        <p:spPr>
          <a:xfrm flipV="1">
            <a:off x="8272069" y="3032420"/>
            <a:ext cx="0" cy="296425"/>
          </a:xfrm>
          <a:prstGeom prst="line">
            <a:avLst/>
          </a:prstGeom>
          <a:ln w="25400">
            <a:solidFill>
              <a:srgbClr val="005EA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8ED22A83-B36E-4C27-9553-049C589EE20B}"/>
              </a:ext>
            </a:extLst>
          </p:cNvPr>
          <p:cNvCxnSpPr>
            <a:cxnSpLocks/>
            <a:stCxn id="2" idx="0"/>
          </p:cNvCxnSpPr>
          <p:nvPr/>
        </p:nvCxnSpPr>
        <p:spPr>
          <a:xfrm flipH="1" flipV="1">
            <a:off x="9269053" y="3040045"/>
            <a:ext cx="1" cy="290705"/>
          </a:xfrm>
          <a:prstGeom prst="line">
            <a:avLst/>
          </a:prstGeom>
          <a:ln w="25400">
            <a:solidFill>
              <a:srgbClr val="005EA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FB114426-56E3-406F-80E6-764CC01429B5}"/>
              </a:ext>
            </a:extLst>
          </p:cNvPr>
          <p:cNvCxnSpPr>
            <a:cxnSpLocks/>
            <a:stCxn id="8" idx="0"/>
          </p:cNvCxnSpPr>
          <p:nvPr/>
        </p:nvCxnSpPr>
        <p:spPr>
          <a:xfrm flipH="1" flipV="1">
            <a:off x="10257148" y="3032420"/>
            <a:ext cx="1" cy="298330"/>
          </a:xfrm>
          <a:prstGeom prst="line">
            <a:avLst/>
          </a:prstGeom>
          <a:ln w="25400">
            <a:solidFill>
              <a:srgbClr val="005EA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82682775-A733-45C6-B4B4-9AAFDCA5A766}"/>
              </a:ext>
            </a:extLst>
          </p:cNvPr>
          <p:cNvCxnSpPr>
            <a:cxnSpLocks/>
            <a:endCxn id="11" idx="2"/>
          </p:cNvCxnSpPr>
          <p:nvPr/>
        </p:nvCxnSpPr>
        <p:spPr>
          <a:xfrm flipV="1">
            <a:off x="9780129" y="2777029"/>
            <a:ext cx="0" cy="268957"/>
          </a:xfrm>
          <a:prstGeom prst="line">
            <a:avLst/>
          </a:prstGeom>
          <a:ln w="25400">
            <a:solidFill>
              <a:srgbClr val="005EA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E347F0AC-0810-4BE4-A43B-69D9F5673D5B}"/>
              </a:ext>
            </a:extLst>
          </p:cNvPr>
          <p:cNvSpPr/>
          <p:nvPr/>
        </p:nvSpPr>
        <p:spPr>
          <a:xfrm>
            <a:off x="7381326" y="4295265"/>
            <a:ext cx="815697" cy="419457"/>
          </a:xfrm>
          <a:prstGeom prst="roundRect">
            <a:avLst>
              <a:gd name="adj" fmla="val 9098"/>
            </a:avLst>
          </a:prstGeom>
          <a:solidFill>
            <a:srgbClr val="FAFFFA"/>
          </a:solidFill>
          <a:ln w="19050">
            <a:solidFill>
              <a:srgbClr val="619E64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lstStyle/>
          <a:p>
            <a:pPr algn="ctr"/>
            <a:r>
              <a:rPr lang="en-US" sz="2000">
                <a:solidFill>
                  <a:srgbClr val="619E64"/>
                </a:solidFill>
                <a:latin typeface="Lucida Sans Typewriter" panose="020B0509030504030204" pitchFamily="49" charset="0"/>
                <a:ea typeface="Noto Mono" panose="020B0609030804020204" pitchFamily="49" charset="0"/>
                <a:cs typeface="Noto Mono" panose="020B0609030804020204" pitchFamily="49" charset="0"/>
              </a:rPr>
              <a:t>www</a:t>
            </a:r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7DA0E270-1DF8-4848-88C7-22158ED02449}"/>
              </a:ext>
            </a:extLst>
          </p:cNvPr>
          <p:cNvSpPr/>
          <p:nvPr/>
        </p:nvSpPr>
        <p:spPr>
          <a:xfrm>
            <a:off x="8361640" y="4295264"/>
            <a:ext cx="815697" cy="419457"/>
          </a:xfrm>
          <a:prstGeom prst="roundRect">
            <a:avLst>
              <a:gd name="adj" fmla="val 9098"/>
            </a:avLst>
          </a:prstGeom>
          <a:solidFill>
            <a:srgbClr val="FAFFFA"/>
          </a:solidFill>
          <a:ln w="19050">
            <a:solidFill>
              <a:srgbClr val="619E64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lstStyle/>
          <a:p>
            <a:pPr algn="ctr"/>
            <a:r>
              <a:rPr lang="en-US" sz="2000">
                <a:solidFill>
                  <a:srgbClr val="619E64"/>
                </a:solidFill>
                <a:latin typeface="Lucida Sans Typewriter" panose="020B0509030504030204" pitchFamily="49" charset="0"/>
                <a:ea typeface="Noto Mono" panose="020B0609030804020204" pitchFamily="49" charset="0"/>
                <a:cs typeface="Noto Mono" panose="020B0609030804020204" pitchFamily="49" charset="0"/>
              </a:rPr>
              <a:t>*</a:t>
            </a:r>
          </a:p>
        </p:txBody>
      </p: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3BCFEB8B-51C1-44F7-9B7F-1E75AD394DD4}"/>
              </a:ext>
            </a:extLst>
          </p:cNvPr>
          <p:cNvSpPr/>
          <p:nvPr/>
        </p:nvSpPr>
        <p:spPr>
          <a:xfrm>
            <a:off x="6401012" y="4295265"/>
            <a:ext cx="815697" cy="419457"/>
          </a:xfrm>
          <a:prstGeom prst="roundRect">
            <a:avLst>
              <a:gd name="adj" fmla="val 9098"/>
            </a:avLst>
          </a:prstGeom>
          <a:solidFill>
            <a:srgbClr val="FAFFFA"/>
          </a:solidFill>
          <a:ln w="19050">
            <a:solidFill>
              <a:srgbClr val="619E64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lstStyle/>
          <a:p>
            <a:pPr algn="ctr"/>
            <a:r>
              <a:rPr lang="en-US" sz="2000">
                <a:solidFill>
                  <a:srgbClr val="619E64"/>
                </a:solidFill>
                <a:latin typeface="Lucida Sans Typewriter" panose="020B0509030504030204" pitchFamily="49" charset="0"/>
                <a:ea typeface="Noto Mono" panose="020B0609030804020204" pitchFamily="49" charset="0"/>
                <a:cs typeface="Noto Mono" panose="020B0609030804020204" pitchFamily="49" charset="0"/>
              </a:rPr>
              <a:t>bio</a:t>
            </a:r>
          </a:p>
        </p:txBody>
      </p: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5A36F300-6527-4988-80F7-8CAABC6680B9}"/>
              </a:ext>
            </a:extLst>
          </p:cNvPr>
          <p:cNvCxnSpPr>
            <a:cxnSpLocks/>
            <a:endCxn id="6" idx="2"/>
          </p:cNvCxnSpPr>
          <p:nvPr/>
        </p:nvCxnSpPr>
        <p:spPr>
          <a:xfrm flipV="1">
            <a:off x="8280959" y="3750207"/>
            <a:ext cx="0" cy="270613"/>
          </a:xfrm>
          <a:prstGeom prst="line">
            <a:avLst/>
          </a:prstGeom>
          <a:ln w="25400">
            <a:solidFill>
              <a:srgbClr val="005EA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2A23AAD7-4FC4-4132-B5F9-F8F2E49473D7}"/>
              </a:ext>
            </a:extLst>
          </p:cNvPr>
          <p:cNvCxnSpPr>
            <a:cxnSpLocks/>
          </p:cNvCxnSpPr>
          <p:nvPr/>
        </p:nvCxnSpPr>
        <p:spPr>
          <a:xfrm flipH="1" flipV="1">
            <a:off x="6800682" y="4024652"/>
            <a:ext cx="2979446" cy="3813"/>
          </a:xfrm>
          <a:prstGeom prst="line">
            <a:avLst/>
          </a:prstGeom>
          <a:ln w="25400">
            <a:solidFill>
              <a:srgbClr val="005EA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143B06BB-88B1-48A3-ADF8-EF689B2076F8}"/>
              </a:ext>
            </a:extLst>
          </p:cNvPr>
          <p:cNvCxnSpPr>
            <a:cxnSpLocks/>
          </p:cNvCxnSpPr>
          <p:nvPr/>
        </p:nvCxnSpPr>
        <p:spPr>
          <a:xfrm flipV="1">
            <a:off x="6808861" y="4013200"/>
            <a:ext cx="0" cy="270613"/>
          </a:xfrm>
          <a:prstGeom prst="line">
            <a:avLst/>
          </a:prstGeom>
          <a:ln w="25400">
            <a:solidFill>
              <a:srgbClr val="005EA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64DB5EF4-652A-4AFD-930B-01A246D8EA8D}"/>
              </a:ext>
            </a:extLst>
          </p:cNvPr>
          <p:cNvCxnSpPr>
            <a:cxnSpLocks/>
          </p:cNvCxnSpPr>
          <p:nvPr/>
        </p:nvCxnSpPr>
        <p:spPr>
          <a:xfrm flipV="1">
            <a:off x="9769738" y="4022747"/>
            <a:ext cx="0" cy="270613"/>
          </a:xfrm>
          <a:prstGeom prst="line">
            <a:avLst/>
          </a:prstGeom>
          <a:ln w="25400">
            <a:solidFill>
              <a:srgbClr val="005EA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Rectangle: Rounded Corners 58">
            <a:extLst>
              <a:ext uri="{FF2B5EF4-FFF2-40B4-BE49-F238E27FC236}">
                <a16:creationId xmlns:a16="http://schemas.microsoft.com/office/drawing/2014/main" id="{DA139E3B-1C42-4E56-83CD-378C9399155B}"/>
              </a:ext>
            </a:extLst>
          </p:cNvPr>
          <p:cNvSpPr/>
          <p:nvPr/>
        </p:nvSpPr>
        <p:spPr>
          <a:xfrm>
            <a:off x="9341955" y="4295265"/>
            <a:ext cx="815697" cy="419457"/>
          </a:xfrm>
          <a:prstGeom prst="roundRect">
            <a:avLst>
              <a:gd name="adj" fmla="val 9098"/>
            </a:avLst>
          </a:prstGeom>
          <a:solidFill>
            <a:srgbClr val="FAFFFA"/>
          </a:solidFill>
          <a:ln w="19050">
            <a:solidFill>
              <a:srgbClr val="619E64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lstStyle/>
          <a:p>
            <a:pPr algn="ctr"/>
            <a:endParaRPr lang="en-US" sz="2000">
              <a:solidFill>
                <a:srgbClr val="957922"/>
              </a:solidFill>
              <a:latin typeface="Noto Mono" panose="020B0609030804020204" pitchFamily="49" charset="0"/>
              <a:ea typeface="Noto Mono" panose="020B0609030804020204" pitchFamily="49" charset="0"/>
              <a:cs typeface="Noto Mono" panose="020B0609030804020204" pitchFamily="49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B7C62588-C911-446E-9A4C-AA39576A1A49}"/>
                  </a:ext>
                </a:extLst>
              </p:cNvPr>
              <p:cNvSpPr txBox="1"/>
              <p:nvPr/>
            </p:nvSpPr>
            <p:spPr>
              <a:xfrm>
                <a:off x="9388188" y="4237764"/>
                <a:ext cx="619578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 smtClean="0">
                          <a:solidFill>
                            <a:srgbClr val="BC69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Noto Mono" panose="020B0609030804020204" pitchFamily="49" charset="0"/>
                        </a:rPr>
                        <m:t> </m:t>
                      </m:r>
                      <m:r>
                        <a:rPr lang="en-US" sz="2400" b="1" i="1" smtClean="0">
                          <a:solidFill>
                            <a:srgbClr val="619E64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Noto Mono" panose="020B0609030804020204" pitchFamily="49" charset="0"/>
                        </a:rPr>
                        <m:t>𝜶</m:t>
                      </m:r>
                    </m:oMath>
                  </m:oMathPara>
                </a14:m>
                <a:endParaRPr lang="en-US" sz="2400">
                  <a:solidFill>
                    <a:srgbClr val="BC6900"/>
                  </a:solidFill>
                </a:endParaRPr>
              </a:p>
            </p:txBody>
          </p:sp>
        </mc:Choice>
        <mc:Fallback xmlns="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B7C62588-C911-446E-9A4C-AA39576A1A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88188" y="4237764"/>
                <a:ext cx="619578" cy="46166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6F51BAEB-AD2C-4DEB-B668-6B3127AC5C71}"/>
              </a:ext>
            </a:extLst>
          </p:cNvPr>
          <p:cNvCxnSpPr>
            <a:cxnSpLocks/>
            <a:stCxn id="49" idx="0"/>
          </p:cNvCxnSpPr>
          <p:nvPr/>
        </p:nvCxnSpPr>
        <p:spPr>
          <a:xfrm flipV="1">
            <a:off x="7789175" y="4028465"/>
            <a:ext cx="0" cy="266800"/>
          </a:xfrm>
          <a:prstGeom prst="line">
            <a:avLst/>
          </a:prstGeom>
          <a:ln w="25400">
            <a:solidFill>
              <a:srgbClr val="005EA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F17610F5-FFA1-48D2-96ED-E2EDCF90C1D2}"/>
              </a:ext>
            </a:extLst>
          </p:cNvPr>
          <p:cNvCxnSpPr>
            <a:cxnSpLocks/>
            <a:stCxn id="50" idx="0"/>
          </p:cNvCxnSpPr>
          <p:nvPr/>
        </p:nvCxnSpPr>
        <p:spPr>
          <a:xfrm flipH="1" flipV="1">
            <a:off x="8768575" y="4028465"/>
            <a:ext cx="914" cy="266799"/>
          </a:xfrm>
          <a:prstGeom prst="line">
            <a:avLst/>
          </a:prstGeom>
          <a:ln w="25400">
            <a:solidFill>
              <a:srgbClr val="005EA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38A90163-C115-4F7C-BA6A-E09EB0671696}"/>
              </a:ext>
            </a:extLst>
          </p:cNvPr>
          <p:cNvSpPr/>
          <p:nvPr/>
        </p:nvSpPr>
        <p:spPr>
          <a:xfrm>
            <a:off x="2300546" y="5139774"/>
            <a:ext cx="6754605" cy="978853"/>
          </a:xfrm>
          <a:prstGeom prst="roundRect">
            <a:avLst>
              <a:gd name="adj" fmla="val 5554"/>
            </a:avLst>
          </a:prstGeom>
          <a:solidFill>
            <a:srgbClr val="7B9199"/>
          </a:solidFill>
          <a:ln>
            <a:noFill/>
          </a:ln>
          <a:effectLst>
            <a:outerShdw blurRad="508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r>
              <a:rPr lang="en-US" sz="2800" b="1">
                <a:solidFill>
                  <a:schemeClr val="bg1"/>
                </a:solidFill>
                <a:latin typeface="Palatino Linotype" panose="02040502050505030304" pitchFamily="18" charset="0"/>
                <a:ea typeface="Source Sans Pro" panose="020B0503030403020204" pitchFamily="34" charset="0"/>
              </a:rPr>
              <a:t>See our paper for details on challenges with rewrites (CNAMEs and DNAMEs)</a:t>
            </a:r>
            <a:endParaRPr lang="en-US" sz="2800" b="1" i="1">
              <a:solidFill>
                <a:schemeClr val="bg1"/>
              </a:solidFill>
              <a:latin typeface="Noto Mono" panose="020B0609030804020204" pitchFamily="49" charset="0"/>
              <a:ea typeface="Noto Mono" panose="020B0609030804020204" pitchFamily="49" charset="0"/>
              <a:cs typeface="Noto Mono" panose="020B06090308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9042963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65;p14">
            <a:extLst>
              <a:ext uri="{FF2B5EF4-FFF2-40B4-BE49-F238E27FC236}">
                <a16:creationId xmlns:a16="http://schemas.microsoft.com/office/drawing/2014/main" id="{CD718F45-90E9-4361-B126-99AF41EACE80}"/>
              </a:ext>
            </a:extLst>
          </p:cNvPr>
          <p:cNvSpPr txBox="1">
            <a:spLocks/>
          </p:cNvSpPr>
          <p:nvPr/>
        </p:nvSpPr>
        <p:spPr>
          <a:xfrm>
            <a:off x="2879915" y="209319"/>
            <a:ext cx="6432170" cy="800179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121900" tIns="121900" rIns="121900" bIns="12190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 b="0" i="0" u="none" strike="noStrike" cap="non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 b="0" i="0" u="none" strike="noStrike" cap="non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 b="0" i="0" u="none" strike="noStrike" cap="non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 b="0" i="0" u="none" strike="noStrike" cap="non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 b="0" i="0" u="none" strike="noStrike" cap="non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 b="0" i="0" u="none" strike="noStrike" cap="non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 b="0" i="0" u="none" strike="noStrike" cap="non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 b="0" i="0" u="none" strike="noStrike" cap="non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 b="0" i="0" u="none" strike="noStrike" cap="non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9pPr>
          </a:lstStyle>
          <a:p>
            <a:pPr defTabSz="914400"/>
            <a:r>
              <a:rPr lang="en-US" sz="3600" b="1" kern="0">
                <a:solidFill>
                  <a:srgbClr val="546970"/>
                </a:solidFill>
                <a:latin typeface="Bookman Old Style" panose="02050604050505020204" pitchFamily="18" charset="0"/>
              </a:rPr>
              <a:t>Label Graph Construction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FB8A0090-BA36-4635-8623-C8290B056046}"/>
              </a:ext>
            </a:extLst>
          </p:cNvPr>
          <p:cNvSpPr/>
          <p:nvPr/>
        </p:nvSpPr>
        <p:spPr>
          <a:xfrm flipV="1">
            <a:off x="4145001" y="886094"/>
            <a:ext cx="3901998" cy="27432"/>
          </a:xfrm>
          <a:prstGeom prst="roundRect">
            <a:avLst/>
          </a:prstGeom>
          <a:solidFill>
            <a:srgbClr val="26A69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3" name="Table 31">
            <a:extLst>
              <a:ext uri="{FF2B5EF4-FFF2-40B4-BE49-F238E27FC236}">
                <a16:creationId xmlns:a16="http://schemas.microsoft.com/office/drawing/2014/main" id="{2DF447AC-2568-44B1-B3F3-A7EE76A5F56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37106412"/>
              </p:ext>
            </p:extLst>
          </p:nvPr>
        </p:nvGraphicFramePr>
        <p:xfrm>
          <a:off x="328071" y="1092000"/>
          <a:ext cx="4670649" cy="1966728"/>
        </p:xfrm>
        <a:graphic>
          <a:graphicData uri="http://schemas.openxmlformats.org/drawingml/2006/table">
            <a:tbl>
              <a:tblPr firstRow="1" bandRow="1">
                <a:effectLst>
                  <a:outerShdw blurRad="50800" sx="101000" sy="101000" algn="ctr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816959">
                  <a:extLst>
                    <a:ext uri="{9D8B030D-6E8A-4147-A177-3AD203B41FA5}">
                      <a16:colId xmlns:a16="http://schemas.microsoft.com/office/drawing/2014/main" val="448935893"/>
                    </a:ext>
                  </a:extLst>
                </a:gridCol>
                <a:gridCol w="819150">
                  <a:extLst>
                    <a:ext uri="{9D8B030D-6E8A-4147-A177-3AD203B41FA5}">
                      <a16:colId xmlns:a16="http://schemas.microsoft.com/office/drawing/2014/main" val="3392558462"/>
                    </a:ext>
                  </a:extLst>
                </a:gridCol>
                <a:gridCol w="2034540">
                  <a:extLst>
                    <a:ext uri="{9D8B030D-6E8A-4147-A177-3AD203B41FA5}">
                      <a16:colId xmlns:a16="http://schemas.microsoft.com/office/drawing/2014/main" val="3314790156"/>
                    </a:ext>
                  </a:extLst>
                </a:gridCol>
              </a:tblGrid>
              <a:tr h="327788"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rgbClr val="657B83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Domain Name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FB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rgbClr val="657B83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Type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FB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rgbClr val="657B83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Data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FB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15431099"/>
                  </a:ext>
                </a:extLst>
              </a:tr>
              <a:tr h="327788">
                <a:tc>
                  <a:txBody>
                    <a:bodyPr/>
                    <a:lstStyle/>
                    <a:p>
                      <a:r>
                        <a:rPr lang="en-US" sz="1600" dirty="0" err="1">
                          <a:solidFill>
                            <a:srgbClr val="657B83"/>
                          </a:solidFill>
                          <a:latin typeface="Lucida Sans Typewriter" panose="020B0509030504030204" pitchFamily="49" charset="0"/>
                          <a:ea typeface="Noto Mono" panose="020B0609030804020204" pitchFamily="49" charset="0"/>
                          <a:cs typeface="Noto Mono" panose="020B0609030804020204" pitchFamily="49" charset="0"/>
                        </a:rPr>
                        <a:t>edu</a:t>
                      </a:r>
                      <a:r>
                        <a:rPr lang="en-US" sz="1600" dirty="0">
                          <a:solidFill>
                            <a:srgbClr val="657B83"/>
                          </a:solidFill>
                          <a:latin typeface="Lucida Sans Typewriter" panose="020B0509030504030204" pitchFamily="49" charset="0"/>
                          <a:ea typeface="Noto Mono" panose="020B0609030804020204" pitchFamily="49" charset="0"/>
                          <a:cs typeface="Noto Mono" panose="020B0609030804020204" pitchFamily="49" charset="0"/>
                        </a:rPr>
                        <a:t>.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FB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solidFill>
                            <a:srgbClr val="657B83"/>
                          </a:solidFill>
                          <a:latin typeface="Lucida Sans Typewriter" panose="020B0509030504030204" pitchFamily="49" charset="0"/>
                          <a:ea typeface="Noto Mono" panose="020B0609030804020204" pitchFamily="49" charset="0"/>
                          <a:cs typeface="Noto Mono" panose="020B0609030804020204" pitchFamily="49" charset="0"/>
                        </a:rPr>
                        <a:t>SOA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FB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solidFill>
                            <a:srgbClr val="657B83"/>
                          </a:solidFill>
                          <a:latin typeface="Lucida Sans Typewriter" panose="020B0509030504030204" pitchFamily="49" charset="0"/>
                          <a:ea typeface="Noto Mono" panose="020B0609030804020204" pitchFamily="49" charset="0"/>
                          <a:cs typeface="Noto Mono" panose="020B0609030804020204" pitchFamily="49" charset="0"/>
                        </a:rPr>
                        <a:t>a.edu.net. …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FB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35477995"/>
                  </a:ext>
                </a:extLst>
              </a:tr>
              <a:tr h="327788"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rgbClr val="657B83"/>
                          </a:solidFill>
                          <a:latin typeface="Lucida Sans Typewriter" panose="020B0509030504030204" pitchFamily="49" charset="0"/>
                          <a:ea typeface="Noto Mono" panose="020B0609030804020204" pitchFamily="49" charset="0"/>
                          <a:cs typeface="Noto Mono" panose="020B0609030804020204" pitchFamily="49" charset="0"/>
                        </a:rPr>
                        <a:t>ucla.edu.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FB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657B83"/>
                          </a:solidFill>
                          <a:latin typeface="Lucida Sans Typewriter" panose="020B0509030504030204" pitchFamily="49" charset="0"/>
                          <a:ea typeface="Noto Mono" panose="020B0609030804020204" pitchFamily="49" charset="0"/>
                          <a:cs typeface="Noto Mono" panose="020B0609030804020204" pitchFamily="49" charset="0"/>
                        </a:rPr>
                        <a:t>NS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FB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solidFill>
                            <a:srgbClr val="657B83"/>
                          </a:solidFill>
                          <a:latin typeface="Lucida Sans Typewriter" panose="020B0509030504030204" pitchFamily="49" charset="0"/>
                          <a:ea typeface="Noto Mono" panose="020B0609030804020204" pitchFamily="49" charset="0"/>
                          <a:cs typeface="Noto Mono" panose="020B0609030804020204" pitchFamily="49" charset="0"/>
                        </a:rPr>
                        <a:t>ns1.edu.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FB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36718837"/>
                  </a:ext>
                </a:extLst>
              </a:tr>
              <a:tr h="327788">
                <a:tc>
                  <a:txBody>
                    <a:bodyPr/>
                    <a:lstStyle/>
                    <a:p>
                      <a:r>
                        <a:rPr lang="en-US" sz="1600">
                          <a:solidFill>
                            <a:srgbClr val="657B83"/>
                          </a:solidFill>
                          <a:latin typeface="Lucida Sans Typewriter" panose="020B0509030504030204" pitchFamily="49" charset="0"/>
                          <a:ea typeface="Noto Mono" panose="020B0609030804020204" pitchFamily="49" charset="0"/>
                          <a:cs typeface="Noto Mono" panose="020B0609030804020204" pitchFamily="49" charset="0"/>
                        </a:rPr>
                        <a:t>ucla.edu.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FB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657B83"/>
                          </a:solidFill>
                          <a:latin typeface="Lucida Sans Typewriter" panose="020B0509030504030204" pitchFamily="49" charset="0"/>
                          <a:ea typeface="Noto Mono" panose="020B0609030804020204" pitchFamily="49" charset="0"/>
                          <a:cs typeface="Noto Mono" panose="020B0609030804020204" pitchFamily="49" charset="0"/>
                        </a:rPr>
                        <a:t>NS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FB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rgbClr val="657B83"/>
                          </a:solidFill>
                          <a:latin typeface="Lucida Sans Typewriter" panose="020B0509030504030204" pitchFamily="49" charset="0"/>
                          <a:ea typeface="Noto Mono" panose="020B0609030804020204" pitchFamily="49" charset="0"/>
                          <a:cs typeface="Noto Mono" panose="020B0609030804020204" pitchFamily="49" charset="0"/>
                        </a:rPr>
                        <a:t>ns2.edu.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FB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8117347"/>
                  </a:ext>
                </a:extLst>
              </a:tr>
              <a:tr h="327788">
                <a:tc>
                  <a:txBody>
                    <a:bodyPr/>
                    <a:lstStyle/>
                    <a:p>
                      <a:r>
                        <a:rPr lang="en-US" sz="1600">
                          <a:solidFill>
                            <a:srgbClr val="657B83"/>
                          </a:solidFill>
                          <a:latin typeface="Lucida Sans Typewriter" panose="020B0509030504030204" pitchFamily="49" charset="0"/>
                          <a:ea typeface="Noto Mono" panose="020B0609030804020204" pitchFamily="49" charset="0"/>
                          <a:cs typeface="Noto Mono" panose="020B0609030804020204" pitchFamily="49" charset="0"/>
                        </a:rPr>
                        <a:t>ns1.edu.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FB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solidFill>
                            <a:srgbClr val="657B83"/>
                          </a:solidFill>
                          <a:latin typeface="Lucida Sans Typewriter" panose="020B0509030504030204" pitchFamily="49" charset="0"/>
                          <a:ea typeface="Noto Mono" panose="020B0609030804020204" pitchFamily="49" charset="0"/>
                          <a:cs typeface="Noto Mono" panose="020B0609030804020204" pitchFamily="49" charset="0"/>
                        </a:rPr>
                        <a:t>A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FB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rgbClr val="657B83"/>
                          </a:solidFill>
                          <a:latin typeface="Lucida Sans Typewriter" panose="020B0509030504030204" pitchFamily="49" charset="0"/>
                          <a:ea typeface="Noto Mono" panose="020B0609030804020204" pitchFamily="49" charset="0"/>
                          <a:cs typeface="Noto Mono" panose="020B0609030804020204" pitchFamily="49" charset="0"/>
                        </a:rPr>
                        <a:t>192.35.255.7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FB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82230621"/>
                  </a:ext>
                </a:extLst>
              </a:tr>
              <a:tr h="327788">
                <a:tc>
                  <a:txBody>
                    <a:bodyPr/>
                    <a:lstStyle/>
                    <a:p>
                      <a:r>
                        <a:rPr lang="en-US" sz="1600">
                          <a:solidFill>
                            <a:srgbClr val="657B83"/>
                          </a:solidFill>
                          <a:latin typeface="Lucida Sans Typewriter" panose="020B0509030504030204" pitchFamily="49" charset="0"/>
                          <a:ea typeface="Noto Mono" panose="020B0609030804020204" pitchFamily="49" charset="0"/>
                          <a:cs typeface="Noto Mono" panose="020B0609030804020204" pitchFamily="49" charset="0"/>
                        </a:rPr>
                        <a:t>ns2.edu.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FB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solidFill>
                            <a:srgbClr val="657B83"/>
                          </a:solidFill>
                          <a:latin typeface="Lucida Sans Typewriter" panose="020B0509030504030204" pitchFamily="49" charset="0"/>
                          <a:ea typeface="Noto Mono" panose="020B0609030804020204" pitchFamily="49" charset="0"/>
                          <a:cs typeface="Noto Mono" panose="020B0609030804020204" pitchFamily="49" charset="0"/>
                        </a:rPr>
                        <a:t>A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FB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rgbClr val="657B83"/>
                          </a:solidFill>
                          <a:latin typeface="Lucida Sans Typewriter" panose="020B0509030504030204" pitchFamily="49" charset="0"/>
                          <a:ea typeface="Noto Mono" panose="020B0609030804020204" pitchFamily="49" charset="0"/>
                          <a:cs typeface="Noto Mono" panose="020B0609030804020204" pitchFamily="49" charset="0"/>
                        </a:rPr>
                        <a:t>54.201.38.106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FB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6139101"/>
                  </a:ext>
                </a:extLst>
              </a:tr>
            </a:tbl>
          </a:graphicData>
        </a:graphic>
      </p:graphicFrame>
      <p:graphicFrame>
        <p:nvGraphicFramePr>
          <p:cNvPr id="4" name="Table 31">
            <a:extLst>
              <a:ext uri="{FF2B5EF4-FFF2-40B4-BE49-F238E27FC236}">
                <a16:creationId xmlns:a16="http://schemas.microsoft.com/office/drawing/2014/main" id="{42D154CF-FF4D-485E-A61B-DF466672CD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92657170"/>
              </p:ext>
            </p:extLst>
          </p:nvPr>
        </p:nvGraphicFramePr>
        <p:xfrm>
          <a:off x="323991" y="3150907"/>
          <a:ext cx="4674729" cy="1709563"/>
        </p:xfrm>
        <a:graphic>
          <a:graphicData uri="http://schemas.openxmlformats.org/drawingml/2006/table">
            <a:tbl>
              <a:tblPr firstRow="1" bandRow="1">
                <a:effectLst>
                  <a:outerShdw blurRad="50800" sx="101000" sy="101000" algn="ctr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817229">
                  <a:extLst>
                    <a:ext uri="{9D8B030D-6E8A-4147-A177-3AD203B41FA5}">
                      <a16:colId xmlns:a16="http://schemas.microsoft.com/office/drawing/2014/main" val="448935893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3392558462"/>
                    </a:ext>
                  </a:extLst>
                </a:gridCol>
                <a:gridCol w="2034540">
                  <a:extLst>
                    <a:ext uri="{9D8B030D-6E8A-4147-A177-3AD203B41FA5}">
                      <a16:colId xmlns:a16="http://schemas.microsoft.com/office/drawing/2014/main" val="3314790156"/>
                    </a:ext>
                  </a:extLst>
                </a:gridCol>
              </a:tblGrid>
              <a:tr h="332285"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rgbClr val="657B83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Domain Name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FB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rgbClr val="657B83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Type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FB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rgbClr val="657B83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Data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FB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15431099"/>
                  </a:ext>
                </a:extLst>
              </a:tr>
              <a:tr h="327739"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rgbClr val="657B83"/>
                          </a:solidFill>
                          <a:latin typeface="Lucida Sans Typewriter" panose="020B0509030504030204" pitchFamily="49" charset="0"/>
                          <a:ea typeface="Noto Mono" panose="020B0609030804020204" pitchFamily="49" charset="0"/>
                          <a:cs typeface="Noto Mono" panose="020B0609030804020204" pitchFamily="49" charset="0"/>
                        </a:rPr>
                        <a:t>ucla.edu.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FB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657B83"/>
                          </a:solidFill>
                          <a:latin typeface="Lucida Sans Typewriter" panose="020B0509030504030204" pitchFamily="49" charset="0"/>
                          <a:ea typeface="Noto Mono" panose="020B0609030804020204" pitchFamily="49" charset="0"/>
                          <a:cs typeface="Noto Mono" panose="020B0609030804020204" pitchFamily="49" charset="0"/>
                        </a:rPr>
                        <a:t>SOA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FB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solidFill>
                            <a:srgbClr val="657B83"/>
                          </a:solidFill>
                          <a:latin typeface="Lucida Sans Typewriter" panose="020B0509030504030204" pitchFamily="49" charset="0"/>
                          <a:ea typeface="Noto Mono" panose="020B0609030804020204" pitchFamily="49" charset="0"/>
                          <a:cs typeface="Noto Mono" panose="020B0609030804020204" pitchFamily="49" charset="0"/>
                        </a:rPr>
                        <a:t>sb1.ucla.edu. …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FB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35477995"/>
                  </a:ext>
                </a:extLst>
              </a:tr>
              <a:tr h="327739">
                <a:tc>
                  <a:txBody>
                    <a:bodyPr/>
                    <a:lstStyle/>
                    <a:p>
                      <a:r>
                        <a:rPr lang="en-US" sz="1600">
                          <a:solidFill>
                            <a:srgbClr val="657B83"/>
                          </a:solidFill>
                          <a:latin typeface="Lucida Sans Typewriter" panose="020B0509030504030204" pitchFamily="49" charset="0"/>
                          <a:ea typeface="Noto Mono" panose="020B0609030804020204" pitchFamily="49" charset="0"/>
                          <a:cs typeface="Noto Mono" panose="020B0609030804020204" pitchFamily="49" charset="0"/>
                        </a:rPr>
                        <a:t>bio.ucla.edu.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FB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657B83"/>
                          </a:solidFill>
                          <a:latin typeface="Lucida Sans Typewriter" panose="020B0509030504030204" pitchFamily="49" charset="0"/>
                          <a:ea typeface="Noto Mono" panose="020B0609030804020204" pitchFamily="49" charset="0"/>
                          <a:cs typeface="Noto Mono" panose="020B0609030804020204" pitchFamily="49" charset="0"/>
                        </a:rPr>
                        <a:t>A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FB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rgbClr val="657B83"/>
                          </a:solidFill>
                          <a:latin typeface="Lucida Sans Typewriter" panose="020B0509030504030204" pitchFamily="49" charset="0"/>
                          <a:ea typeface="Noto Mono" panose="020B0609030804020204" pitchFamily="49" charset="0"/>
                          <a:cs typeface="Noto Mono" panose="020B0609030804020204" pitchFamily="49" charset="0"/>
                        </a:rPr>
                        <a:t>192.35.255.7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FB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2066195"/>
                  </a:ext>
                </a:extLst>
              </a:tr>
              <a:tr h="327739">
                <a:tc>
                  <a:txBody>
                    <a:bodyPr/>
                    <a:lstStyle/>
                    <a:p>
                      <a:r>
                        <a:rPr lang="en-US" sz="1600">
                          <a:solidFill>
                            <a:srgbClr val="657B83"/>
                          </a:solidFill>
                          <a:latin typeface="Lucida Sans Typewriter" panose="020B0509030504030204" pitchFamily="49" charset="0"/>
                          <a:ea typeface="Noto Mono" panose="020B0609030804020204" pitchFamily="49" charset="0"/>
                          <a:cs typeface="Noto Mono" panose="020B0609030804020204" pitchFamily="49" charset="0"/>
                        </a:rPr>
                        <a:t>www.ucla.edu.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FB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solidFill>
                            <a:srgbClr val="657B83"/>
                          </a:solidFill>
                          <a:latin typeface="Lucida Sans Typewriter" panose="020B0509030504030204" pitchFamily="49" charset="0"/>
                          <a:ea typeface="Noto Mono" panose="020B0609030804020204" pitchFamily="49" charset="0"/>
                          <a:cs typeface="Noto Mono" panose="020B0609030804020204" pitchFamily="49" charset="0"/>
                        </a:rPr>
                        <a:t>A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FB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rgbClr val="657B83"/>
                          </a:solidFill>
                          <a:latin typeface="Lucida Sans Typewriter" panose="020B0509030504030204" pitchFamily="49" charset="0"/>
                          <a:ea typeface="Noto Mono" panose="020B0609030804020204" pitchFamily="49" charset="0"/>
                          <a:cs typeface="Noto Mono" panose="020B0609030804020204" pitchFamily="49" charset="0"/>
                        </a:rPr>
                        <a:t>128.97.27.37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FB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8927820"/>
                  </a:ext>
                </a:extLst>
              </a:tr>
              <a:tr h="327739">
                <a:tc>
                  <a:txBody>
                    <a:bodyPr/>
                    <a:lstStyle/>
                    <a:p>
                      <a:r>
                        <a:rPr lang="en-US" sz="1600">
                          <a:solidFill>
                            <a:srgbClr val="657B83"/>
                          </a:solidFill>
                          <a:latin typeface="Lucida Sans Typewriter" panose="020B0509030504030204" pitchFamily="49" charset="0"/>
                          <a:ea typeface="Noto Mono" panose="020B0609030804020204" pitchFamily="49" charset="0"/>
                          <a:cs typeface="Noto Mono" panose="020B0609030804020204" pitchFamily="49" charset="0"/>
                        </a:rPr>
                        <a:t>*.ucla.edu.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FB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solidFill>
                            <a:srgbClr val="657B83"/>
                          </a:solidFill>
                          <a:latin typeface="Lucida Sans Typewriter" panose="020B0509030504030204" pitchFamily="49" charset="0"/>
                          <a:ea typeface="Noto Mono" panose="020B0609030804020204" pitchFamily="49" charset="0"/>
                          <a:cs typeface="Noto Mono" panose="020B0609030804020204" pitchFamily="49" charset="0"/>
                        </a:rPr>
                        <a:t>CNAME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FB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rgbClr val="657B83"/>
                          </a:solidFill>
                          <a:latin typeface="Lucida Sans Typewriter" panose="020B0509030504030204" pitchFamily="49" charset="0"/>
                          <a:ea typeface="Noto Mono" panose="020B0609030804020204" pitchFamily="49" charset="0"/>
                          <a:cs typeface="Noto Mono" panose="020B0609030804020204" pitchFamily="49" charset="0"/>
                        </a:rPr>
                        <a:t>www.ucla.edu.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FB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6139101"/>
                  </a:ext>
                </a:extLst>
              </a:tr>
            </a:tbl>
          </a:graphicData>
        </a:graphic>
      </p:graphicFrame>
      <p:graphicFrame>
        <p:nvGraphicFramePr>
          <p:cNvPr id="9" name="Table 31">
            <a:extLst>
              <a:ext uri="{FF2B5EF4-FFF2-40B4-BE49-F238E27FC236}">
                <a16:creationId xmlns:a16="http://schemas.microsoft.com/office/drawing/2014/main" id="{AA128E07-5C68-4312-B02F-2519D21BF3F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56566989"/>
              </p:ext>
            </p:extLst>
          </p:nvPr>
        </p:nvGraphicFramePr>
        <p:xfrm>
          <a:off x="323991" y="4952649"/>
          <a:ext cx="4674729" cy="1046544"/>
        </p:xfrm>
        <a:graphic>
          <a:graphicData uri="http://schemas.openxmlformats.org/drawingml/2006/table">
            <a:tbl>
              <a:tblPr firstRow="1" bandRow="1">
                <a:effectLst>
                  <a:outerShdw blurRad="50800" sx="101000" sy="101000" algn="ctr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819134">
                  <a:extLst>
                    <a:ext uri="{9D8B030D-6E8A-4147-A177-3AD203B41FA5}">
                      <a16:colId xmlns:a16="http://schemas.microsoft.com/office/drawing/2014/main" val="448935893"/>
                    </a:ext>
                  </a:extLst>
                </a:gridCol>
                <a:gridCol w="824865">
                  <a:extLst>
                    <a:ext uri="{9D8B030D-6E8A-4147-A177-3AD203B41FA5}">
                      <a16:colId xmlns:a16="http://schemas.microsoft.com/office/drawing/2014/main" val="3392558462"/>
                    </a:ext>
                  </a:extLst>
                </a:gridCol>
                <a:gridCol w="2030730">
                  <a:extLst>
                    <a:ext uri="{9D8B030D-6E8A-4147-A177-3AD203B41FA5}">
                      <a16:colId xmlns:a16="http://schemas.microsoft.com/office/drawing/2014/main" val="3314790156"/>
                    </a:ext>
                  </a:extLst>
                </a:gridCol>
              </a:tblGrid>
              <a:tr h="145588"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rgbClr val="657B83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Domain Name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FB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rgbClr val="657B83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Type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FB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rgbClr val="657B83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Data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FB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15431099"/>
                  </a:ext>
                </a:extLst>
              </a:tr>
              <a:tr h="326102"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rgbClr val="657B83"/>
                          </a:solidFill>
                          <a:latin typeface="Lucida Sans Typewriter" panose="020B0509030504030204" pitchFamily="49" charset="0"/>
                          <a:ea typeface="Noto Mono" panose="020B0609030804020204" pitchFamily="49" charset="0"/>
                          <a:cs typeface="Noto Mono" panose="020B0609030804020204" pitchFamily="49" charset="0"/>
                        </a:rPr>
                        <a:t>ucla.edu.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FB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solidFill>
                            <a:srgbClr val="657B83"/>
                          </a:solidFill>
                          <a:latin typeface="Lucida Sans Typewriter" panose="020B0509030504030204" pitchFamily="49" charset="0"/>
                          <a:ea typeface="Noto Mono" panose="020B0609030804020204" pitchFamily="49" charset="0"/>
                          <a:cs typeface="Noto Mono" panose="020B0609030804020204" pitchFamily="49" charset="0"/>
                        </a:rPr>
                        <a:t>SOA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FB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600">
                          <a:solidFill>
                            <a:srgbClr val="657B83"/>
                          </a:solidFill>
                          <a:latin typeface="Lucida Sans Typewriter" panose="020B0509030504030204" pitchFamily="49" charset="0"/>
                          <a:ea typeface="Noto Mono" panose="020B0609030804020204" pitchFamily="49" charset="0"/>
                          <a:cs typeface="Noto Mono" panose="020B0609030804020204" pitchFamily="49" charset="0"/>
                        </a:rPr>
                        <a:t>sb1.ucla.edu. …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FB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35477995"/>
                  </a:ext>
                </a:extLst>
              </a:tr>
              <a:tr h="326102"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rgbClr val="657B83"/>
                          </a:solidFill>
                          <a:latin typeface="Lucida Sans Typewriter" panose="020B0509030504030204" pitchFamily="49" charset="0"/>
                          <a:ea typeface="Noto Mono" panose="020B0609030804020204" pitchFamily="49" charset="0"/>
                          <a:cs typeface="Noto Mono" panose="020B0609030804020204" pitchFamily="49" charset="0"/>
                        </a:rPr>
                        <a:t>ucla.edu.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FB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657B83"/>
                          </a:solidFill>
                          <a:latin typeface="Lucida Sans Typewriter" panose="020B0509030504030204" pitchFamily="49" charset="0"/>
                          <a:ea typeface="Noto Mono" panose="020B0609030804020204" pitchFamily="49" charset="0"/>
                          <a:cs typeface="Noto Mono" panose="020B0609030804020204" pitchFamily="49" charset="0"/>
                        </a:rPr>
                        <a:t>A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FB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rgbClr val="657B83"/>
                          </a:solidFill>
                          <a:latin typeface="Lucida Sans Typewriter" panose="020B0509030504030204" pitchFamily="49" charset="0"/>
                          <a:ea typeface="Noto Mono" panose="020B0609030804020204" pitchFamily="49" charset="0"/>
                          <a:cs typeface="Noto Mono" panose="020B0609030804020204" pitchFamily="49" charset="0"/>
                        </a:rPr>
                        <a:t>128.97.27.37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FB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8576890"/>
                  </a:ext>
                </a:extLst>
              </a:tr>
            </a:tbl>
          </a:graphicData>
        </a:graphic>
      </p:graphicFrame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9A63DE1C-5D57-4855-A24F-CA61E059FB9F}"/>
              </a:ext>
            </a:extLst>
          </p:cNvPr>
          <p:cNvSpPr/>
          <p:nvPr/>
        </p:nvSpPr>
        <p:spPr>
          <a:xfrm>
            <a:off x="9372280" y="2357572"/>
            <a:ext cx="815697" cy="419457"/>
          </a:xfrm>
          <a:prstGeom prst="roundRect">
            <a:avLst>
              <a:gd name="adj" fmla="val 9098"/>
            </a:avLst>
          </a:prstGeom>
          <a:solidFill>
            <a:srgbClr val="FFEED9"/>
          </a:solidFill>
          <a:ln w="19050">
            <a:solidFill>
              <a:schemeClr val="accent3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lstStyle/>
          <a:p>
            <a:pPr algn="ctr"/>
            <a:r>
              <a:rPr lang="en-US" sz="2000" err="1">
                <a:solidFill>
                  <a:schemeClr val="accent3">
                    <a:lumMod val="75000"/>
                  </a:schemeClr>
                </a:solidFill>
                <a:latin typeface="Lucida Sans Typewriter" panose="020B0509030504030204" pitchFamily="49" charset="0"/>
                <a:ea typeface="Noto Mono" panose="020B0609030804020204" pitchFamily="49" charset="0"/>
                <a:cs typeface="Noto Mono" panose="020B0609030804020204" pitchFamily="49" charset="0"/>
              </a:rPr>
              <a:t>edu</a:t>
            </a:r>
            <a:endParaRPr lang="en-US" sz="2000">
              <a:solidFill>
                <a:schemeClr val="accent3">
                  <a:lumMod val="75000"/>
                </a:schemeClr>
              </a:solidFill>
              <a:latin typeface="Lucida Sans Typewriter" panose="020B0509030504030204" pitchFamily="49" charset="0"/>
              <a:ea typeface="Noto Mono" panose="020B0609030804020204" pitchFamily="49" charset="0"/>
              <a:cs typeface="Noto Mono" panose="020B0609030804020204" pitchFamily="49" charset="0"/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F6B8FD3E-67EA-42B3-B4B3-7B3502D1B2B9}"/>
              </a:ext>
            </a:extLst>
          </p:cNvPr>
          <p:cNvSpPr/>
          <p:nvPr/>
        </p:nvSpPr>
        <p:spPr>
          <a:xfrm>
            <a:off x="7836501" y="1517534"/>
            <a:ext cx="815697" cy="372904"/>
          </a:xfrm>
          <a:prstGeom prst="roundRect">
            <a:avLst>
              <a:gd name="adj" fmla="val 7396"/>
            </a:avLst>
          </a:prstGeom>
          <a:solidFill>
            <a:srgbClr val="EEF1F2"/>
          </a:solidFill>
          <a:ln w="19050">
            <a:solidFill>
              <a:srgbClr val="70838B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>
              <a:lnSpc>
                <a:spcPct val="100000"/>
              </a:lnSpc>
              <a:spcAft>
                <a:spcPts val="500"/>
              </a:spcAft>
              <a:buClr>
                <a:srgbClr val="619E64"/>
              </a:buClr>
              <a:buSzPct val="85000"/>
              <a:defRPr/>
            </a:pPr>
            <a:endParaRPr lang="en-US" kern="0">
              <a:solidFill>
                <a:srgbClr val="619E64"/>
              </a:solidFill>
              <a:latin typeface="Source Sans Pro" panose="020B0503030403020204" pitchFamily="34" charset="0"/>
              <a:ea typeface="Source Sans Pro" panose="020B0503030403020204" pitchFamily="34" charset="0"/>
              <a:cs typeface="Calibri" panose="020F050202020403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F8C6DDD-0C08-4D9F-B565-6C2CF0C711C2}"/>
              </a:ext>
            </a:extLst>
          </p:cNvPr>
          <p:cNvSpPr txBox="1"/>
          <p:nvPr/>
        </p:nvSpPr>
        <p:spPr>
          <a:xfrm>
            <a:off x="8048317" y="1025445"/>
            <a:ext cx="23264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kern="0">
                <a:solidFill>
                  <a:srgbClr val="70838B"/>
                </a:solidFill>
              </a:rPr>
              <a:t>.</a:t>
            </a:r>
            <a:endParaRPr lang="en-US" sz="5400">
              <a:solidFill>
                <a:srgbClr val="70838B"/>
              </a:solidFill>
            </a:endParaRP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7A03C49D-CF98-4E9B-8618-2FF4209E5073}"/>
              </a:ext>
            </a:extLst>
          </p:cNvPr>
          <p:cNvCxnSpPr>
            <a:cxnSpLocks/>
          </p:cNvCxnSpPr>
          <p:nvPr/>
        </p:nvCxnSpPr>
        <p:spPr>
          <a:xfrm flipH="1">
            <a:off x="8229600" y="2100045"/>
            <a:ext cx="1550528" cy="0"/>
          </a:xfrm>
          <a:prstGeom prst="line">
            <a:avLst/>
          </a:prstGeom>
          <a:ln w="25400">
            <a:solidFill>
              <a:srgbClr val="005EA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F2E1FCCA-517A-4C41-9982-B0DB6E45A126}"/>
              </a:ext>
            </a:extLst>
          </p:cNvPr>
          <p:cNvCxnSpPr>
            <a:cxnSpLocks/>
            <a:stCxn id="11" idx="0"/>
          </p:cNvCxnSpPr>
          <p:nvPr/>
        </p:nvCxnSpPr>
        <p:spPr>
          <a:xfrm flipV="1">
            <a:off x="9780129" y="2088615"/>
            <a:ext cx="0" cy="268957"/>
          </a:xfrm>
          <a:prstGeom prst="line">
            <a:avLst/>
          </a:prstGeom>
          <a:ln w="25400">
            <a:solidFill>
              <a:srgbClr val="005EA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AED7573C-A42D-4EE5-9B1C-25E669991433}"/>
              </a:ext>
            </a:extLst>
          </p:cNvPr>
          <p:cNvCxnSpPr>
            <a:cxnSpLocks/>
            <a:endCxn id="12" idx="2"/>
          </p:cNvCxnSpPr>
          <p:nvPr/>
        </p:nvCxnSpPr>
        <p:spPr>
          <a:xfrm flipV="1">
            <a:off x="8244349" y="1890438"/>
            <a:ext cx="1" cy="202882"/>
          </a:xfrm>
          <a:prstGeom prst="line">
            <a:avLst/>
          </a:prstGeom>
          <a:ln w="25400">
            <a:solidFill>
              <a:srgbClr val="005EA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9B3920F-2680-4EDA-AC57-99E9B3448920}"/>
              </a:ext>
            </a:extLst>
          </p:cNvPr>
          <p:cNvSpPr/>
          <p:nvPr/>
        </p:nvSpPr>
        <p:spPr>
          <a:xfrm>
            <a:off x="8861205" y="3330750"/>
            <a:ext cx="815697" cy="419457"/>
          </a:xfrm>
          <a:prstGeom prst="roundRect">
            <a:avLst>
              <a:gd name="adj" fmla="val 9098"/>
            </a:avLst>
          </a:prstGeom>
          <a:solidFill>
            <a:srgbClr val="F7F1DD"/>
          </a:solidFill>
          <a:ln w="19050">
            <a:solidFill>
              <a:srgbClr val="95792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lstStyle/>
          <a:p>
            <a:pPr algn="ctr"/>
            <a:r>
              <a:rPr lang="en-US" sz="2000">
                <a:solidFill>
                  <a:srgbClr val="957922"/>
                </a:solidFill>
                <a:latin typeface="Lucida Sans Typewriter" panose="020B0509030504030204" pitchFamily="49" charset="0"/>
                <a:ea typeface="Noto Mono" panose="020B0609030804020204" pitchFamily="49" charset="0"/>
                <a:cs typeface="Noto Mono" panose="020B0609030804020204" pitchFamily="49" charset="0"/>
              </a:rPr>
              <a:t>ns1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15EF709C-6BD5-4CB5-BD59-0DD99369EFBF}"/>
              </a:ext>
            </a:extLst>
          </p:cNvPr>
          <p:cNvSpPr/>
          <p:nvPr/>
        </p:nvSpPr>
        <p:spPr>
          <a:xfrm>
            <a:off x="7873110" y="3330750"/>
            <a:ext cx="815697" cy="419457"/>
          </a:xfrm>
          <a:prstGeom prst="roundRect">
            <a:avLst>
              <a:gd name="adj" fmla="val 9098"/>
            </a:avLst>
          </a:prstGeom>
          <a:solidFill>
            <a:srgbClr val="F7F1DD"/>
          </a:solidFill>
          <a:ln w="19050">
            <a:solidFill>
              <a:srgbClr val="95792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lstStyle/>
          <a:p>
            <a:pPr algn="ctr"/>
            <a:r>
              <a:rPr lang="en-US" sz="2000" err="1">
                <a:solidFill>
                  <a:srgbClr val="957922"/>
                </a:solidFill>
                <a:latin typeface="Lucida Sans Typewriter" panose="020B0509030504030204" pitchFamily="49" charset="0"/>
                <a:ea typeface="Noto Mono" panose="020B0609030804020204" pitchFamily="49" charset="0"/>
                <a:cs typeface="Noto Mono" panose="020B0609030804020204" pitchFamily="49" charset="0"/>
              </a:rPr>
              <a:t>ucla</a:t>
            </a:r>
            <a:endParaRPr lang="en-US" sz="2000">
              <a:solidFill>
                <a:srgbClr val="957922"/>
              </a:solidFill>
              <a:latin typeface="Lucida Sans Typewriter" panose="020B0509030504030204" pitchFamily="49" charset="0"/>
              <a:ea typeface="Noto Mono" panose="020B0609030804020204" pitchFamily="49" charset="0"/>
              <a:cs typeface="Noto Mono" panose="020B0609030804020204" pitchFamily="49" charset="0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F39F33D9-F7A5-414C-AC2D-2FE5D3C61F68}"/>
              </a:ext>
            </a:extLst>
          </p:cNvPr>
          <p:cNvSpPr/>
          <p:nvPr/>
        </p:nvSpPr>
        <p:spPr>
          <a:xfrm>
            <a:off x="9849300" y="3330750"/>
            <a:ext cx="815697" cy="419457"/>
          </a:xfrm>
          <a:prstGeom prst="roundRect">
            <a:avLst>
              <a:gd name="adj" fmla="val 9098"/>
            </a:avLst>
          </a:prstGeom>
          <a:solidFill>
            <a:srgbClr val="F7F1DD"/>
          </a:solidFill>
          <a:ln w="19050">
            <a:solidFill>
              <a:srgbClr val="95792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lstStyle/>
          <a:p>
            <a:pPr algn="ctr"/>
            <a:r>
              <a:rPr lang="en-US" sz="2000">
                <a:solidFill>
                  <a:srgbClr val="957922"/>
                </a:solidFill>
                <a:latin typeface="Lucida Sans Typewriter" panose="020B0509030504030204" pitchFamily="49" charset="0"/>
                <a:ea typeface="Noto Mono" panose="020B0609030804020204" pitchFamily="49" charset="0"/>
                <a:cs typeface="Noto Mono" panose="020B0609030804020204" pitchFamily="49" charset="0"/>
              </a:rPr>
              <a:t>ns2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BC126857-D132-405B-A3BD-F055E5C8A148}"/>
              </a:ext>
            </a:extLst>
          </p:cNvPr>
          <p:cNvCxnSpPr>
            <a:cxnSpLocks/>
          </p:cNvCxnSpPr>
          <p:nvPr/>
        </p:nvCxnSpPr>
        <p:spPr>
          <a:xfrm flipH="1" flipV="1">
            <a:off x="8266354" y="3040045"/>
            <a:ext cx="1997646" cy="886"/>
          </a:xfrm>
          <a:prstGeom prst="line">
            <a:avLst/>
          </a:prstGeom>
          <a:ln w="25400">
            <a:solidFill>
              <a:srgbClr val="005EA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045490B8-02CF-4F90-9FBB-5919CD24C7F3}"/>
              </a:ext>
            </a:extLst>
          </p:cNvPr>
          <p:cNvCxnSpPr>
            <a:cxnSpLocks/>
          </p:cNvCxnSpPr>
          <p:nvPr/>
        </p:nvCxnSpPr>
        <p:spPr>
          <a:xfrm flipV="1">
            <a:off x="8272069" y="3032420"/>
            <a:ext cx="0" cy="296425"/>
          </a:xfrm>
          <a:prstGeom prst="line">
            <a:avLst/>
          </a:prstGeom>
          <a:ln w="25400">
            <a:solidFill>
              <a:srgbClr val="005EA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8ED22A83-B36E-4C27-9553-049C589EE20B}"/>
              </a:ext>
            </a:extLst>
          </p:cNvPr>
          <p:cNvCxnSpPr>
            <a:cxnSpLocks/>
            <a:stCxn id="2" idx="0"/>
          </p:cNvCxnSpPr>
          <p:nvPr/>
        </p:nvCxnSpPr>
        <p:spPr>
          <a:xfrm flipH="1" flipV="1">
            <a:off x="9269053" y="3040045"/>
            <a:ext cx="1" cy="290705"/>
          </a:xfrm>
          <a:prstGeom prst="line">
            <a:avLst/>
          </a:prstGeom>
          <a:ln w="25400">
            <a:solidFill>
              <a:srgbClr val="005EA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FB114426-56E3-406F-80E6-764CC01429B5}"/>
              </a:ext>
            </a:extLst>
          </p:cNvPr>
          <p:cNvCxnSpPr>
            <a:cxnSpLocks/>
            <a:stCxn id="8" idx="0"/>
          </p:cNvCxnSpPr>
          <p:nvPr/>
        </p:nvCxnSpPr>
        <p:spPr>
          <a:xfrm flipH="1" flipV="1">
            <a:off x="10257148" y="3032420"/>
            <a:ext cx="1" cy="298330"/>
          </a:xfrm>
          <a:prstGeom prst="line">
            <a:avLst/>
          </a:prstGeom>
          <a:ln w="25400">
            <a:solidFill>
              <a:srgbClr val="005EA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82682775-A733-45C6-B4B4-9AAFDCA5A766}"/>
              </a:ext>
            </a:extLst>
          </p:cNvPr>
          <p:cNvCxnSpPr>
            <a:cxnSpLocks/>
            <a:endCxn id="11" idx="2"/>
          </p:cNvCxnSpPr>
          <p:nvPr/>
        </p:nvCxnSpPr>
        <p:spPr>
          <a:xfrm flipV="1">
            <a:off x="9780129" y="2777029"/>
            <a:ext cx="0" cy="268957"/>
          </a:xfrm>
          <a:prstGeom prst="line">
            <a:avLst/>
          </a:prstGeom>
          <a:ln w="25400">
            <a:solidFill>
              <a:srgbClr val="005EA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E347F0AC-0810-4BE4-A43B-69D9F5673D5B}"/>
              </a:ext>
            </a:extLst>
          </p:cNvPr>
          <p:cNvSpPr/>
          <p:nvPr/>
        </p:nvSpPr>
        <p:spPr>
          <a:xfrm>
            <a:off x="7381326" y="4295265"/>
            <a:ext cx="815697" cy="419457"/>
          </a:xfrm>
          <a:prstGeom prst="roundRect">
            <a:avLst>
              <a:gd name="adj" fmla="val 9098"/>
            </a:avLst>
          </a:prstGeom>
          <a:solidFill>
            <a:srgbClr val="FAFFFA"/>
          </a:solidFill>
          <a:ln w="19050">
            <a:solidFill>
              <a:srgbClr val="619E64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lstStyle/>
          <a:p>
            <a:pPr algn="ctr"/>
            <a:r>
              <a:rPr lang="en-US" sz="2000">
                <a:solidFill>
                  <a:srgbClr val="619E64"/>
                </a:solidFill>
                <a:latin typeface="Lucida Sans Typewriter" panose="020B0509030504030204" pitchFamily="49" charset="0"/>
                <a:ea typeface="Noto Mono" panose="020B0609030804020204" pitchFamily="49" charset="0"/>
                <a:cs typeface="Noto Mono" panose="020B0609030804020204" pitchFamily="49" charset="0"/>
              </a:rPr>
              <a:t>www</a:t>
            </a:r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7DA0E270-1DF8-4848-88C7-22158ED02449}"/>
              </a:ext>
            </a:extLst>
          </p:cNvPr>
          <p:cNvSpPr/>
          <p:nvPr/>
        </p:nvSpPr>
        <p:spPr>
          <a:xfrm>
            <a:off x="8361640" y="4295264"/>
            <a:ext cx="815697" cy="419457"/>
          </a:xfrm>
          <a:prstGeom prst="roundRect">
            <a:avLst>
              <a:gd name="adj" fmla="val 9098"/>
            </a:avLst>
          </a:prstGeom>
          <a:solidFill>
            <a:srgbClr val="FAFFFA"/>
          </a:solidFill>
          <a:ln w="19050">
            <a:solidFill>
              <a:srgbClr val="619E64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lstStyle/>
          <a:p>
            <a:pPr algn="ctr"/>
            <a:r>
              <a:rPr lang="en-US" sz="2000">
                <a:solidFill>
                  <a:srgbClr val="619E64"/>
                </a:solidFill>
                <a:latin typeface="Lucida Sans Typewriter" panose="020B0509030504030204" pitchFamily="49" charset="0"/>
                <a:ea typeface="Noto Mono" panose="020B0609030804020204" pitchFamily="49" charset="0"/>
                <a:cs typeface="Noto Mono" panose="020B0609030804020204" pitchFamily="49" charset="0"/>
              </a:rPr>
              <a:t>*</a:t>
            </a:r>
          </a:p>
        </p:txBody>
      </p: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3BCFEB8B-51C1-44F7-9B7F-1E75AD394DD4}"/>
              </a:ext>
            </a:extLst>
          </p:cNvPr>
          <p:cNvSpPr/>
          <p:nvPr/>
        </p:nvSpPr>
        <p:spPr>
          <a:xfrm>
            <a:off x="6401012" y="4295265"/>
            <a:ext cx="815697" cy="419457"/>
          </a:xfrm>
          <a:prstGeom prst="roundRect">
            <a:avLst>
              <a:gd name="adj" fmla="val 9098"/>
            </a:avLst>
          </a:prstGeom>
          <a:solidFill>
            <a:srgbClr val="FAFFFA"/>
          </a:solidFill>
          <a:ln w="19050">
            <a:solidFill>
              <a:srgbClr val="619E64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lstStyle/>
          <a:p>
            <a:pPr algn="ctr"/>
            <a:r>
              <a:rPr lang="en-US" sz="2000">
                <a:solidFill>
                  <a:srgbClr val="619E64"/>
                </a:solidFill>
                <a:latin typeface="Lucida Sans Typewriter" panose="020B0509030504030204" pitchFamily="49" charset="0"/>
                <a:ea typeface="Noto Mono" panose="020B0609030804020204" pitchFamily="49" charset="0"/>
                <a:cs typeface="Noto Mono" panose="020B0609030804020204" pitchFamily="49" charset="0"/>
              </a:rPr>
              <a:t>bio</a:t>
            </a:r>
          </a:p>
        </p:txBody>
      </p: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5A36F300-6527-4988-80F7-8CAABC6680B9}"/>
              </a:ext>
            </a:extLst>
          </p:cNvPr>
          <p:cNvCxnSpPr>
            <a:cxnSpLocks/>
            <a:endCxn id="6" idx="2"/>
          </p:cNvCxnSpPr>
          <p:nvPr/>
        </p:nvCxnSpPr>
        <p:spPr>
          <a:xfrm flipV="1">
            <a:off x="8280959" y="3750207"/>
            <a:ext cx="0" cy="270613"/>
          </a:xfrm>
          <a:prstGeom prst="line">
            <a:avLst/>
          </a:prstGeom>
          <a:ln w="25400">
            <a:solidFill>
              <a:srgbClr val="005EA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2A23AAD7-4FC4-4132-B5F9-F8F2E49473D7}"/>
              </a:ext>
            </a:extLst>
          </p:cNvPr>
          <p:cNvCxnSpPr>
            <a:cxnSpLocks/>
          </p:cNvCxnSpPr>
          <p:nvPr/>
        </p:nvCxnSpPr>
        <p:spPr>
          <a:xfrm flipH="1" flipV="1">
            <a:off x="6800682" y="4024652"/>
            <a:ext cx="2979446" cy="3813"/>
          </a:xfrm>
          <a:prstGeom prst="line">
            <a:avLst/>
          </a:prstGeom>
          <a:ln w="25400">
            <a:solidFill>
              <a:srgbClr val="005EA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143B06BB-88B1-48A3-ADF8-EF689B2076F8}"/>
              </a:ext>
            </a:extLst>
          </p:cNvPr>
          <p:cNvCxnSpPr>
            <a:cxnSpLocks/>
          </p:cNvCxnSpPr>
          <p:nvPr/>
        </p:nvCxnSpPr>
        <p:spPr>
          <a:xfrm flipV="1">
            <a:off x="6808861" y="4013200"/>
            <a:ext cx="0" cy="270613"/>
          </a:xfrm>
          <a:prstGeom prst="line">
            <a:avLst/>
          </a:prstGeom>
          <a:ln w="25400">
            <a:solidFill>
              <a:srgbClr val="005EA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64DB5EF4-652A-4AFD-930B-01A246D8EA8D}"/>
              </a:ext>
            </a:extLst>
          </p:cNvPr>
          <p:cNvCxnSpPr>
            <a:cxnSpLocks/>
          </p:cNvCxnSpPr>
          <p:nvPr/>
        </p:nvCxnSpPr>
        <p:spPr>
          <a:xfrm flipV="1">
            <a:off x="9769738" y="4022747"/>
            <a:ext cx="0" cy="270613"/>
          </a:xfrm>
          <a:prstGeom prst="line">
            <a:avLst/>
          </a:prstGeom>
          <a:ln w="25400">
            <a:solidFill>
              <a:srgbClr val="005EA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Rectangle: Rounded Corners 58">
            <a:extLst>
              <a:ext uri="{FF2B5EF4-FFF2-40B4-BE49-F238E27FC236}">
                <a16:creationId xmlns:a16="http://schemas.microsoft.com/office/drawing/2014/main" id="{DA139E3B-1C42-4E56-83CD-378C9399155B}"/>
              </a:ext>
            </a:extLst>
          </p:cNvPr>
          <p:cNvSpPr/>
          <p:nvPr/>
        </p:nvSpPr>
        <p:spPr>
          <a:xfrm>
            <a:off x="9341955" y="4295265"/>
            <a:ext cx="815697" cy="419457"/>
          </a:xfrm>
          <a:prstGeom prst="roundRect">
            <a:avLst>
              <a:gd name="adj" fmla="val 9098"/>
            </a:avLst>
          </a:prstGeom>
          <a:solidFill>
            <a:srgbClr val="FAFFFA"/>
          </a:solidFill>
          <a:ln w="19050">
            <a:solidFill>
              <a:srgbClr val="619E64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lstStyle/>
          <a:p>
            <a:pPr algn="ctr"/>
            <a:endParaRPr lang="en-US" sz="2000">
              <a:solidFill>
                <a:srgbClr val="957922"/>
              </a:solidFill>
              <a:latin typeface="Noto Mono" panose="020B0609030804020204" pitchFamily="49" charset="0"/>
              <a:ea typeface="Noto Mono" panose="020B0609030804020204" pitchFamily="49" charset="0"/>
              <a:cs typeface="Noto Mono" panose="020B0609030804020204" pitchFamily="49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B7C62588-C911-446E-9A4C-AA39576A1A49}"/>
                  </a:ext>
                </a:extLst>
              </p:cNvPr>
              <p:cNvSpPr txBox="1"/>
              <p:nvPr/>
            </p:nvSpPr>
            <p:spPr>
              <a:xfrm>
                <a:off x="9388188" y="4237764"/>
                <a:ext cx="619578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 smtClean="0">
                          <a:solidFill>
                            <a:srgbClr val="BC69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Noto Mono" panose="020B0609030804020204" pitchFamily="49" charset="0"/>
                        </a:rPr>
                        <m:t> </m:t>
                      </m:r>
                      <m:r>
                        <a:rPr lang="en-US" sz="2400" b="1" i="1" smtClean="0">
                          <a:solidFill>
                            <a:srgbClr val="619E64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Noto Mono" panose="020B0609030804020204" pitchFamily="49" charset="0"/>
                        </a:rPr>
                        <m:t>𝜶</m:t>
                      </m:r>
                    </m:oMath>
                  </m:oMathPara>
                </a14:m>
                <a:endParaRPr lang="en-US" sz="2400">
                  <a:solidFill>
                    <a:srgbClr val="BC6900"/>
                  </a:solidFill>
                </a:endParaRPr>
              </a:p>
            </p:txBody>
          </p:sp>
        </mc:Choice>
        <mc:Fallback xmlns="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B7C62588-C911-446E-9A4C-AA39576A1A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88188" y="4237764"/>
                <a:ext cx="619578" cy="46166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6F51BAEB-AD2C-4DEB-B668-6B3127AC5C71}"/>
              </a:ext>
            </a:extLst>
          </p:cNvPr>
          <p:cNvCxnSpPr>
            <a:cxnSpLocks/>
            <a:stCxn id="49" idx="0"/>
          </p:cNvCxnSpPr>
          <p:nvPr/>
        </p:nvCxnSpPr>
        <p:spPr>
          <a:xfrm flipV="1">
            <a:off x="7789175" y="4028465"/>
            <a:ext cx="0" cy="266800"/>
          </a:xfrm>
          <a:prstGeom prst="line">
            <a:avLst/>
          </a:prstGeom>
          <a:ln w="25400">
            <a:solidFill>
              <a:srgbClr val="005EA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F17610F5-FFA1-48D2-96ED-E2EDCF90C1D2}"/>
              </a:ext>
            </a:extLst>
          </p:cNvPr>
          <p:cNvCxnSpPr>
            <a:cxnSpLocks/>
            <a:stCxn id="50" idx="0"/>
          </p:cNvCxnSpPr>
          <p:nvPr/>
        </p:nvCxnSpPr>
        <p:spPr>
          <a:xfrm flipH="1" flipV="1">
            <a:off x="8768575" y="4028465"/>
            <a:ext cx="914" cy="266799"/>
          </a:xfrm>
          <a:prstGeom prst="line">
            <a:avLst/>
          </a:prstGeom>
          <a:ln w="25400">
            <a:solidFill>
              <a:srgbClr val="005EA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2150119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65;p14">
            <a:extLst>
              <a:ext uri="{FF2B5EF4-FFF2-40B4-BE49-F238E27FC236}">
                <a16:creationId xmlns:a16="http://schemas.microsoft.com/office/drawing/2014/main" id="{CD718F45-90E9-4361-B126-99AF41EACE80}"/>
              </a:ext>
            </a:extLst>
          </p:cNvPr>
          <p:cNvSpPr txBox="1">
            <a:spLocks/>
          </p:cNvSpPr>
          <p:nvPr/>
        </p:nvSpPr>
        <p:spPr>
          <a:xfrm>
            <a:off x="2879915" y="209319"/>
            <a:ext cx="6432170" cy="800179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121900" tIns="121900" rIns="121900" bIns="12190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 b="0" i="0" u="none" strike="noStrike" cap="non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 b="0" i="0" u="none" strike="noStrike" cap="non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 b="0" i="0" u="none" strike="noStrike" cap="non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 b="0" i="0" u="none" strike="noStrike" cap="non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 b="0" i="0" u="none" strike="noStrike" cap="non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 b="0" i="0" u="none" strike="noStrike" cap="non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 b="0" i="0" u="none" strike="noStrike" cap="non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 b="0" i="0" u="none" strike="noStrike" cap="non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 b="0" i="0" u="none" strike="noStrike" cap="non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9pPr>
          </a:lstStyle>
          <a:p>
            <a:pPr defTabSz="914400"/>
            <a:r>
              <a:rPr lang="en-US" sz="3600" b="1" kern="0">
                <a:solidFill>
                  <a:srgbClr val="546970"/>
                </a:solidFill>
                <a:latin typeface="Bookman Old Style" panose="02050604050505020204" pitchFamily="18" charset="0"/>
              </a:rPr>
              <a:t>Label Graph Construction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FB8A0090-BA36-4635-8623-C8290B056046}"/>
              </a:ext>
            </a:extLst>
          </p:cNvPr>
          <p:cNvSpPr/>
          <p:nvPr/>
        </p:nvSpPr>
        <p:spPr>
          <a:xfrm flipV="1">
            <a:off x="4145001" y="886094"/>
            <a:ext cx="3901998" cy="27432"/>
          </a:xfrm>
          <a:prstGeom prst="roundRect">
            <a:avLst/>
          </a:prstGeom>
          <a:solidFill>
            <a:srgbClr val="26A69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3" name="Table 31">
            <a:extLst>
              <a:ext uri="{FF2B5EF4-FFF2-40B4-BE49-F238E27FC236}">
                <a16:creationId xmlns:a16="http://schemas.microsoft.com/office/drawing/2014/main" id="{2DF447AC-2568-44B1-B3F3-A7EE76A5F56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81758391"/>
              </p:ext>
            </p:extLst>
          </p:nvPr>
        </p:nvGraphicFramePr>
        <p:xfrm>
          <a:off x="328071" y="1092000"/>
          <a:ext cx="4670649" cy="1966728"/>
        </p:xfrm>
        <a:graphic>
          <a:graphicData uri="http://schemas.openxmlformats.org/drawingml/2006/table">
            <a:tbl>
              <a:tblPr firstRow="1" bandRow="1">
                <a:effectLst>
                  <a:outerShdw blurRad="50800" sx="101000" sy="101000" algn="ctr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816959">
                  <a:extLst>
                    <a:ext uri="{9D8B030D-6E8A-4147-A177-3AD203B41FA5}">
                      <a16:colId xmlns:a16="http://schemas.microsoft.com/office/drawing/2014/main" val="448935893"/>
                    </a:ext>
                  </a:extLst>
                </a:gridCol>
                <a:gridCol w="819150">
                  <a:extLst>
                    <a:ext uri="{9D8B030D-6E8A-4147-A177-3AD203B41FA5}">
                      <a16:colId xmlns:a16="http://schemas.microsoft.com/office/drawing/2014/main" val="3392558462"/>
                    </a:ext>
                  </a:extLst>
                </a:gridCol>
                <a:gridCol w="2034540">
                  <a:extLst>
                    <a:ext uri="{9D8B030D-6E8A-4147-A177-3AD203B41FA5}">
                      <a16:colId xmlns:a16="http://schemas.microsoft.com/office/drawing/2014/main" val="3314790156"/>
                    </a:ext>
                  </a:extLst>
                </a:gridCol>
              </a:tblGrid>
              <a:tr h="327788"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rgbClr val="657B83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Domain Name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FB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rgbClr val="657B83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Type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FB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rgbClr val="657B83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Data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FB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15431099"/>
                  </a:ext>
                </a:extLst>
              </a:tr>
              <a:tr h="327788">
                <a:tc>
                  <a:txBody>
                    <a:bodyPr/>
                    <a:lstStyle/>
                    <a:p>
                      <a:r>
                        <a:rPr lang="en-US" sz="1600" dirty="0" err="1">
                          <a:solidFill>
                            <a:srgbClr val="657B83"/>
                          </a:solidFill>
                          <a:latin typeface="Lucida Sans Typewriter" panose="020B0509030504030204" pitchFamily="49" charset="0"/>
                          <a:ea typeface="Noto Mono" panose="020B0609030804020204" pitchFamily="49" charset="0"/>
                          <a:cs typeface="Noto Mono" panose="020B0609030804020204" pitchFamily="49" charset="0"/>
                        </a:rPr>
                        <a:t>edu</a:t>
                      </a:r>
                      <a:r>
                        <a:rPr lang="en-US" sz="1600" dirty="0">
                          <a:solidFill>
                            <a:srgbClr val="657B83"/>
                          </a:solidFill>
                          <a:latin typeface="Lucida Sans Typewriter" panose="020B0509030504030204" pitchFamily="49" charset="0"/>
                          <a:ea typeface="Noto Mono" panose="020B0609030804020204" pitchFamily="49" charset="0"/>
                          <a:cs typeface="Noto Mono" panose="020B0609030804020204" pitchFamily="49" charset="0"/>
                        </a:rPr>
                        <a:t>.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FB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solidFill>
                            <a:srgbClr val="657B83"/>
                          </a:solidFill>
                          <a:latin typeface="Lucida Sans Typewriter" panose="020B0509030504030204" pitchFamily="49" charset="0"/>
                          <a:ea typeface="Noto Mono" panose="020B0609030804020204" pitchFamily="49" charset="0"/>
                          <a:cs typeface="Noto Mono" panose="020B0609030804020204" pitchFamily="49" charset="0"/>
                        </a:rPr>
                        <a:t>SOA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FB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solidFill>
                            <a:srgbClr val="657B83"/>
                          </a:solidFill>
                          <a:latin typeface="Lucida Sans Typewriter" panose="020B0509030504030204" pitchFamily="49" charset="0"/>
                          <a:ea typeface="Noto Mono" panose="020B0609030804020204" pitchFamily="49" charset="0"/>
                          <a:cs typeface="Noto Mono" panose="020B0609030804020204" pitchFamily="49" charset="0"/>
                        </a:rPr>
                        <a:t>a.edu.net. …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FB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35477995"/>
                  </a:ext>
                </a:extLst>
              </a:tr>
              <a:tr h="327788"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rgbClr val="657B83"/>
                          </a:solidFill>
                          <a:latin typeface="Lucida Sans Typewriter" panose="020B0509030504030204" pitchFamily="49" charset="0"/>
                          <a:ea typeface="Noto Mono" panose="020B0609030804020204" pitchFamily="49" charset="0"/>
                          <a:cs typeface="Noto Mono" panose="020B0609030804020204" pitchFamily="49" charset="0"/>
                        </a:rPr>
                        <a:t>ucla.edu.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FB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657B83"/>
                          </a:solidFill>
                          <a:latin typeface="Lucida Sans Typewriter" panose="020B0509030504030204" pitchFamily="49" charset="0"/>
                          <a:ea typeface="Noto Mono" panose="020B0609030804020204" pitchFamily="49" charset="0"/>
                          <a:cs typeface="Noto Mono" panose="020B0609030804020204" pitchFamily="49" charset="0"/>
                        </a:rPr>
                        <a:t>NS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FB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solidFill>
                            <a:srgbClr val="657B83"/>
                          </a:solidFill>
                          <a:latin typeface="Lucida Sans Typewriter" panose="020B0509030504030204" pitchFamily="49" charset="0"/>
                          <a:ea typeface="Noto Mono" panose="020B0609030804020204" pitchFamily="49" charset="0"/>
                          <a:cs typeface="Noto Mono" panose="020B0609030804020204" pitchFamily="49" charset="0"/>
                        </a:rPr>
                        <a:t>ns1.edu.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FB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36718837"/>
                  </a:ext>
                </a:extLst>
              </a:tr>
              <a:tr h="327788">
                <a:tc>
                  <a:txBody>
                    <a:bodyPr/>
                    <a:lstStyle/>
                    <a:p>
                      <a:r>
                        <a:rPr lang="en-US" sz="1600">
                          <a:solidFill>
                            <a:srgbClr val="657B83"/>
                          </a:solidFill>
                          <a:latin typeface="Lucida Sans Typewriter" panose="020B0509030504030204" pitchFamily="49" charset="0"/>
                          <a:ea typeface="Noto Mono" panose="020B0609030804020204" pitchFamily="49" charset="0"/>
                          <a:cs typeface="Noto Mono" panose="020B0609030804020204" pitchFamily="49" charset="0"/>
                        </a:rPr>
                        <a:t>ucla.edu.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FB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657B83"/>
                          </a:solidFill>
                          <a:latin typeface="Lucida Sans Typewriter" panose="020B0509030504030204" pitchFamily="49" charset="0"/>
                          <a:ea typeface="Noto Mono" panose="020B0609030804020204" pitchFamily="49" charset="0"/>
                          <a:cs typeface="Noto Mono" panose="020B0609030804020204" pitchFamily="49" charset="0"/>
                        </a:rPr>
                        <a:t>NS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FB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solidFill>
                            <a:srgbClr val="657B83"/>
                          </a:solidFill>
                          <a:latin typeface="Lucida Sans Typewriter" panose="020B0509030504030204" pitchFamily="49" charset="0"/>
                          <a:ea typeface="Noto Mono" panose="020B0609030804020204" pitchFamily="49" charset="0"/>
                          <a:cs typeface="Noto Mono" panose="020B0609030804020204" pitchFamily="49" charset="0"/>
                        </a:rPr>
                        <a:t>ns2.edu.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FB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8117347"/>
                  </a:ext>
                </a:extLst>
              </a:tr>
              <a:tr h="327788">
                <a:tc>
                  <a:txBody>
                    <a:bodyPr/>
                    <a:lstStyle/>
                    <a:p>
                      <a:r>
                        <a:rPr lang="en-US" sz="1600">
                          <a:solidFill>
                            <a:srgbClr val="657B83"/>
                          </a:solidFill>
                          <a:latin typeface="Lucida Sans Typewriter" panose="020B0509030504030204" pitchFamily="49" charset="0"/>
                          <a:ea typeface="Noto Mono" panose="020B0609030804020204" pitchFamily="49" charset="0"/>
                          <a:cs typeface="Noto Mono" panose="020B0609030804020204" pitchFamily="49" charset="0"/>
                        </a:rPr>
                        <a:t>ns1.edu.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FB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657B83"/>
                          </a:solidFill>
                          <a:latin typeface="Lucida Sans Typewriter" panose="020B0509030504030204" pitchFamily="49" charset="0"/>
                          <a:ea typeface="Noto Mono" panose="020B0609030804020204" pitchFamily="49" charset="0"/>
                          <a:cs typeface="Noto Mono" panose="020B0609030804020204" pitchFamily="49" charset="0"/>
                        </a:rPr>
                        <a:t>A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FB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rgbClr val="657B83"/>
                          </a:solidFill>
                          <a:latin typeface="Lucida Sans Typewriter" panose="020B0509030504030204" pitchFamily="49" charset="0"/>
                          <a:ea typeface="Noto Mono" panose="020B0609030804020204" pitchFamily="49" charset="0"/>
                          <a:cs typeface="Noto Mono" panose="020B0609030804020204" pitchFamily="49" charset="0"/>
                        </a:rPr>
                        <a:t>192.35.255.7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FB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82230621"/>
                  </a:ext>
                </a:extLst>
              </a:tr>
              <a:tr h="327788">
                <a:tc>
                  <a:txBody>
                    <a:bodyPr/>
                    <a:lstStyle/>
                    <a:p>
                      <a:r>
                        <a:rPr lang="en-US" sz="1600">
                          <a:solidFill>
                            <a:srgbClr val="657B83"/>
                          </a:solidFill>
                          <a:latin typeface="Lucida Sans Typewriter" panose="020B0509030504030204" pitchFamily="49" charset="0"/>
                          <a:ea typeface="Noto Mono" panose="020B0609030804020204" pitchFamily="49" charset="0"/>
                          <a:cs typeface="Noto Mono" panose="020B0609030804020204" pitchFamily="49" charset="0"/>
                        </a:rPr>
                        <a:t>ns2.edu.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FB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solidFill>
                            <a:srgbClr val="657B83"/>
                          </a:solidFill>
                          <a:latin typeface="Lucida Sans Typewriter" panose="020B0509030504030204" pitchFamily="49" charset="0"/>
                          <a:ea typeface="Noto Mono" panose="020B0609030804020204" pitchFamily="49" charset="0"/>
                          <a:cs typeface="Noto Mono" panose="020B0609030804020204" pitchFamily="49" charset="0"/>
                        </a:rPr>
                        <a:t>A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FB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rgbClr val="657B83"/>
                          </a:solidFill>
                          <a:latin typeface="Lucida Sans Typewriter" panose="020B0509030504030204" pitchFamily="49" charset="0"/>
                          <a:ea typeface="Noto Mono" panose="020B0609030804020204" pitchFamily="49" charset="0"/>
                          <a:cs typeface="Noto Mono" panose="020B0609030804020204" pitchFamily="49" charset="0"/>
                        </a:rPr>
                        <a:t>54.201.38.106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FB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6139101"/>
                  </a:ext>
                </a:extLst>
              </a:tr>
            </a:tbl>
          </a:graphicData>
        </a:graphic>
      </p:graphicFrame>
      <p:graphicFrame>
        <p:nvGraphicFramePr>
          <p:cNvPr id="4" name="Table 31">
            <a:extLst>
              <a:ext uri="{FF2B5EF4-FFF2-40B4-BE49-F238E27FC236}">
                <a16:creationId xmlns:a16="http://schemas.microsoft.com/office/drawing/2014/main" id="{42D154CF-FF4D-485E-A61B-DF466672CD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87583894"/>
              </p:ext>
            </p:extLst>
          </p:nvPr>
        </p:nvGraphicFramePr>
        <p:xfrm>
          <a:off x="323991" y="3150907"/>
          <a:ext cx="4674729" cy="1709563"/>
        </p:xfrm>
        <a:graphic>
          <a:graphicData uri="http://schemas.openxmlformats.org/drawingml/2006/table">
            <a:tbl>
              <a:tblPr firstRow="1" bandRow="1">
                <a:effectLst>
                  <a:outerShdw blurRad="50800" sx="101000" sy="101000" algn="ctr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817229">
                  <a:extLst>
                    <a:ext uri="{9D8B030D-6E8A-4147-A177-3AD203B41FA5}">
                      <a16:colId xmlns:a16="http://schemas.microsoft.com/office/drawing/2014/main" val="448935893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3392558462"/>
                    </a:ext>
                  </a:extLst>
                </a:gridCol>
                <a:gridCol w="2034540">
                  <a:extLst>
                    <a:ext uri="{9D8B030D-6E8A-4147-A177-3AD203B41FA5}">
                      <a16:colId xmlns:a16="http://schemas.microsoft.com/office/drawing/2014/main" val="3314790156"/>
                    </a:ext>
                  </a:extLst>
                </a:gridCol>
              </a:tblGrid>
              <a:tr h="332285"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rgbClr val="657B83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Domain Name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FB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rgbClr val="657B83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Type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FB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rgbClr val="657B83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Data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FB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15431099"/>
                  </a:ext>
                </a:extLst>
              </a:tr>
              <a:tr h="327739"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rgbClr val="657B83"/>
                          </a:solidFill>
                          <a:latin typeface="Lucida Sans Typewriter" panose="020B0509030504030204" pitchFamily="49" charset="0"/>
                          <a:ea typeface="Noto Mono" panose="020B0609030804020204" pitchFamily="49" charset="0"/>
                          <a:cs typeface="Noto Mono" panose="020B0609030804020204" pitchFamily="49" charset="0"/>
                        </a:rPr>
                        <a:t>ucla.edu.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FB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solidFill>
                            <a:srgbClr val="657B83"/>
                          </a:solidFill>
                          <a:latin typeface="Lucida Sans Typewriter" panose="020B0509030504030204" pitchFamily="49" charset="0"/>
                          <a:ea typeface="Noto Mono" panose="020B0609030804020204" pitchFamily="49" charset="0"/>
                          <a:cs typeface="Noto Mono" panose="020B0609030804020204" pitchFamily="49" charset="0"/>
                        </a:rPr>
                        <a:t>SOA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FB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solidFill>
                            <a:srgbClr val="657B83"/>
                          </a:solidFill>
                          <a:latin typeface="Lucida Sans Typewriter" panose="020B0509030504030204" pitchFamily="49" charset="0"/>
                          <a:ea typeface="Noto Mono" panose="020B0609030804020204" pitchFamily="49" charset="0"/>
                          <a:cs typeface="Noto Mono" panose="020B0609030804020204" pitchFamily="49" charset="0"/>
                        </a:rPr>
                        <a:t>sb1.ucla.edu. …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FB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35477995"/>
                  </a:ext>
                </a:extLst>
              </a:tr>
              <a:tr h="327739"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rgbClr val="657B83"/>
                          </a:solidFill>
                          <a:latin typeface="Lucida Sans Typewriter" panose="020B0509030504030204" pitchFamily="49" charset="0"/>
                          <a:ea typeface="Noto Mono" panose="020B0609030804020204" pitchFamily="49" charset="0"/>
                          <a:cs typeface="Noto Mono" panose="020B0609030804020204" pitchFamily="49" charset="0"/>
                        </a:rPr>
                        <a:t>bio.ucla.edu.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FB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657B83"/>
                          </a:solidFill>
                          <a:latin typeface="Lucida Sans Typewriter" panose="020B0509030504030204" pitchFamily="49" charset="0"/>
                          <a:ea typeface="Noto Mono" panose="020B0609030804020204" pitchFamily="49" charset="0"/>
                          <a:cs typeface="Noto Mono" panose="020B0609030804020204" pitchFamily="49" charset="0"/>
                        </a:rPr>
                        <a:t>A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FB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solidFill>
                            <a:srgbClr val="657B83"/>
                          </a:solidFill>
                          <a:latin typeface="Lucida Sans Typewriter" panose="020B0509030504030204" pitchFamily="49" charset="0"/>
                          <a:ea typeface="Noto Mono" panose="020B0609030804020204" pitchFamily="49" charset="0"/>
                          <a:cs typeface="Noto Mono" panose="020B0609030804020204" pitchFamily="49" charset="0"/>
                        </a:rPr>
                        <a:t>192.35.255.7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FB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2066195"/>
                  </a:ext>
                </a:extLst>
              </a:tr>
              <a:tr h="327739">
                <a:tc>
                  <a:txBody>
                    <a:bodyPr/>
                    <a:lstStyle/>
                    <a:p>
                      <a:r>
                        <a:rPr lang="en-US" sz="1600">
                          <a:solidFill>
                            <a:srgbClr val="657B83"/>
                          </a:solidFill>
                          <a:latin typeface="Lucida Sans Typewriter" panose="020B0509030504030204" pitchFamily="49" charset="0"/>
                          <a:ea typeface="Noto Mono" panose="020B0609030804020204" pitchFamily="49" charset="0"/>
                          <a:cs typeface="Noto Mono" panose="020B0609030804020204" pitchFamily="49" charset="0"/>
                        </a:rPr>
                        <a:t>www.ucla.edu.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FB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657B83"/>
                          </a:solidFill>
                          <a:latin typeface="Lucida Sans Typewriter" panose="020B0509030504030204" pitchFamily="49" charset="0"/>
                          <a:ea typeface="Noto Mono" panose="020B0609030804020204" pitchFamily="49" charset="0"/>
                          <a:cs typeface="Noto Mono" panose="020B0609030804020204" pitchFamily="49" charset="0"/>
                        </a:rPr>
                        <a:t>A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FB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rgbClr val="657B83"/>
                          </a:solidFill>
                          <a:latin typeface="Lucida Sans Typewriter" panose="020B0509030504030204" pitchFamily="49" charset="0"/>
                          <a:ea typeface="Noto Mono" panose="020B0609030804020204" pitchFamily="49" charset="0"/>
                          <a:cs typeface="Noto Mono" panose="020B0609030804020204" pitchFamily="49" charset="0"/>
                        </a:rPr>
                        <a:t>128.97.27.37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FB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8927820"/>
                  </a:ext>
                </a:extLst>
              </a:tr>
              <a:tr h="327739">
                <a:tc>
                  <a:txBody>
                    <a:bodyPr/>
                    <a:lstStyle/>
                    <a:p>
                      <a:r>
                        <a:rPr lang="en-US" sz="1600">
                          <a:solidFill>
                            <a:srgbClr val="657B83"/>
                          </a:solidFill>
                          <a:latin typeface="Lucida Sans Typewriter" panose="020B0509030504030204" pitchFamily="49" charset="0"/>
                          <a:ea typeface="Noto Mono" panose="020B0609030804020204" pitchFamily="49" charset="0"/>
                          <a:cs typeface="Noto Mono" panose="020B0609030804020204" pitchFamily="49" charset="0"/>
                        </a:rPr>
                        <a:t>*.ucla.edu.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FB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solidFill>
                            <a:srgbClr val="657B83"/>
                          </a:solidFill>
                          <a:latin typeface="Lucida Sans Typewriter" panose="020B0509030504030204" pitchFamily="49" charset="0"/>
                          <a:ea typeface="Noto Mono" panose="020B0609030804020204" pitchFamily="49" charset="0"/>
                          <a:cs typeface="Noto Mono" panose="020B0609030804020204" pitchFamily="49" charset="0"/>
                        </a:rPr>
                        <a:t>CNAME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FB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rgbClr val="657B83"/>
                          </a:solidFill>
                          <a:latin typeface="Lucida Sans Typewriter" panose="020B0509030504030204" pitchFamily="49" charset="0"/>
                          <a:ea typeface="Noto Mono" panose="020B0609030804020204" pitchFamily="49" charset="0"/>
                          <a:cs typeface="Noto Mono" panose="020B0609030804020204" pitchFamily="49" charset="0"/>
                        </a:rPr>
                        <a:t>www.ucla.edu.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FB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6139101"/>
                  </a:ext>
                </a:extLst>
              </a:tr>
            </a:tbl>
          </a:graphicData>
        </a:graphic>
      </p:graphicFrame>
      <p:graphicFrame>
        <p:nvGraphicFramePr>
          <p:cNvPr id="9" name="Table 31">
            <a:extLst>
              <a:ext uri="{FF2B5EF4-FFF2-40B4-BE49-F238E27FC236}">
                <a16:creationId xmlns:a16="http://schemas.microsoft.com/office/drawing/2014/main" id="{AA128E07-5C68-4312-B02F-2519D21BF3F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86583382"/>
              </p:ext>
            </p:extLst>
          </p:nvPr>
        </p:nvGraphicFramePr>
        <p:xfrm>
          <a:off x="323991" y="4952649"/>
          <a:ext cx="4674729" cy="1046544"/>
        </p:xfrm>
        <a:graphic>
          <a:graphicData uri="http://schemas.openxmlformats.org/drawingml/2006/table">
            <a:tbl>
              <a:tblPr firstRow="1" bandRow="1">
                <a:effectLst>
                  <a:outerShdw blurRad="50800" sx="101000" sy="101000" algn="ctr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819134">
                  <a:extLst>
                    <a:ext uri="{9D8B030D-6E8A-4147-A177-3AD203B41FA5}">
                      <a16:colId xmlns:a16="http://schemas.microsoft.com/office/drawing/2014/main" val="448935893"/>
                    </a:ext>
                  </a:extLst>
                </a:gridCol>
                <a:gridCol w="824865">
                  <a:extLst>
                    <a:ext uri="{9D8B030D-6E8A-4147-A177-3AD203B41FA5}">
                      <a16:colId xmlns:a16="http://schemas.microsoft.com/office/drawing/2014/main" val="3392558462"/>
                    </a:ext>
                  </a:extLst>
                </a:gridCol>
                <a:gridCol w="2030730">
                  <a:extLst>
                    <a:ext uri="{9D8B030D-6E8A-4147-A177-3AD203B41FA5}">
                      <a16:colId xmlns:a16="http://schemas.microsoft.com/office/drawing/2014/main" val="3314790156"/>
                    </a:ext>
                  </a:extLst>
                </a:gridCol>
              </a:tblGrid>
              <a:tr h="145588"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rgbClr val="657B83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Domain Name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FB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rgbClr val="657B83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Type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FB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rgbClr val="657B83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Data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FB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15431099"/>
                  </a:ext>
                </a:extLst>
              </a:tr>
              <a:tr h="326102"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rgbClr val="657B83"/>
                          </a:solidFill>
                          <a:latin typeface="Lucida Sans Typewriter" panose="020B0509030504030204" pitchFamily="49" charset="0"/>
                          <a:ea typeface="Noto Mono" panose="020B0609030804020204" pitchFamily="49" charset="0"/>
                          <a:cs typeface="Noto Mono" panose="020B0609030804020204" pitchFamily="49" charset="0"/>
                        </a:rPr>
                        <a:t>ucla.edu.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FB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657B83"/>
                          </a:solidFill>
                          <a:latin typeface="Lucida Sans Typewriter" panose="020B0509030504030204" pitchFamily="49" charset="0"/>
                          <a:ea typeface="Noto Mono" panose="020B0609030804020204" pitchFamily="49" charset="0"/>
                          <a:cs typeface="Noto Mono" panose="020B0609030804020204" pitchFamily="49" charset="0"/>
                        </a:rPr>
                        <a:t>SOA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FB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600" dirty="0">
                          <a:solidFill>
                            <a:srgbClr val="657B83"/>
                          </a:solidFill>
                          <a:latin typeface="Lucida Sans Typewriter" panose="020B0509030504030204" pitchFamily="49" charset="0"/>
                          <a:ea typeface="Noto Mono" panose="020B0609030804020204" pitchFamily="49" charset="0"/>
                          <a:cs typeface="Noto Mono" panose="020B0609030804020204" pitchFamily="49" charset="0"/>
                        </a:rPr>
                        <a:t>sb1.ucla.edu. …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FB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35477995"/>
                  </a:ext>
                </a:extLst>
              </a:tr>
              <a:tr h="326102">
                <a:tc>
                  <a:txBody>
                    <a:bodyPr/>
                    <a:lstStyle/>
                    <a:p>
                      <a:r>
                        <a:rPr lang="en-US" sz="1600">
                          <a:solidFill>
                            <a:srgbClr val="657B83"/>
                          </a:solidFill>
                          <a:latin typeface="Lucida Sans Typewriter" panose="020B0509030504030204" pitchFamily="49" charset="0"/>
                          <a:ea typeface="Noto Mono" panose="020B0609030804020204" pitchFamily="49" charset="0"/>
                          <a:cs typeface="Noto Mono" panose="020B0609030804020204" pitchFamily="49" charset="0"/>
                        </a:rPr>
                        <a:t>ucla.edu.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FB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solidFill>
                            <a:srgbClr val="657B83"/>
                          </a:solidFill>
                          <a:latin typeface="Lucida Sans Typewriter" panose="020B0509030504030204" pitchFamily="49" charset="0"/>
                          <a:ea typeface="Noto Mono" panose="020B0609030804020204" pitchFamily="49" charset="0"/>
                          <a:cs typeface="Noto Mono" panose="020B0609030804020204" pitchFamily="49" charset="0"/>
                        </a:rPr>
                        <a:t>A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FB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rgbClr val="657B83"/>
                          </a:solidFill>
                          <a:latin typeface="Lucida Sans Typewriter" panose="020B0509030504030204" pitchFamily="49" charset="0"/>
                          <a:ea typeface="Noto Mono" panose="020B0609030804020204" pitchFamily="49" charset="0"/>
                          <a:cs typeface="Noto Mono" panose="020B0609030804020204" pitchFamily="49" charset="0"/>
                        </a:rPr>
                        <a:t>128.97.27.37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FB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8576890"/>
                  </a:ext>
                </a:extLst>
              </a:tr>
            </a:tbl>
          </a:graphicData>
        </a:graphic>
      </p:graphicFrame>
      <p:grpSp>
        <p:nvGrpSpPr>
          <p:cNvPr id="32" name="Group 31">
            <a:extLst>
              <a:ext uri="{FF2B5EF4-FFF2-40B4-BE49-F238E27FC236}">
                <a16:creationId xmlns:a16="http://schemas.microsoft.com/office/drawing/2014/main" id="{4911FCEC-E8A3-430D-84CF-769C47475919}"/>
              </a:ext>
            </a:extLst>
          </p:cNvPr>
          <p:cNvGrpSpPr/>
          <p:nvPr/>
        </p:nvGrpSpPr>
        <p:grpSpPr>
          <a:xfrm>
            <a:off x="6313692" y="1025445"/>
            <a:ext cx="5339399" cy="4466211"/>
            <a:chOff x="6313692" y="1025445"/>
            <a:chExt cx="5339399" cy="4466211"/>
          </a:xfrm>
        </p:grpSpPr>
        <p:sp>
          <p:nvSpPr>
            <p:cNvPr id="11" name="Rectangle: Rounded Corners 10">
              <a:extLst>
                <a:ext uri="{FF2B5EF4-FFF2-40B4-BE49-F238E27FC236}">
                  <a16:creationId xmlns:a16="http://schemas.microsoft.com/office/drawing/2014/main" id="{9A63DE1C-5D57-4855-A24F-CA61E059FB9F}"/>
                </a:ext>
              </a:extLst>
            </p:cNvPr>
            <p:cNvSpPr/>
            <p:nvPr/>
          </p:nvSpPr>
          <p:spPr>
            <a:xfrm>
              <a:off x="9372280" y="2357572"/>
              <a:ext cx="815697" cy="419457"/>
            </a:xfrm>
            <a:prstGeom prst="roundRect">
              <a:avLst>
                <a:gd name="adj" fmla="val 9098"/>
              </a:avLst>
            </a:prstGeom>
            <a:solidFill>
              <a:srgbClr val="FFEED9"/>
            </a:solidFill>
            <a:ln w="19050">
              <a:solidFill>
                <a:schemeClr val="accent3">
                  <a:lumMod val="75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wrap="none" rtlCol="0" anchor="ctr">
              <a:noAutofit/>
            </a:bodyPr>
            <a:lstStyle/>
            <a:p>
              <a:pPr algn="ctr"/>
              <a:r>
                <a:rPr lang="en-US" sz="2000" dirty="0" err="1">
                  <a:solidFill>
                    <a:schemeClr val="accent3">
                      <a:lumMod val="75000"/>
                    </a:schemeClr>
                  </a:solidFill>
                  <a:latin typeface="Lucida Sans Typewriter" panose="020B0509030504030204" pitchFamily="49" charset="0"/>
                  <a:ea typeface="Noto Mono" panose="020B0609030804020204" pitchFamily="49" charset="0"/>
                  <a:cs typeface="Noto Mono" panose="020B0609030804020204" pitchFamily="49" charset="0"/>
                </a:rPr>
                <a:t>edu</a:t>
              </a:r>
              <a:endParaRPr lang="en-US" sz="2000" dirty="0">
                <a:solidFill>
                  <a:schemeClr val="accent3">
                    <a:lumMod val="75000"/>
                  </a:schemeClr>
                </a:solidFill>
                <a:latin typeface="Lucida Sans Typewriter" panose="020B0509030504030204" pitchFamily="49" charset="0"/>
                <a:ea typeface="Noto Mono" panose="020B0609030804020204" pitchFamily="49" charset="0"/>
                <a:cs typeface="Noto Mono" panose="020B0609030804020204" pitchFamily="49" charset="0"/>
              </a:endParaRPr>
            </a:p>
          </p:txBody>
        </p:sp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F6B8FD3E-67EA-42B3-B4B3-7B3502D1B2B9}"/>
                </a:ext>
              </a:extLst>
            </p:cNvPr>
            <p:cNvSpPr/>
            <p:nvPr/>
          </p:nvSpPr>
          <p:spPr>
            <a:xfrm>
              <a:off x="7836501" y="1517534"/>
              <a:ext cx="815697" cy="372904"/>
            </a:xfrm>
            <a:prstGeom prst="roundRect">
              <a:avLst>
                <a:gd name="adj" fmla="val 7396"/>
              </a:avLst>
            </a:prstGeom>
            <a:solidFill>
              <a:srgbClr val="EEF1F2"/>
            </a:solidFill>
            <a:ln w="19050">
              <a:solidFill>
                <a:srgbClr val="70838B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wrap="square" rtlCol="0" anchor="ctr">
              <a:spAutoFit/>
            </a:bodyPr>
            <a:lstStyle/>
            <a:p>
              <a:pPr>
                <a:lnSpc>
                  <a:spcPct val="100000"/>
                </a:lnSpc>
                <a:spcAft>
                  <a:spcPts val="500"/>
                </a:spcAft>
                <a:buClr>
                  <a:srgbClr val="619E64"/>
                </a:buClr>
                <a:buSzPct val="85000"/>
                <a:defRPr/>
              </a:pPr>
              <a:endParaRPr lang="en-US" kern="0">
                <a:solidFill>
                  <a:srgbClr val="619E64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4F8C6DDD-0C08-4D9F-B565-6C2CF0C711C2}"/>
                </a:ext>
              </a:extLst>
            </p:cNvPr>
            <p:cNvSpPr txBox="1"/>
            <p:nvPr/>
          </p:nvSpPr>
          <p:spPr>
            <a:xfrm>
              <a:off x="8048317" y="1025445"/>
              <a:ext cx="232642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5400" kern="0">
                  <a:solidFill>
                    <a:srgbClr val="70838B"/>
                  </a:solidFill>
                </a:rPr>
                <a:t>.</a:t>
              </a:r>
              <a:endParaRPr lang="en-US" sz="5400">
                <a:solidFill>
                  <a:srgbClr val="70838B"/>
                </a:solidFill>
              </a:endParaRPr>
            </a:p>
          </p:txBody>
        </p: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7A03C49D-CF98-4E9B-8618-2FF4209E507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229600" y="2100045"/>
              <a:ext cx="1550528" cy="0"/>
            </a:xfrm>
            <a:prstGeom prst="line">
              <a:avLst/>
            </a:prstGeom>
            <a:ln w="25400">
              <a:solidFill>
                <a:srgbClr val="005EA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F2E1FCCA-517A-4C41-9982-B0DB6E45A126}"/>
                </a:ext>
              </a:extLst>
            </p:cNvPr>
            <p:cNvCxnSpPr>
              <a:cxnSpLocks/>
              <a:stCxn id="11" idx="0"/>
            </p:cNvCxnSpPr>
            <p:nvPr/>
          </p:nvCxnSpPr>
          <p:spPr>
            <a:xfrm flipV="1">
              <a:off x="9780129" y="2088615"/>
              <a:ext cx="0" cy="268957"/>
            </a:xfrm>
            <a:prstGeom prst="line">
              <a:avLst/>
            </a:prstGeom>
            <a:ln w="25400">
              <a:solidFill>
                <a:srgbClr val="005EA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AED7573C-A42D-4EE5-9B1C-25E669991433}"/>
                </a:ext>
              </a:extLst>
            </p:cNvPr>
            <p:cNvCxnSpPr>
              <a:cxnSpLocks/>
              <a:endCxn id="12" idx="2"/>
            </p:cNvCxnSpPr>
            <p:nvPr/>
          </p:nvCxnSpPr>
          <p:spPr>
            <a:xfrm flipV="1">
              <a:off x="8244349" y="1890438"/>
              <a:ext cx="1" cy="202882"/>
            </a:xfrm>
            <a:prstGeom prst="line">
              <a:avLst/>
            </a:prstGeom>
            <a:ln w="25400">
              <a:solidFill>
                <a:srgbClr val="005EA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" name="Rectangle: Rounded Corners 1">
              <a:extLst>
                <a:ext uri="{FF2B5EF4-FFF2-40B4-BE49-F238E27FC236}">
                  <a16:creationId xmlns:a16="http://schemas.microsoft.com/office/drawing/2014/main" id="{89B3920F-2680-4EDA-AC57-99E9B3448920}"/>
                </a:ext>
              </a:extLst>
            </p:cNvPr>
            <p:cNvSpPr/>
            <p:nvPr/>
          </p:nvSpPr>
          <p:spPr>
            <a:xfrm>
              <a:off x="8861205" y="3330750"/>
              <a:ext cx="815697" cy="419457"/>
            </a:xfrm>
            <a:prstGeom prst="roundRect">
              <a:avLst>
                <a:gd name="adj" fmla="val 9098"/>
              </a:avLst>
            </a:prstGeom>
            <a:solidFill>
              <a:srgbClr val="F7F1DD"/>
            </a:solidFill>
            <a:ln w="19050">
              <a:solidFill>
                <a:srgbClr val="957922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wrap="none" rtlCol="0" anchor="ctr">
              <a:noAutofit/>
            </a:bodyPr>
            <a:lstStyle/>
            <a:p>
              <a:pPr algn="ctr"/>
              <a:r>
                <a:rPr lang="en-US" sz="2000">
                  <a:solidFill>
                    <a:srgbClr val="957922"/>
                  </a:solidFill>
                  <a:latin typeface="Lucida Sans Typewriter" panose="020B0509030504030204" pitchFamily="49" charset="0"/>
                  <a:ea typeface="Noto Mono" panose="020B0609030804020204" pitchFamily="49" charset="0"/>
                  <a:cs typeface="Noto Mono" panose="020B0609030804020204" pitchFamily="49" charset="0"/>
                </a:rPr>
                <a:t>ns1</a:t>
              </a:r>
            </a:p>
          </p:txBody>
        </p:sp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15EF709C-6BD5-4CB5-BD59-0DD99369EFBF}"/>
                </a:ext>
              </a:extLst>
            </p:cNvPr>
            <p:cNvSpPr/>
            <p:nvPr/>
          </p:nvSpPr>
          <p:spPr>
            <a:xfrm>
              <a:off x="7873110" y="3330750"/>
              <a:ext cx="815697" cy="419457"/>
            </a:xfrm>
            <a:prstGeom prst="roundRect">
              <a:avLst>
                <a:gd name="adj" fmla="val 9098"/>
              </a:avLst>
            </a:prstGeom>
            <a:solidFill>
              <a:srgbClr val="F7F1DD"/>
            </a:solidFill>
            <a:ln w="19050">
              <a:solidFill>
                <a:srgbClr val="957922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wrap="none" rtlCol="0" anchor="ctr">
              <a:noAutofit/>
            </a:bodyPr>
            <a:lstStyle/>
            <a:p>
              <a:pPr algn="ctr"/>
              <a:r>
                <a:rPr lang="en-US" sz="2000" dirty="0" err="1">
                  <a:solidFill>
                    <a:srgbClr val="957922"/>
                  </a:solidFill>
                  <a:latin typeface="Lucida Sans Typewriter" panose="020B0509030504030204" pitchFamily="49" charset="0"/>
                  <a:ea typeface="Noto Mono" panose="020B0609030804020204" pitchFamily="49" charset="0"/>
                  <a:cs typeface="Noto Mono" panose="020B0609030804020204" pitchFamily="49" charset="0"/>
                </a:rPr>
                <a:t>ucla</a:t>
              </a:r>
              <a:endParaRPr lang="en-US" sz="2000" dirty="0">
                <a:solidFill>
                  <a:srgbClr val="957922"/>
                </a:solidFill>
                <a:latin typeface="Lucida Sans Typewriter" panose="020B0509030504030204" pitchFamily="49" charset="0"/>
                <a:ea typeface="Noto Mono" panose="020B0609030804020204" pitchFamily="49" charset="0"/>
                <a:cs typeface="Noto Mono" panose="020B0609030804020204" pitchFamily="49" charset="0"/>
              </a:endParaRPr>
            </a:p>
          </p:txBody>
        </p:sp>
        <p:sp>
          <p:nvSpPr>
            <p:cNvPr id="8" name="Rectangle: Rounded Corners 7">
              <a:extLst>
                <a:ext uri="{FF2B5EF4-FFF2-40B4-BE49-F238E27FC236}">
                  <a16:creationId xmlns:a16="http://schemas.microsoft.com/office/drawing/2014/main" id="{F39F33D9-F7A5-414C-AC2D-2FE5D3C61F68}"/>
                </a:ext>
              </a:extLst>
            </p:cNvPr>
            <p:cNvSpPr/>
            <p:nvPr/>
          </p:nvSpPr>
          <p:spPr>
            <a:xfrm>
              <a:off x="9849300" y="3330750"/>
              <a:ext cx="815697" cy="419457"/>
            </a:xfrm>
            <a:prstGeom prst="roundRect">
              <a:avLst>
                <a:gd name="adj" fmla="val 9098"/>
              </a:avLst>
            </a:prstGeom>
            <a:solidFill>
              <a:srgbClr val="F7F1DD"/>
            </a:solidFill>
            <a:ln w="19050">
              <a:solidFill>
                <a:srgbClr val="957922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wrap="none" rtlCol="0" anchor="ctr">
              <a:noAutofit/>
            </a:bodyPr>
            <a:lstStyle/>
            <a:p>
              <a:pPr algn="ctr"/>
              <a:r>
                <a:rPr lang="en-US" sz="2000">
                  <a:solidFill>
                    <a:srgbClr val="957922"/>
                  </a:solidFill>
                  <a:latin typeface="Lucida Sans Typewriter" panose="020B0509030504030204" pitchFamily="49" charset="0"/>
                  <a:ea typeface="Noto Mono" panose="020B0609030804020204" pitchFamily="49" charset="0"/>
                  <a:cs typeface="Noto Mono" panose="020B0609030804020204" pitchFamily="49" charset="0"/>
                </a:rPr>
                <a:t>ns2</a:t>
              </a:r>
            </a:p>
          </p:txBody>
        </p: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3B039A91-B451-40FC-83E5-54CBB2D8B695}"/>
                </a:ext>
              </a:extLst>
            </p:cNvPr>
            <p:cNvGrpSpPr/>
            <p:nvPr/>
          </p:nvGrpSpPr>
          <p:grpSpPr>
            <a:xfrm>
              <a:off x="10837394" y="3296109"/>
              <a:ext cx="815697" cy="461665"/>
              <a:chOff x="11235152" y="3116266"/>
              <a:chExt cx="815697" cy="461665"/>
            </a:xfrm>
          </p:grpSpPr>
          <p:sp>
            <p:nvSpPr>
              <p:cNvPr id="10" name="Rectangle: Rounded Corners 9">
                <a:extLst>
                  <a:ext uri="{FF2B5EF4-FFF2-40B4-BE49-F238E27FC236}">
                    <a16:creationId xmlns:a16="http://schemas.microsoft.com/office/drawing/2014/main" id="{463D1FB0-7917-41A7-AF3B-DD9E5FDD288B}"/>
                  </a:ext>
                </a:extLst>
              </p:cNvPr>
              <p:cNvSpPr/>
              <p:nvPr/>
            </p:nvSpPr>
            <p:spPr>
              <a:xfrm>
                <a:off x="11235152" y="3150907"/>
                <a:ext cx="815697" cy="419457"/>
              </a:xfrm>
              <a:prstGeom prst="roundRect">
                <a:avLst>
                  <a:gd name="adj" fmla="val 9098"/>
                </a:avLst>
              </a:prstGeom>
              <a:solidFill>
                <a:srgbClr val="F7F1DD"/>
              </a:solidFill>
              <a:ln w="19050">
                <a:solidFill>
                  <a:srgbClr val="957922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wrap="none" rtlCol="0" anchor="ctr">
                <a:noAutofit/>
              </a:bodyPr>
              <a:lstStyle/>
              <a:p>
                <a:pPr algn="ctr"/>
                <a:endParaRPr lang="en-US" sz="2000">
                  <a:solidFill>
                    <a:srgbClr val="957922"/>
                  </a:solidFill>
                  <a:latin typeface="Noto Mono" panose="020B0609030804020204" pitchFamily="49" charset="0"/>
                  <a:ea typeface="Noto Mono" panose="020B0609030804020204" pitchFamily="49" charset="0"/>
                  <a:cs typeface="Noto Mono" panose="020B0609030804020204" pitchFamily="49" charset="0"/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3" name="TextBox 22">
                    <a:extLst>
                      <a:ext uri="{FF2B5EF4-FFF2-40B4-BE49-F238E27FC236}">
                        <a16:creationId xmlns:a16="http://schemas.microsoft.com/office/drawing/2014/main" id="{98FCEB13-7B1E-4B99-AE5F-3039F51F5378}"/>
                      </a:ext>
                    </a:extLst>
                  </p:cNvPr>
                  <p:cNvSpPr txBox="1"/>
                  <p:nvPr/>
                </p:nvSpPr>
                <p:spPr>
                  <a:xfrm>
                    <a:off x="11281385" y="3116266"/>
                    <a:ext cx="619578" cy="461665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400" b="1" i="1" smtClean="0">
                              <a:solidFill>
                                <a:srgbClr val="BC69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Noto Mono" panose="020B0609030804020204" pitchFamily="49" charset="0"/>
                            </a:rPr>
                            <m:t> </m:t>
                          </m:r>
                          <m:r>
                            <a:rPr lang="en-US" sz="2400" b="1" i="1" smtClean="0">
                              <a:solidFill>
                                <a:srgbClr val="957922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Noto Mono" panose="020B0609030804020204" pitchFamily="49" charset="0"/>
                            </a:rPr>
                            <m:t>𝜶</m:t>
                          </m:r>
                        </m:oMath>
                      </m:oMathPara>
                    </a14:m>
                    <a:endParaRPr lang="en-US" sz="2400">
                      <a:solidFill>
                        <a:srgbClr val="BC690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23" name="TextBox 22">
                    <a:extLst>
                      <a:ext uri="{FF2B5EF4-FFF2-40B4-BE49-F238E27FC236}">
                        <a16:creationId xmlns:a16="http://schemas.microsoft.com/office/drawing/2014/main" id="{98FCEB13-7B1E-4B99-AE5F-3039F51F5378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1281385" y="3116266"/>
                    <a:ext cx="619578" cy="461665"/>
                  </a:xfrm>
                  <a:prstGeom prst="rect">
                    <a:avLst/>
                  </a:prstGeom>
                  <a:blipFill>
                    <a:blip r:embed="rId3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BC126857-D132-405B-A3BD-F055E5C8A14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260081" y="3036232"/>
              <a:ext cx="2979446" cy="3813"/>
            </a:xfrm>
            <a:prstGeom prst="line">
              <a:avLst/>
            </a:prstGeom>
            <a:ln w="25400">
              <a:solidFill>
                <a:srgbClr val="005EA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045490B8-02CF-4F90-9FBB-5919CD24C7F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272069" y="3032420"/>
              <a:ext cx="0" cy="296425"/>
            </a:xfrm>
            <a:prstGeom prst="line">
              <a:avLst/>
            </a:prstGeom>
            <a:ln w="25400">
              <a:solidFill>
                <a:srgbClr val="005EA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8ED22A83-B36E-4C27-9553-049C589EE20B}"/>
                </a:ext>
              </a:extLst>
            </p:cNvPr>
            <p:cNvCxnSpPr>
              <a:cxnSpLocks/>
              <a:stCxn id="2" idx="0"/>
            </p:cNvCxnSpPr>
            <p:nvPr/>
          </p:nvCxnSpPr>
          <p:spPr>
            <a:xfrm flipH="1" flipV="1">
              <a:off x="9269053" y="3040045"/>
              <a:ext cx="1" cy="290705"/>
            </a:xfrm>
            <a:prstGeom prst="line">
              <a:avLst/>
            </a:prstGeom>
            <a:ln w="25400">
              <a:solidFill>
                <a:srgbClr val="005EA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FB114426-56E3-406F-80E6-764CC01429B5}"/>
                </a:ext>
              </a:extLst>
            </p:cNvPr>
            <p:cNvCxnSpPr>
              <a:cxnSpLocks/>
              <a:stCxn id="8" idx="0"/>
            </p:cNvCxnSpPr>
            <p:nvPr/>
          </p:nvCxnSpPr>
          <p:spPr>
            <a:xfrm flipH="1" flipV="1">
              <a:off x="10257148" y="3032420"/>
              <a:ext cx="1" cy="298330"/>
            </a:xfrm>
            <a:prstGeom prst="line">
              <a:avLst/>
            </a:prstGeom>
            <a:ln w="25400">
              <a:solidFill>
                <a:srgbClr val="005EA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7B399F4F-95BD-475D-9649-F6A451C92E8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239528" y="3028610"/>
              <a:ext cx="0" cy="298687"/>
            </a:xfrm>
            <a:prstGeom prst="line">
              <a:avLst/>
            </a:prstGeom>
            <a:ln w="25400">
              <a:solidFill>
                <a:srgbClr val="005EA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82682775-A733-45C6-B4B4-9AAFDCA5A766}"/>
                </a:ext>
              </a:extLst>
            </p:cNvPr>
            <p:cNvCxnSpPr>
              <a:cxnSpLocks/>
              <a:endCxn id="11" idx="2"/>
            </p:cNvCxnSpPr>
            <p:nvPr/>
          </p:nvCxnSpPr>
          <p:spPr>
            <a:xfrm flipV="1">
              <a:off x="9780129" y="2777029"/>
              <a:ext cx="0" cy="268957"/>
            </a:xfrm>
            <a:prstGeom prst="line">
              <a:avLst/>
            </a:prstGeom>
            <a:ln w="25400">
              <a:solidFill>
                <a:srgbClr val="005EA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9" name="Rectangle: Rounded Corners 48">
              <a:extLst>
                <a:ext uri="{FF2B5EF4-FFF2-40B4-BE49-F238E27FC236}">
                  <a16:creationId xmlns:a16="http://schemas.microsoft.com/office/drawing/2014/main" id="{E347F0AC-0810-4BE4-A43B-69D9F5673D5B}"/>
                </a:ext>
              </a:extLst>
            </p:cNvPr>
            <p:cNvSpPr/>
            <p:nvPr/>
          </p:nvSpPr>
          <p:spPr>
            <a:xfrm>
              <a:off x="7381326" y="4295265"/>
              <a:ext cx="815697" cy="419457"/>
            </a:xfrm>
            <a:prstGeom prst="roundRect">
              <a:avLst>
                <a:gd name="adj" fmla="val 9098"/>
              </a:avLst>
            </a:prstGeom>
            <a:solidFill>
              <a:srgbClr val="FAFFFA"/>
            </a:solidFill>
            <a:ln w="19050">
              <a:solidFill>
                <a:srgbClr val="619E64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wrap="none" rtlCol="0" anchor="ctr">
              <a:noAutofit/>
            </a:bodyPr>
            <a:lstStyle/>
            <a:p>
              <a:pPr algn="ctr"/>
              <a:r>
                <a:rPr lang="en-US" sz="2000">
                  <a:solidFill>
                    <a:srgbClr val="619E64"/>
                  </a:solidFill>
                  <a:latin typeface="Lucida Sans Typewriter" panose="020B0509030504030204" pitchFamily="49" charset="0"/>
                  <a:ea typeface="Noto Mono" panose="020B0609030804020204" pitchFamily="49" charset="0"/>
                  <a:cs typeface="Noto Mono" panose="020B0609030804020204" pitchFamily="49" charset="0"/>
                </a:rPr>
                <a:t>www</a:t>
              </a:r>
            </a:p>
          </p:txBody>
        </p:sp>
        <p:sp>
          <p:nvSpPr>
            <p:cNvPr id="50" name="Rectangle: Rounded Corners 49">
              <a:extLst>
                <a:ext uri="{FF2B5EF4-FFF2-40B4-BE49-F238E27FC236}">
                  <a16:creationId xmlns:a16="http://schemas.microsoft.com/office/drawing/2014/main" id="{7DA0E270-1DF8-4848-88C7-22158ED02449}"/>
                </a:ext>
              </a:extLst>
            </p:cNvPr>
            <p:cNvSpPr/>
            <p:nvPr/>
          </p:nvSpPr>
          <p:spPr>
            <a:xfrm>
              <a:off x="8361640" y="4295264"/>
              <a:ext cx="815697" cy="419457"/>
            </a:xfrm>
            <a:prstGeom prst="roundRect">
              <a:avLst>
                <a:gd name="adj" fmla="val 9098"/>
              </a:avLst>
            </a:prstGeom>
            <a:solidFill>
              <a:srgbClr val="FAFFFA"/>
            </a:solidFill>
            <a:ln w="19050">
              <a:solidFill>
                <a:srgbClr val="619E64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wrap="none" rtlCol="0" anchor="ctr">
              <a:noAutofit/>
            </a:bodyPr>
            <a:lstStyle/>
            <a:p>
              <a:pPr algn="ctr"/>
              <a:r>
                <a:rPr lang="en-US" sz="2000">
                  <a:solidFill>
                    <a:srgbClr val="619E64"/>
                  </a:solidFill>
                  <a:latin typeface="Lucida Sans Typewriter" panose="020B0509030504030204" pitchFamily="49" charset="0"/>
                  <a:ea typeface="Noto Mono" panose="020B0609030804020204" pitchFamily="49" charset="0"/>
                  <a:cs typeface="Noto Mono" panose="020B0609030804020204" pitchFamily="49" charset="0"/>
                </a:rPr>
                <a:t>*</a:t>
              </a:r>
            </a:p>
          </p:txBody>
        </p:sp>
        <p:sp>
          <p:nvSpPr>
            <p:cNvPr id="51" name="Rectangle: Rounded Corners 50">
              <a:extLst>
                <a:ext uri="{FF2B5EF4-FFF2-40B4-BE49-F238E27FC236}">
                  <a16:creationId xmlns:a16="http://schemas.microsoft.com/office/drawing/2014/main" id="{3BCFEB8B-51C1-44F7-9B7F-1E75AD394DD4}"/>
                </a:ext>
              </a:extLst>
            </p:cNvPr>
            <p:cNvSpPr/>
            <p:nvPr/>
          </p:nvSpPr>
          <p:spPr>
            <a:xfrm>
              <a:off x="6401012" y="4295265"/>
              <a:ext cx="815697" cy="419457"/>
            </a:xfrm>
            <a:prstGeom prst="roundRect">
              <a:avLst>
                <a:gd name="adj" fmla="val 9098"/>
              </a:avLst>
            </a:prstGeom>
            <a:solidFill>
              <a:srgbClr val="FAFFFA"/>
            </a:solidFill>
            <a:ln w="19050">
              <a:solidFill>
                <a:srgbClr val="619E64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wrap="none" rtlCol="0" anchor="ctr">
              <a:noAutofit/>
            </a:bodyPr>
            <a:lstStyle/>
            <a:p>
              <a:pPr algn="ctr"/>
              <a:r>
                <a:rPr lang="en-US" sz="2000">
                  <a:solidFill>
                    <a:srgbClr val="619E64"/>
                  </a:solidFill>
                  <a:latin typeface="Lucida Sans Typewriter" panose="020B0509030504030204" pitchFamily="49" charset="0"/>
                  <a:ea typeface="Noto Mono" panose="020B0609030804020204" pitchFamily="49" charset="0"/>
                  <a:cs typeface="Noto Mono" panose="020B0609030804020204" pitchFamily="49" charset="0"/>
                </a:rPr>
                <a:t>bio</a:t>
              </a:r>
            </a:p>
          </p:txBody>
        </p: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5A36F300-6527-4988-80F7-8CAABC6680B9}"/>
                </a:ext>
              </a:extLst>
            </p:cNvPr>
            <p:cNvCxnSpPr>
              <a:cxnSpLocks/>
              <a:endCxn id="6" idx="2"/>
            </p:cNvCxnSpPr>
            <p:nvPr/>
          </p:nvCxnSpPr>
          <p:spPr>
            <a:xfrm flipV="1">
              <a:off x="8280959" y="3750207"/>
              <a:ext cx="0" cy="270613"/>
            </a:xfrm>
            <a:prstGeom prst="line">
              <a:avLst/>
            </a:prstGeom>
            <a:ln w="25400">
              <a:solidFill>
                <a:srgbClr val="005EA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2A23AAD7-4FC4-4132-B5F9-F8F2E49473D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800682" y="4024652"/>
              <a:ext cx="2979446" cy="3813"/>
            </a:xfrm>
            <a:prstGeom prst="line">
              <a:avLst/>
            </a:prstGeom>
            <a:ln w="25400">
              <a:solidFill>
                <a:srgbClr val="005EA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143B06BB-88B1-48A3-ADF8-EF689B2076F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808861" y="4013200"/>
              <a:ext cx="0" cy="270613"/>
            </a:xfrm>
            <a:prstGeom prst="line">
              <a:avLst/>
            </a:prstGeom>
            <a:ln w="25400">
              <a:solidFill>
                <a:srgbClr val="005EA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64DB5EF4-652A-4AFD-930B-01A246D8EA8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769738" y="4022747"/>
              <a:ext cx="0" cy="270613"/>
            </a:xfrm>
            <a:prstGeom prst="line">
              <a:avLst/>
            </a:prstGeom>
            <a:ln w="25400">
              <a:solidFill>
                <a:srgbClr val="005EA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9" name="Rectangle: Rounded Corners 58">
              <a:extLst>
                <a:ext uri="{FF2B5EF4-FFF2-40B4-BE49-F238E27FC236}">
                  <a16:creationId xmlns:a16="http://schemas.microsoft.com/office/drawing/2014/main" id="{DA139E3B-1C42-4E56-83CD-378C9399155B}"/>
                </a:ext>
              </a:extLst>
            </p:cNvPr>
            <p:cNvSpPr/>
            <p:nvPr/>
          </p:nvSpPr>
          <p:spPr>
            <a:xfrm>
              <a:off x="9341955" y="4295265"/>
              <a:ext cx="815697" cy="419457"/>
            </a:xfrm>
            <a:prstGeom prst="roundRect">
              <a:avLst>
                <a:gd name="adj" fmla="val 9098"/>
              </a:avLst>
            </a:prstGeom>
            <a:solidFill>
              <a:srgbClr val="FAFFFA"/>
            </a:solidFill>
            <a:ln w="19050">
              <a:solidFill>
                <a:srgbClr val="619E64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wrap="none" rtlCol="0" anchor="ctr">
              <a:noAutofit/>
            </a:bodyPr>
            <a:lstStyle/>
            <a:p>
              <a:pPr algn="ctr"/>
              <a:endParaRPr lang="en-US" sz="2000">
                <a:solidFill>
                  <a:srgbClr val="957922"/>
                </a:solidFill>
                <a:latin typeface="Noto Mono" panose="020B0609030804020204" pitchFamily="49" charset="0"/>
                <a:ea typeface="Noto Mono" panose="020B0609030804020204" pitchFamily="49" charset="0"/>
                <a:cs typeface="Noto Mono" panose="020B0609030804020204" pitchFamily="49" charset="0"/>
              </a:endParaRPr>
            </a:p>
          </p:txBody>
        </p: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6F51BAEB-AD2C-4DEB-B668-6B3127AC5C71}"/>
                </a:ext>
              </a:extLst>
            </p:cNvPr>
            <p:cNvCxnSpPr>
              <a:cxnSpLocks/>
              <a:stCxn id="49" idx="0"/>
            </p:cNvCxnSpPr>
            <p:nvPr/>
          </p:nvCxnSpPr>
          <p:spPr>
            <a:xfrm flipV="1">
              <a:off x="7789175" y="4028465"/>
              <a:ext cx="0" cy="266800"/>
            </a:xfrm>
            <a:prstGeom prst="line">
              <a:avLst/>
            </a:prstGeom>
            <a:ln w="25400">
              <a:solidFill>
                <a:srgbClr val="005EA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F17610F5-FFA1-48D2-96ED-E2EDCF90C1D2}"/>
                </a:ext>
              </a:extLst>
            </p:cNvPr>
            <p:cNvCxnSpPr>
              <a:cxnSpLocks/>
              <a:stCxn id="50" idx="0"/>
            </p:cNvCxnSpPr>
            <p:nvPr/>
          </p:nvCxnSpPr>
          <p:spPr>
            <a:xfrm flipH="1" flipV="1">
              <a:off x="8768575" y="4028465"/>
              <a:ext cx="914" cy="266799"/>
            </a:xfrm>
            <a:prstGeom prst="line">
              <a:avLst/>
            </a:prstGeom>
            <a:ln w="25400">
              <a:solidFill>
                <a:srgbClr val="005EA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640F15A9-24D7-4D56-93A7-B34F0D72E79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721541" y="2100045"/>
              <a:ext cx="1550528" cy="0"/>
            </a:xfrm>
            <a:prstGeom prst="line">
              <a:avLst/>
            </a:prstGeom>
            <a:ln w="25400">
              <a:solidFill>
                <a:srgbClr val="005EA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0302FF9C-9BB7-4293-986F-D95C9ABA3727}"/>
                </a:ext>
              </a:extLst>
            </p:cNvPr>
            <p:cNvCxnSpPr>
              <a:cxnSpLocks/>
              <a:stCxn id="72" idx="0"/>
            </p:cNvCxnSpPr>
            <p:nvPr/>
          </p:nvCxnSpPr>
          <p:spPr>
            <a:xfrm flipV="1">
              <a:off x="6721541" y="2088616"/>
              <a:ext cx="1129" cy="263272"/>
            </a:xfrm>
            <a:prstGeom prst="line">
              <a:avLst/>
            </a:prstGeom>
            <a:ln w="25400">
              <a:solidFill>
                <a:srgbClr val="005EA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2" name="Rectangle: Rounded Corners 71">
                  <a:extLst>
                    <a:ext uri="{FF2B5EF4-FFF2-40B4-BE49-F238E27FC236}">
                      <a16:creationId xmlns:a16="http://schemas.microsoft.com/office/drawing/2014/main" id="{C7D31A1D-2245-46F7-8FF4-4BD6A5CE163F}"/>
                    </a:ext>
                  </a:extLst>
                </p:cNvPr>
                <p:cNvSpPr/>
                <p:nvPr/>
              </p:nvSpPr>
              <p:spPr>
                <a:xfrm>
                  <a:off x="6313692" y="2351888"/>
                  <a:ext cx="815697" cy="419457"/>
                </a:xfrm>
                <a:prstGeom prst="roundRect">
                  <a:avLst>
                    <a:gd name="adj" fmla="val 9098"/>
                  </a:avLst>
                </a:prstGeom>
                <a:solidFill>
                  <a:srgbClr val="FFEED9"/>
                </a:solidFill>
                <a:ln w="19050">
                  <a:solidFill>
                    <a:schemeClr val="accent3">
                      <a:lumMod val="75000"/>
                    </a:schemeClr>
                  </a:solidFill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6">
                    <a:shade val="50000"/>
                  </a:schemeClr>
                </a:lnRef>
                <a:fillRef idx="1">
                  <a:schemeClr val="accent6"/>
                </a:fillRef>
                <a:effectRef idx="0">
                  <a:schemeClr val="accent6"/>
                </a:effectRef>
                <a:fontRef idx="minor">
                  <a:schemeClr val="lt1"/>
                </a:fontRef>
              </p:style>
              <p:txBody>
                <a:bodyPr wrap="none" rtlCol="0" anchor="ctr">
                  <a:no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800" b="1" i="1" smtClean="0">
                            <a:solidFill>
                              <a:srgbClr val="BC69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Noto Mono" panose="020B0609030804020204" pitchFamily="49" charset="0"/>
                          </a:rPr>
                          <m:t>   </m:t>
                        </m:r>
                      </m:oMath>
                    </m:oMathPara>
                  </a14:m>
                  <a:endParaRPr lang="en-US" sz="2800">
                    <a:solidFill>
                      <a:srgbClr val="BC6900"/>
                    </a:solidFill>
                    <a:latin typeface="Noto Mono" panose="020B0609030804020204" pitchFamily="49" charset="0"/>
                    <a:ea typeface="Noto Mono" panose="020B0609030804020204" pitchFamily="49" charset="0"/>
                    <a:cs typeface="Noto Mono" panose="020B0609030804020204" pitchFamily="49" charset="0"/>
                  </a:endParaRPr>
                </a:p>
              </p:txBody>
            </p:sp>
          </mc:Choice>
          <mc:Fallback xmlns="">
            <p:sp>
              <p:nvSpPr>
                <p:cNvPr id="72" name="Rectangle: Rounded Corners 71">
                  <a:extLst>
                    <a:ext uri="{FF2B5EF4-FFF2-40B4-BE49-F238E27FC236}">
                      <a16:creationId xmlns:a16="http://schemas.microsoft.com/office/drawing/2014/main" id="{C7D31A1D-2245-46F7-8FF4-4BD6A5CE163F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13692" y="2351888"/>
                  <a:ext cx="815697" cy="419457"/>
                </a:xfrm>
                <a:prstGeom prst="roundRect">
                  <a:avLst>
                    <a:gd name="adj" fmla="val 9098"/>
                  </a:avLst>
                </a:prstGeom>
                <a:blipFill>
                  <a:blip r:embed="rId4"/>
                  <a:stretch>
                    <a:fillRect/>
                  </a:stretch>
                </a:blipFill>
                <a:ln w="19050">
                  <a:solidFill>
                    <a:schemeClr val="accent3">
                      <a:lumMod val="75000"/>
                    </a:schemeClr>
                  </a:solidFill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4" name="TextBox 73">
                  <a:extLst>
                    <a:ext uri="{FF2B5EF4-FFF2-40B4-BE49-F238E27FC236}">
                      <a16:creationId xmlns:a16="http://schemas.microsoft.com/office/drawing/2014/main" id="{94D2D61D-26FC-42DE-802A-3B4BA3CCC51A}"/>
                    </a:ext>
                  </a:extLst>
                </p:cNvPr>
                <p:cNvSpPr txBox="1"/>
                <p:nvPr/>
              </p:nvSpPr>
              <p:spPr>
                <a:xfrm>
                  <a:off x="6450332" y="2312842"/>
                  <a:ext cx="417638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b="1" i="1" smtClean="0">
                            <a:solidFill>
                              <a:srgbClr val="BC69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Noto Mono" panose="020B0609030804020204" pitchFamily="49" charset="0"/>
                          </a:rPr>
                          <m:t> </m:t>
                        </m:r>
                        <m:r>
                          <a:rPr lang="en-US" sz="2400" b="1" i="1" smtClean="0">
                            <a:solidFill>
                              <a:srgbClr val="BC69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Noto Mono" panose="020B0609030804020204" pitchFamily="49" charset="0"/>
                          </a:rPr>
                          <m:t>𝜶</m:t>
                        </m:r>
                      </m:oMath>
                    </m:oMathPara>
                  </a14:m>
                  <a:endParaRPr lang="en-US" sz="2400">
                    <a:solidFill>
                      <a:srgbClr val="BC6900"/>
                    </a:solidFill>
                  </a:endParaRPr>
                </a:p>
              </p:txBody>
            </p:sp>
          </mc:Choice>
          <mc:Fallback xmlns="">
            <p:sp>
              <p:nvSpPr>
                <p:cNvPr id="74" name="TextBox 73">
                  <a:extLst>
                    <a:ext uri="{FF2B5EF4-FFF2-40B4-BE49-F238E27FC236}">
                      <a16:creationId xmlns:a16="http://schemas.microsoft.com/office/drawing/2014/main" id="{94D2D61D-26FC-42DE-802A-3B4BA3CCC51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450332" y="2312842"/>
                  <a:ext cx="417638" cy="461665"/>
                </a:xfrm>
                <a:prstGeom prst="rect">
                  <a:avLst/>
                </a:prstGeom>
                <a:blipFill>
                  <a:blip r:embed="rId5"/>
                  <a:stretch>
                    <a:fillRect r="-579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E30FA962-B4CE-4309-9D3A-9E0CBA0BAF6E}"/>
                </a:ext>
              </a:extLst>
            </p:cNvPr>
            <p:cNvGrpSpPr/>
            <p:nvPr/>
          </p:nvGrpSpPr>
          <p:grpSpPr>
            <a:xfrm>
              <a:off x="6401012" y="5029991"/>
              <a:ext cx="815697" cy="461665"/>
              <a:chOff x="9494355" y="4413024"/>
              <a:chExt cx="815697" cy="461665"/>
            </a:xfrm>
          </p:grpSpPr>
          <p:sp>
            <p:nvSpPr>
              <p:cNvPr id="17" name="Rectangle: Rounded Corners 16">
                <a:extLst>
                  <a:ext uri="{FF2B5EF4-FFF2-40B4-BE49-F238E27FC236}">
                    <a16:creationId xmlns:a16="http://schemas.microsoft.com/office/drawing/2014/main" id="{C499D4E7-3E1C-4A32-A275-E55A62250E8B}"/>
                  </a:ext>
                </a:extLst>
              </p:cNvPr>
              <p:cNvSpPr/>
              <p:nvPr/>
            </p:nvSpPr>
            <p:spPr>
              <a:xfrm>
                <a:off x="9494355" y="4447665"/>
                <a:ext cx="815697" cy="419457"/>
              </a:xfrm>
              <a:prstGeom prst="roundRect">
                <a:avLst>
                  <a:gd name="adj" fmla="val 9098"/>
                </a:avLst>
              </a:prstGeom>
              <a:solidFill>
                <a:srgbClr val="FAFFFA"/>
              </a:solidFill>
              <a:ln w="19050">
                <a:solidFill>
                  <a:srgbClr val="619E64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wrap="none" rtlCol="0" anchor="ctr">
                <a:noAutofit/>
              </a:bodyPr>
              <a:lstStyle/>
              <a:p>
                <a:pPr algn="ctr"/>
                <a:endParaRPr lang="en-US" sz="2000">
                  <a:solidFill>
                    <a:srgbClr val="957922"/>
                  </a:solidFill>
                  <a:latin typeface="Noto Mono" panose="020B0609030804020204" pitchFamily="49" charset="0"/>
                  <a:ea typeface="Noto Mono" panose="020B0609030804020204" pitchFamily="49" charset="0"/>
                  <a:cs typeface="Noto Mono" panose="020B0609030804020204" pitchFamily="49" charset="0"/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8" name="TextBox 17">
                    <a:extLst>
                      <a:ext uri="{FF2B5EF4-FFF2-40B4-BE49-F238E27FC236}">
                        <a16:creationId xmlns:a16="http://schemas.microsoft.com/office/drawing/2014/main" id="{713B2FBF-FB88-473B-8F60-E8D6FB873390}"/>
                      </a:ext>
                    </a:extLst>
                  </p:cNvPr>
                  <p:cNvSpPr txBox="1"/>
                  <p:nvPr/>
                </p:nvSpPr>
                <p:spPr>
                  <a:xfrm>
                    <a:off x="9558368" y="4413024"/>
                    <a:ext cx="619578" cy="461665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400" b="1" i="1" smtClean="0">
                              <a:solidFill>
                                <a:srgbClr val="BC69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Noto Mono" panose="020B0609030804020204" pitchFamily="49" charset="0"/>
                            </a:rPr>
                            <m:t> </m:t>
                          </m:r>
                          <m:r>
                            <a:rPr lang="en-US" sz="2400" b="1" i="1" smtClean="0">
                              <a:solidFill>
                                <a:srgbClr val="619E64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Noto Mono" panose="020B0609030804020204" pitchFamily="49" charset="0"/>
                            </a:rPr>
                            <m:t>𝜶</m:t>
                          </m:r>
                        </m:oMath>
                      </m:oMathPara>
                    </a14:m>
                    <a:endParaRPr lang="en-US" sz="2400">
                      <a:solidFill>
                        <a:srgbClr val="BC690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18" name="TextBox 17">
                    <a:extLst>
                      <a:ext uri="{FF2B5EF4-FFF2-40B4-BE49-F238E27FC236}">
                        <a16:creationId xmlns:a16="http://schemas.microsoft.com/office/drawing/2014/main" id="{713B2FBF-FB88-473B-8F60-E8D6FB873390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558368" y="4413024"/>
                    <a:ext cx="619578" cy="461665"/>
                  </a:xfrm>
                  <a:prstGeom prst="rect">
                    <a:avLst/>
                  </a:prstGeom>
                  <a:blipFill>
                    <a:blip r:embed="rId6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770BF78A-9D1F-4930-8577-663791B4F6FA}"/>
                </a:ext>
              </a:extLst>
            </p:cNvPr>
            <p:cNvCxnSpPr>
              <a:cxnSpLocks/>
              <a:stCxn id="17" idx="0"/>
              <a:endCxn id="51" idx="2"/>
            </p:cNvCxnSpPr>
            <p:nvPr/>
          </p:nvCxnSpPr>
          <p:spPr>
            <a:xfrm flipV="1">
              <a:off x="6808861" y="4714722"/>
              <a:ext cx="0" cy="349910"/>
            </a:xfrm>
            <a:prstGeom prst="line">
              <a:avLst/>
            </a:prstGeom>
            <a:ln w="25400">
              <a:solidFill>
                <a:srgbClr val="005EA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54" name="Group 53">
              <a:extLst>
                <a:ext uri="{FF2B5EF4-FFF2-40B4-BE49-F238E27FC236}">
                  <a16:creationId xmlns:a16="http://schemas.microsoft.com/office/drawing/2014/main" id="{62FFC9E2-3369-4039-9508-9732E039FF0F}"/>
                </a:ext>
              </a:extLst>
            </p:cNvPr>
            <p:cNvGrpSpPr/>
            <p:nvPr/>
          </p:nvGrpSpPr>
          <p:grpSpPr>
            <a:xfrm>
              <a:off x="7381326" y="5020692"/>
              <a:ext cx="815697" cy="469338"/>
              <a:chOff x="9494355" y="4397784"/>
              <a:chExt cx="815697" cy="469338"/>
            </a:xfrm>
          </p:grpSpPr>
          <p:sp>
            <p:nvSpPr>
              <p:cNvPr id="58" name="Rectangle: Rounded Corners 57">
                <a:extLst>
                  <a:ext uri="{FF2B5EF4-FFF2-40B4-BE49-F238E27FC236}">
                    <a16:creationId xmlns:a16="http://schemas.microsoft.com/office/drawing/2014/main" id="{7A24FDC4-9BA0-4FB5-A940-0407A6E5EF21}"/>
                  </a:ext>
                </a:extLst>
              </p:cNvPr>
              <p:cNvSpPr/>
              <p:nvPr/>
            </p:nvSpPr>
            <p:spPr>
              <a:xfrm>
                <a:off x="9494355" y="4447665"/>
                <a:ext cx="815697" cy="419457"/>
              </a:xfrm>
              <a:prstGeom prst="roundRect">
                <a:avLst>
                  <a:gd name="adj" fmla="val 9098"/>
                </a:avLst>
              </a:prstGeom>
              <a:solidFill>
                <a:srgbClr val="FAFFFA"/>
              </a:solidFill>
              <a:ln w="19050">
                <a:solidFill>
                  <a:srgbClr val="619E64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wrap="none" rtlCol="0" anchor="ctr">
                <a:noAutofit/>
              </a:bodyPr>
              <a:lstStyle/>
              <a:p>
                <a:pPr algn="ctr"/>
                <a:endParaRPr lang="en-US" sz="2000">
                  <a:solidFill>
                    <a:srgbClr val="957922"/>
                  </a:solidFill>
                  <a:latin typeface="Noto Mono" panose="020B0609030804020204" pitchFamily="49" charset="0"/>
                  <a:ea typeface="Noto Mono" panose="020B0609030804020204" pitchFamily="49" charset="0"/>
                  <a:cs typeface="Noto Mono" panose="020B0609030804020204" pitchFamily="49" charset="0"/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2" name="TextBox 61">
                    <a:extLst>
                      <a:ext uri="{FF2B5EF4-FFF2-40B4-BE49-F238E27FC236}">
                        <a16:creationId xmlns:a16="http://schemas.microsoft.com/office/drawing/2014/main" id="{5E2429A0-189E-450D-AAF1-C6B5024224A7}"/>
                      </a:ext>
                    </a:extLst>
                  </p:cNvPr>
                  <p:cNvSpPr txBox="1"/>
                  <p:nvPr/>
                </p:nvSpPr>
                <p:spPr>
                  <a:xfrm>
                    <a:off x="9550748" y="4397784"/>
                    <a:ext cx="619578" cy="461665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400" b="1" i="1" smtClean="0">
                              <a:solidFill>
                                <a:srgbClr val="BC69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Noto Mono" panose="020B0609030804020204" pitchFamily="49" charset="0"/>
                            </a:rPr>
                            <m:t> </m:t>
                          </m:r>
                          <m:r>
                            <a:rPr lang="en-US" sz="2400" b="1" i="1" smtClean="0">
                              <a:solidFill>
                                <a:srgbClr val="619E64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Noto Mono" panose="020B0609030804020204" pitchFamily="49" charset="0"/>
                            </a:rPr>
                            <m:t>𝜶</m:t>
                          </m:r>
                        </m:oMath>
                      </m:oMathPara>
                    </a14:m>
                    <a:endParaRPr lang="en-US" sz="2400">
                      <a:solidFill>
                        <a:srgbClr val="BC690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62" name="TextBox 61">
                    <a:extLst>
                      <a:ext uri="{FF2B5EF4-FFF2-40B4-BE49-F238E27FC236}">
                        <a16:creationId xmlns:a16="http://schemas.microsoft.com/office/drawing/2014/main" id="{5E2429A0-189E-450D-AAF1-C6B5024224A7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550748" y="4397784"/>
                    <a:ext cx="619578" cy="461665"/>
                  </a:xfrm>
                  <a:prstGeom prst="rect">
                    <a:avLst/>
                  </a:prstGeom>
                  <a:blipFill>
                    <a:blip r:embed="rId7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BE6A12A7-BF19-4B87-B758-1C5F75F98002}"/>
                </a:ext>
              </a:extLst>
            </p:cNvPr>
            <p:cNvCxnSpPr>
              <a:cxnSpLocks/>
              <a:stCxn id="58" idx="0"/>
              <a:endCxn id="49" idx="2"/>
            </p:cNvCxnSpPr>
            <p:nvPr/>
          </p:nvCxnSpPr>
          <p:spPr>
            <a:xfrm flipV="1">
              <a:off x="7789175" y="4714722"/>
              <a:ext cx="0" cy="355851"/>
            </a:xfrm>
            <a:prstGeom prst="line">
              <a:avLst/>
            </a:prstGeom>
            <a:ln w="25400">
              <a:solidFill>
                <a:srgbClr val="005EA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64" name="Group 63">
              <a:extLst>
                <a:ext uri="{FF2B5EF4-FFF2-40B4-BE49-F238E27FC236}">
                  <a16:creationId xmlns:a16="http://schemas.microsoft.com/office/drawing/2014/main" id="{1D8BA66B-141D-4E83-9B91-450CF9909A92}"/>
                </a:ext>
              </a:extLst>
            </p:cNvPr>
            <p:cNvGrpSpPr/>
            <p:nvPr/>
          </p:nvGrpSpPr>
          <p:grpSpPr>
            <a:xfrm>
              <a:off x="8356533" y="5018754"/>
              <a:ext cx="815697" cy="461718"/>
              <a:chOff x="9494355" y="4405404"/>
              <a:chExt cx="815697" cy="461718"/>
            </a:xfrm>
          </p:grpSpPr>
          <p:sp>
            <p:nvSpPr>
              <p:cNvPr id="65" name="Rectangle: Rounded Corners 64">
                <a:extLst>
                  <a:ext uri="{FF2B5EF4-FFF2-40B4-BE49-F238E27FC236}">
                    <a16:creationId xmlns:a16="http://schemas.microsoft.com/office/drawing/2014/main" id="{CA0D725B-5F74-4B5A-B96A-A2B033890815}"/>
                  </a:ext>
                </a:extLst>
              </p:cNvPr>
              <p:cNvSpPr/>
              <p:nvPr/>
            </p:nvSpPr>
            <p:spPr>
              <a:xfrm>
                <a:off x="9494355" y="4447665"/>
                <a:ext cx="815697" cy="419457"/>
              </a:xfrm>
              <a:prstGeom prst="roundRect">
                <a:avLst>
                  <a:gd name="adj" fmla="val 9098"/>
                </a:avLst>
              </a:prstGeom>
              <a:solidFill>
                <a:srgbClr val="FAFFFA"/>
              </a:solidFill>
              <a:ln w="19050">
                <a:solidFill>
                  <a:srgbClr val="619E64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wrap="none" rtlCol="0" anchor="ctr">
                <a:noAutofit/>
              </a:bodyPr>
              <a:lstStyle/>
              <a:p>
                <a:pPr algn="ctr"/>
                <a:endParaRPr lang="en-US" sz="2000">
                  <a:solidFill>
                    <a:srgbClr val="957922"/>
                  </a:solidFill>
                  <a:latin typeface="Noto Mono" panose="020B0609030804020204" pitchFamily="49" charset="0"/>
                  <a:ea typeface="Noto Mono" panose="020B0609030804020204" pitchFamily="49" charset="0"/>
                  <a:cs typeface="Noto Mono" panose="020B0609030804020204" pitchFamily="49" charset="0"/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7" name="TextBox 66">
                    <a:extLst>
                      <a:ext uri="{FF2B5EF4-FFF2-40B4-BE49-F238E27FC236}">
                        <a16:creationId xmlns:a16="http://schemas.microsoft.com/office/drawing/2014/main" id="{0BBC138B-BD91-4EA5-AACE-CA0BAB30EBF0}"/>
                      </a:ext>
                    </a:extLst>
                  </p:cNvPr>
                  <p:cNvSpPr txBox="1"/>
                  <p:nvPr/>
                </p:nvSpPr>
                <p:spPr>
                  <a:xfrm>
                    <a:off x="9573608" y="4405404"/>
                    <a:ext cx="619578" cy="461665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400" b="1" i="1" smtClean="0">
                              <a:solidFill>
                                <a:srgbClr val="BC69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Noto Mono" panose="020B0609030804020204" pitchFamily="49" charset="0"/>
                            </a:rPr>
                            <m:t> </m:t>
                          </m:r>
                          <m:r>
                            <a:rPr lang="en-US" sz="2400" b="1" i="1" smtClean="0">
                              <a:solidFill>
                                <a:srgbClr val="619E64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Noto Mono" panose="020B0609030804020204" pitchFamily="49" charset="0"/>
                            </a:rPr>
                            <m:t>𝜶</m:t>
                          </m:r>
                        </m:oMath>
                      </m:oMathPara>
                    </a14:m>
                    <a:endParaRPr lang="en-US" sz="2400">
                      <a:solidFill>
                        <a:srgbClr val="BC690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67" name="TextBox 66">
                    <a:extLst>
                      <a:ext uri="{FF2B5EF4-FFF2-40B4-BE49-F238E27FC236}">
                        <a16:creationId xmlns:a16="http://schemas.microsoft.com/office/drawing/2014/main" id="{0BBC138B-BD91-4EA5-AACE-CA0BAB30EBF0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573608" y="4405404"/>
                    <a:ext cx="619578" cy="461665"/>
                  </a:xfrm>
                  <a:prstGeom prst="rect">
                    <a:avLst/>
                  </a:prstGeom>
                  <a:blipFill>
                    <a:blip r:embed="rId6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ACBB96E1-CCD6-41C8-AE44-D33E96C77EC0}"/>
                </a:ext>
              </a:extLst>
            </p:cNvPr>
            <p:cNvCxnSpPr>
              <a:cxnSpLocks/>
              <a:stCxn id="65" idx="0"/>
            </p:cNvCxnSpPr>
            <p:nvPr/>
          </p:nvCxnSpPr>
          <p:spPr>
            <a:xfrm flipV="1">
              <a:off x="8764382" y="4711105"/>
              <a:ext cx="0" cy="349910"/>
            </a:xfrm>
            <a:prstGeom prst="line">
              <a:avLst/>
            </a:prstGeom>
            <a:ln w="25400">
              <a:solidFill>
                <a:srgbClr val="005EA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21A6476D-F279-4315-A313-6CF4795EA3C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252850" y="3750207"/>
              <a:ext cx="0" cy="146153"/>
            </a:xfrm>
            <a:prstGeom prst="line">
              <a:avLst/>
            </a:prstGeom>
            <a:ln w="25400">
              <a:solidFill>
                <a:srgbClr val="005EA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Connector 72">
              <a:extLst>
                <a:ext uri="{FF2B5EF4-FFF2-40B4-BE49-F238E27FC236}">
                  <a16:creationId xmlns:a16="http://schemas.microsoft.com/office/drawing/2014/main" id="{81E05E4E-5819-4C96-856E-1910C14FC37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259318" y="3750207"/>
              <a:ext cx="0" cy="146153"/>
            </a:xfrm>
            <a:prstGeom prst="line">
              <a:avLst/>
            </a:prstGeom>
            <a:ln w="25400">
              <a:solidFill>
                <a:srgbClr val="005EA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0E78B1AC-1509-4F6A-A6D4-CC448A9AD77F}"/>
                  </a:ext>
                </a:extLst>
              </p:cNvPr>
              <p:cNvSpPr txBox="1"/>
              <p:nvPr/>
            </p:nvSpPr>
            <p:spPr>
              <a:xfrm>
                <a:off x="9388188" y="4237764"/>
                <a:ext cx="619578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 smtClean="0">
                          <a:solidFill>
                            <a:srgbClr val="BC69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Noto Mono" panose="020B0609030804020204" pitchFamily="49" charset="0"/>
                        </a:rPr>
                        <m:t> </m:t>
                      </m:r>
                      <m:r>
                        <a:rPr lang="en-US" sz="2400" b="1" i="1" smtClean="0">
                          <a:solidFill>
                            <a:srgbClr val="619E64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Noto Mono" panose="020B0609030804020204" pitchFamily="49" charset="0"/>
                        </a:rPr>
                        <m:t>𝜶</m:t>
                      </m:r>
                    </m:oMath>
                  </m:oMathPara>
                </a14:m>
                <a:endParaRPr lang="en-US" sz="2400">
                  <a:solidFill>
                    <a:srgbClr val="BC6900"/>
                  </a:solidFill>
                </a:endParaRPr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0E78B1AC-1509-4F6A-A6D4-CC448A9AD7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88188" y="4237764"/>
                <a:ext cx="619578" cy="461665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4460797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FB8A0090-BA36-4635-8623-C8290B056046}"/>
              </a:ext>
            </a:extLst>
          </p:cNvPr>
          <p:cNvSpPr/>
          <p:nvPr/>
        </p:nvSpPr>
        <p:spPr>
          <a:xfrm flipV="1">
            <a:off x="4145001" y="886094"/>
            <a:ext cx="3901998" cy="27432"/>
          </a:xfrm>
          <a:prstGeom prst="roundRect">
            <a:avLst/>
          </a:prstGeom>
          <a:solidFill>
            <a:srgbClr val="26A69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F5589822-B38D-4AE5-8676-EE8B4FC22C68}"/>
              </a:ext>
            </a:extLst>
          </p:cNvPr>
          <p:cNvGrpSpPr/>
          <p:nvPr/>
        </p:nvGrpSpPr>
        <p:grpSpPr>
          <a:xfrm>
            <a:off x="303492" y="1025445"/>
            <a:ext cx="5339399" cy="4466211"/>
            <a:chOff x="6313692" y="1025445"/>
            <a:chExt cx="5339399" cy="4466211"/>
          </a:xfrm>
        </p:grpSpPr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4911FCEC-E8A3-430D-84CF-769C47475919}"/>
                </a:ext>
              </a:extLst>
            </p:cNvPr>
            <p:cNvGrpSpPr/>
            <p:nvPr/>
          </p:nvGrpSpPr>
          <p:grpSpPr>
            <a:xfrm>
              <a:off x="6313692" y="1025445"/>
              <a:ext cx="5339399" cy="4466211"/>
              <a:chOff x="6313692" y="1025445"/>
              <a:chExt cx="5339399" cy="4466211"/>
            </a:xfrm>
          </p:grpSpPr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9A63DE1C-5D57-4855-A24F-CA61E059FB9F}"/>
                  </a:ext>
                </a:extLst>
              </p:cNvPr>
              <p:cNvSpPr/>
              <p:nvPr/>
            </p:nvSpPr>
            <p:spPr>
              <a:xfrm>
                <a:off x="9372280" y="2357572"/>
                <a:ext cx="815697" cy="419457"/>
              </a:xfrm>
              <a:prstGeom prst="roundRect">
                <a:avLst>
                  <a:gd name="adj" fmla="val 9098"/>
                </a:avLst>
              </a:prstGeom>
              <a:solidFill>
                <a:srgbClr val="FFEED9"/>
              </a:solidFill>
              <a:ln w="19050">
                <a:solidFill>
                  <a:schemeClr val="accent3">
                    <a:lumMod val="75000"/>
                  </a:schemeClr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wrap="none" rtlCol="0" anchor="ctr">
                <a:noAutofit/>
              </a:bodyPr>
              <a:lstStyle/>
              <a:p>
                <a:pPr algn="ctr"/>
                <a:r>
                  <a:rPr lang="en-US" sz="2000" err="1">
                    <a:solidFill>
                      <a:schemeClr val="accent3">
                        <a:lumMod val="75000"/>
                      </a:schemeClr>
                    </a:solidFill>
                    <a:latin typeface="Lucida Sans Typewriter" panose="020B0509030504030204" pitchFamily="49" charset="0"/>
                    <a:ea typeface="Noto Mono" panose="020B0609030804020204" pitchFamily="49" charset="0"/>
                    <a:cs typeface="Noto Mono" panose="020B0609030804020204" pitchFamily="49" charset="0"/>
                  </a:rPr>
                  <a:t>edu</a:t>
                </a:r>
                <a:endParaRPr lang="en-US" sz="2000">
                  <a:solidFill>
                    <a:schemeClr val="accent3">
                      <a:lumMod val="75000"/>
                    </a:schemeClr>
                  </a:solidFill>
                  <a:latin typeface="Lucida Sans Typewriter" panose="020B0509030504030204" pitchFamily="49" charset="0"/>
                  <a:ea typeface="Noto Mono" panose="020B0609030804020204" pitchFamily="49" charset="0"/>
                  <a:cs typeface="Noto Mono" panose="020B0609030804020204" pitchFamily="49" charset="0"/>
                </a:endParaRPr>
              </a:p>
            </p:txBody>
          </p:sp>
          <p:sp>
            <p:nvSpPr>
              <p:cNvPr id="12" name="Rectangle: Rounded Corners 11">
                <a:extLst>
                  <a:ext uri="{FF2B5EF4-FFF2-40B4-BE49-F238E27FC236}">
                    <a16:creationId xmlns:a16="http://schemas.microsoft.com/office/drawing/2014/main" id="{F6B8FD3E-67EA-42B3-B4B3-7B3502D1B2B9}"/>
                  </a:ext>
                </a:extLst>
              </p:cNvPr>
              <p:cNvSpPr/>
              <p:nvPr/>
            </p:nvSpPr>
            <p:spPr>
              <a:xfrm>
                <a:off x="7836501" y="1517534"/>
                <a:ext cx="815697" cy="372904"/>
              </a:xfrm>
              <a:prstGeom prst="roundRect">
                <a:avLst>
                  <a:gd name="adj" fmla="val 7396"/>
                </a:avLst>
              </a:prstGeom>
              <a:solidFill>
                <a:srgbClr val="EEF1F2"/>
              </a:solidFill>
              <a:ln w="19050">
                <a:solidFill>
                  <a:srgbClr val="70838B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wrap="square" rtlCol="0" anchor="ctr">
                <a:spAutoFit/>
              </a:bodyPr>
              <a:lstStyle/>
              <a:p>
                <a:pPr>
                  <a:lnSpc>
                    <a:spcPct val="100000"/>
                  </a:lnSpc>
                  <a:spcAft>
                    <a:spcPts val="500"/>
                  </a:spcAft>
                  <a:buClr>
                    <a:srgbClr val="619E64"/>
                  </a:buClr>
                  <a:buSzPct val="85000"/>
                  <a:defRPr/>
                </a:pPr>
                <a:endParaRPr lang="en-US" kern="0">
                  <a:solidFill>
                    <a:srgbClr val="619E64"/>
                  </a:solidFill>
                  <a:latin typeface="Source Sans Pro" panose="020B0503030403020204" pitchFamily="34" charset="0"/>
                  <a:ea typeface="Source Sans Pro" panose="020B050303040302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4F8C6DDD-0C08-4D9F-B565-6C2CF0C711C2}"/>
                  </a:ext>
                </a:extLst>
              </p:cNvPr>
              <p:cNvSpPr txBox="1"/>
              <p:nvPr/>
            </p:nvSpPr>
            <p:spPr>
              <a:xfrm>
                <a:off x="8048317" y="1025445"/>
                <a:ext cx="232642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5400" kern="0">
                    <a:solidFill>
                      <a:srgbClr val="70838B"/>
                    </a:solidFill>
                  </a:rPr>
                  <a:t>.</a:t>
                </a:r>
                <a:endParaRPr lang="en-US" sz="5400">
                  <a:solidFill>
                    <a:srgbClr val="70838B"/>
                  </a:solidFill>
                </a:endParaRPr>
              </a:p>
            </p:txBody>
          </p:sp>
          <p:cxnSp>
            <p:nvCxnSpPr>
              <p:cNvPr id="14" name="Straight Connector 13">
                <a:extLst>
                  <a:ext uri="{FF2B5EF4-FFF2-40B4-BE49-F238E27FC236}">
                    <a16:creationId xmlns:a16="http://schemas.microsoft.com/office/drawing/2014/main" id="{7A03C49D-CF98-4E9B-8618-2FF4209E5073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229600" y="2100045"/>
                <a:ext cx="1550528" cy="0"/>
              </a:xfrm>
              <a:prstGeom prst="line">
                <a:avLst/>
              </a:prstGeom>
              <a:ln w="25400">
                <a:solidFill>
                  <a:srgbClr val="005EA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Straight Connector 14">
                <a:extLst>
                  <a:ext uri="{FF2B5EF4-FFF2-40B4-BE49-F238E27FC236}">
                    <a16:creationId xmlns:a16="http://schemas.microsoft.com/office/drawing/2014/main" id="{F2E1FCCA-517A-4C41-9982-B0DB6E45A126}"/>
                  </a:ext>
                </a:extLst>
              </p:cNvPr>
              <p:cNvCxnSpPr>
                <a:cxnSpLocks/>
                <a:stCxn id="11" idx="0"/>
              </p:cNvCxnSpPr>
              <p:nvPr/>
            </p:nvCxnSpPr>
            <p:spPr>
              <a:xfrm flipV="1">
                <a:off x="9780129" y="2088615"/>
                <a:ext cx="0" cy="268957"/>
              </a:xfrm>
              <a:prstGeom prst="line">
                <a:avLst/>
              </a:prstGeom>
              <a:ln w="25400">
                <a:solidFill>
                  <a:srgbClr val="005EA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Straight Connector 15">
                <a:extLst>
                  <a:ext uri="{FF2B5EF4-FFF2-40B4-BE49-F238E27FC236}">
                    <a16:creationId xmlns:a16="http://schemas.microsoft.com/office/drawing/2014/main" id="{AED7573C-A42D-4EE5-9B1C-25E669991433}"/>
                  </a:ext>
                </a:extLst>
              </p:cNvPr>
              <p:cNvCxnSpPr>
                <a:cxnSpLocks/>
                <a:endCxn id="12" idx="2"/>
              </p:cNvCxnSpPr>
              <p:nvPr/>
            </p:nvCxnSpPr>
            <p:spPr>
              <a:xfrm flipV="1">
                <a:off x="8244349" y="1890438"/>
                <a:ext cx="1" cy="202882"/>
              </a:xfrm>
              <a:prstGeom prst="line">
                <a:avLst/>
              </a:prstGeom>
              <a:ln w="25400">
                <a:solidFill>
                  <a:srgbClr val="005EA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" name="Rectangle: Rounded Corners 1">
                <a:extLst>
                  <a:ext uri="{FF2B5EF4-FFF2-40B4-BE49-F238E27FC236}">
                    <a16:creationId xmlns:a16="http://schemas.microsoft.com/office/drawing/2014/main" id="{89B3920F-2680-4EDA-AC57-99E9B3448920}"/>
                  </a:ext>
                </a:extLst>
              </p:cNvPr>
              <p:cNvSpPr/>
              <p:nvPr/>
            </p:nvSpPr>
            <p:spPr>
              <a:xfrm>
                <a:off x="8861205" y="3330750"/>
                <a:ext cx="815697" cy="419457"/>
              </a:xfrm>
              <a:prstGeom prst="roundRect">
                <a:avLst>
                  <a:gd name="adj" fmla="val 9098"/>
                </a:avLst>
              </a:prstGeom>
              <a:solidFill>
                <a:srgbClr val="F7F1DD"/>
              </a:solidFill>
              <a:ln w="19050">
                <a:solidFill>
                  <a:srgbClr val="957922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wrap="none" rtlCol="0" anchor="ctr">
                <a:noAutofit/>
              </a:bodyPr>
              <a:lstStyle/>
              <a:p>
                <a:pPr algn="ctr"/>
                <a:r>
                  <a:rPr lang="en-US" sz="2000">
                    <a:solidFill>
                      <a:srgbClr val="957922"/>
                    </a:solidFill>
                    <a:latin typeface="Lucida Sans Typewriter" panose="020B0509030504030204" pitchFamily="49" charset="0"/>
                    <a:ea typeface="Noto Mono" panose="020B0609030804020204" pitchFamily="49" charset="0"/>
                    <a:cs typeface="Noto Mono" panose="020B0609030804020204" pitchFamily="49" charset="0"/>
                  </a:rPr>
                  <a:t>ns1</a:t>
                </a:r>
              </a:p>
            </p:txBody>
          </p:sp>
          <p:sp>
            <p:nvSpPr>
              <p:cNvPr id="6" name="Rectangle: Rounded Corners 5">
                <a:extLst>
                  <a:ext uri="{FF2B5EF4-FFF2-40B4-BE49-F238E27FC236}">
                    <a16:creationId xmlns:a16="http://schemas.microsoft.com/office/drawing/2014/main" id="{15EF709C-6BD5-4CB5-BD59-0DD99369EFBF}"/>
                  </a:ext>
                </a:extLst>
              </p:cNvPr>
              <p:cNvSpPr/>
              <p:nvPr/>
            </p:nvSpPr>
            <p:spPr>
              <a:xfrm>
                <a:off x="7873110" y="3330750"/>
                <a:ext cx="815697" cy="419457"/>
              </a:xfrm>
              <a:prstGeom prst="roundRect">
                <a:avLst>
                  <a:gd name="adj" fmla="val 9098"/>
                </a:avLst>
              </a:prstGeom>
              <a:solidFill>
                <a:srgbClr val="F7F1DD"/>
              </a:solidFill>
              <a:ln w="19050">
                <a:solidFill>
                  <a:srgbClr val="957922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wrap="none" rtlCol="0" anchor="ctr">
                <a:noAutofit/>
              </a:bodyPr>
              <a:lstStyle/>
              <a:p>
                <a:pPr algn="ctr"/>
                <a:r>
                  <a:rPr lang="en-US" sz="2000" err="1">
                    <a:solidFill>
                      <a:srgbClr val="957922"/>
                    </a:solidFill>
                    <a:latin typeface="Lucida Sans Typewriter" panose="020B0509030504030204" pitchFamily="49" charset="0"/>
                    <a:ea typeface="Noto Mono" panose="020B0609030804020204" pitchFamily="49" charset="0"/>
                    <a:cs typeface="Noto Mono" panose="020B0609030804020204" pitchFamily="49" charset="0"/>
                  </a:rPr>
                  <a:t>ucla</a:t>
                </a:r>
                <a:endParaRPr lang="en-US" sz="2000">
                  <a:solidFill>
                    <a:srgbClr val="957922"/>
                  </a:solidFill>
                  <a:latin typeface="Lucida Sans Typewriter" panose="020B0509030504030204" pitchFamily="49" charset="0"/>
                  <a:ea typeface="Noto Mono" panose="020B0609030804020204" pitchFamily="49" charset="0"/>
                  <a:cs typeface="Noto Mono" panose="020B0609030804020204" pitchFamily="49" charset="0"/>
                </a:endParaRPr>
              </a:p>
            </p:txBody>
          </p:sp>
          <p:sp>
            <p:nvSpPr>
              <p:cNvPr id="8" name="Rectangle: Rounded Corners 7">
                <a:extLst>
                  <a:ext uri="{FF2B5EF4-FFF2-40B4-BE49-F238E27FC236}">
                    <a16:creationId xmlns:a16="http://schemas.microsoft.com/office/drawing/2014/main" id="{F39F33D9-F7A5-414C-AC2D-2FE5D3C61F68}"/>
                  </a:ext>
                </a:extLst>
              </p:cNvPr>
              <p:cNvSpPr/>
              <p:nvPr/>
            </p:nvSpPr>
            <p:spPr>
              <a:xfrm>
                <a:off x="9849300" y="3330750"/>
                <a:ext cx="815697" cy="419457"/>
              </a:xfrm>
              <a:prstGeom prst="roundRect">
                <a:avLst>
                  <a:gd name="adj" fmla="val 9098"/>
                </a:avLst>
              </a:prstGeom>
              <a:solidFill>
                <a:srgbClr val="F7F1DD"/>
              </a:solidFill>
              <a:ln w="19050">
                <a:solidFill>
                  <a:srgbClr val="957922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wrap="none" rtlCol="0" anchor="ctr">
                <a:noAutofit/>
              </a:bodyPr>
              <a:lstStyle/>
              <a:p>
                <a:pPr algn="ctr"/>
                <a:r>
                  <a:rPr lang="en-US" sz="2000">
                    <a:solidFill>
                      <a:srgbClr val="957922"/>
                    </a:solidFill>
                    <a:latin typeface="Lucida Sans Typewriter" panose="020B0509030504030204" pitchFamily="49" charset="0"/>
                    <a:ea typeface="Noto Mono" panose="020B0609030804020204" pitchFamily="49" charset="0"/>
                    <a:cs typeface="Noto Mono" panose="020B0609030804020204" pitchFamily="49" charset="0"/>
                  </a:rPr>
                  <a:t>ns2</a:t>
                </a:r>
              </a:p>
            </p:txBody>
          </p:sp>
          <p:grpSp>
            <p:nvGrpSpPr>
              <p:cNvPr id="24" name="Group 23">
                <a:extLst>
                  <a:ext uri="{FF2B5EF4-FFF2-40B4-BE49-F238E27FC236}">
                    <a16:creationId xmlns:a16="http://schemas.microsoft.com/office/drawing/2014/main" id="{3B039A91-B451-40FC-83E5-54CBB2D8B695}"/>
                  </a:ext>
                </a:extLst>
              </p:cNvPr>
              <p:cNvGrpSpPr/>
              <p:nvPr/>
            </p:nvGrpSpPr>
            <p:grpSpPr>
              <a:xfrm>
                <a:off x="10837394" y="3296109"/>
                <a:ext cx="815697" cy="461665"/>
                <a:chOff x="11235152" y="3116266"/>
                <a:chExt cx="815697" cy="461665"/>
              </a:xfrm>
            </p:grpSpPr>
            <p:sp>
              <p:nvSpPr>
                <p:cNvPr id="10" name="Rectangle: Rounded Corners 9">
                  <a:extLst>
                    <a:ext uri="{FF2B5EF4-FFF2-40B4-BE49-F238E27FC236}">
                      <a16:creationId xmlns:a16="http://schemas.microsoft.com/office/drawing/2014/main" id="{463D1FB0-7917-41A7-AF3B-DD9E5FDD288B}"/>
                    </a:ext>
                  </a:extLst>
                </p:cNvPr>
                <p:cNvSpPr/>
                <p:nvPr/>
              </p:nvSpPr>
              <p:spPr>
                <a:xfrm>
                  <a:off x="11235152" y="3150907"/>
                  <a:ext cx="815697" cy="419457"/>
                </a:xfrm>
                <a:prstGeom prst="roundRect">
                  <a:avLst>
                    <a:gd name="adj" fmla="val 9098"/>
                  </a:avLst>
                </a:prstGeom>
                <a:solidFill>
                  <a:srgbClr val="F7F1DD"/>
                </a:solidFill>
                <a:ln w="19050">
                  <a:solidFill>
                    <a:srgbClr val="957922"/>
                  </a:solidFill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6">
                    <a:shade val="50000"/>
                  </a:schemeClr>
                </a:lnRef>
                <a:fillRef idx="1">
                  <a:schemeClr val="accent6"/>
                </a:fillRef>
                <a:effectRef idx="0">
                  <a:schemeClr val="accent6"/>
                </a:effectRef>
                <a:fontRef idx="minor">
                  <a:schemeClr val="lt1"/>
                </a:fontRef>
              </p:style>
              <p:txBody>
                <a:bodyPr wrap="none" rtlCol="0" anchor="ctr">
                  <a:noAutofit/>
                </a:bodyPr>
                <a:lstStyle/>
                <a:p>
                  <a:pPr algn="ctr"/>
                  <a:endParaRPr lang="en-US" sz="2000">
                    <a:solidFill>
                      <a:srgbClr val="957922"/>
                    </a:solidFill>
                    <a:latin typeface="Noto Mono" panose="020B0609030804020204" pitchFamily="49" charset="0"/>
                    <a:ea typeface="Noto Mono" panose="020B0609030804020204" pitchFamily="49" charset="0"/>
                    <a:cs typeface="Noto Mono" panose="020B0609030804020204" pitchFamily="49" charset="0"/>
                  </a:endParaRPr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3" name="TextBox 22">
                      <a:extLst>
                        <a:ext uri="{FF2B5EF4-FFF2-40B4-BE49-F238E27FC236}">
                          <a16:creationId xmlns:a16="http://schemas.microsoft.com/office/drawing/2014/main" id="{98FCEB13-7B1E-4B99-AE5F-3039F51F5378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1281385" y="3116266"/>
                      <a:ext cx="619578" cy="461665"/>
                    </a:xfrm>
                    <a:prstGeom prst="rect">
                      <a:avLst/>
                    </a:prstGeom>
                    <a:noFill/>
                  </p:spPr>
                  <p:txBody>
                    <a:bodyPr wrap="square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sz="2400" b="1" i="1" smtClean="0">
                                <a:solidFill>
                                  <a:srgbClr val="BC69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Noto Mono" panose="020B0609030804020204" pitchFamily="49" charset="0"/>
                              </a:rPr>
                              <m:t> </m:t>
                            </m:r>
                            <m:r>
                              <a:rPr lang="en-US" sz="2400" b="1" i="1" smtClean="0">
                                <a:solidFill>
                                  <a:srgbClr val="957922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Noto Mono" panose="020B0609030804020204" pitchFamily="49" charset="0"/>
                              </a:rPr>
                              <m:t>𝜶</m:t>
                            </m:r>
                          </m:oMath>
                        </m:oMathPara>
                      </a14:m>
                      <a:endParaRPr lang="en-US" sz="2400">
                        <a:solidFill>
                          <a:srgbClr val="BC6900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23" name="TextBox 22">
                      <a:extLst>
                        <a:ext uri="{FF2B5EF4-FFF2-40B4-BE49-F238E27FC236}">
                          <a16:creationId xmlns:a16="http://schemas.microsoft.com/office/drawing/2014/main" id="{98FCEB13-7B1E-4B99-AE5F-3039F51F5378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1281385" y="3116266"/>
                      <a:ext cx="619578" cy="461665"/>
                    </a:xfrm>
                    <a:prstGeom prst="rect">
                      <a:avLst/>
                    </a:prstGeom>
                    <a:blipFill>
                      <a:blip r:embed="rId4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cxnSp>
            <p:nvCxnSpPr>
              <p:cNvPr id="25" name="Straight Connector 24">
                <a:extLst>
                  <a:ext uri="{FF2B5EF4-FFF2-40B4-BE49-F238E27FC236}">
                    <a16:creationId xmlns:a16="http://schemas.microsoft.com/office/drawing/2014/main" id="{BC126857-D132-405B-A3BD-F055E5C8A148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8260081" y="3036232"/>
                <a:ext cx="2979446" cy="3813"/>
              </a:xfrm>
              <a:prstGeom prst="line">
                <a:avLst/>
              </a:prstGeom>
              <a:ln w="25400">
                <a:solidFill>
                  <a:srgbClr val="005EA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Straight Connector 25">
                <a:extLst>
                  <a:ext uri="{FF2B5EF4-FFF2-40B4-BE49-F238E27FC236}">
                    <a16:creationId xmlns:a16="http://schemas.microsoft.com/office/drawing/2014/main" id="{045490B8-02CF-4F90-9FBB-5919CD24C7F3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272069" y="3032420"/>
                <a:ext cx="0" cy="296425"/>
              </a:xfrm>
              <a:prstGeom prst="line">
                <a:avLst/>
              </a:prstGeom>
              <a:ln w="25400">
                <a:solidFill>
                  <a:srgbClr val="005EA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Straight Connector 30">
                <a:extLst>
                  <a:ext uri="{FF2B5EF4-FFF2-40B4-BE49-F238E27FC236}">
                    <a16:creationId xmlns:a16="http://schemas.microsoft.com/office/drawing/2014/main" id="{8ED22A83-B36E-4C27-9553-049C589EE20B}"/>
                  </a:ext>
                </a:extLst>
              </p:cNvPr>
              <p:cNvCxnSpPr>
                <a:cxnSpLocks/>
                <a:stCxn id="2" idx="0"/>
              </p:cNvCxnSpPr>
              <p:nvPr/>
            </p:nvCxnSpPr>
            <p:spPr>
              <a:xfrm flipH="1" flipV="1">
                <a:off x="9269053" y="3040045"/>
                <a:ext cx="1" cy="290705"/>
              </a:xfrm>
              <a:prstGeom prst="line">
                <a:avLst/>
              </a:prstGeom>
              <a:ln w="25400">
                <a:solidFill>
                  <a:srgbClr val="005EA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Straight Connector 33">
                <a:extLst>
                  <a:ext uri="{FF2B5EF4-FFF2-40B4-BE49-F238E27FC236}">
                    <a16:creationId xmlns:a16="http://schemas.microsoft.com/office/drawing/2014/main" id="{FB114426-56E3-406F-80E6-764CC01429B5}"/>
                  </a:ext>
                </a:extLst>
              </p:cNvPr>
              <p:cNvCxnSpPr>
                <a:cxnSpLocks/>
                <a:stCxn id="8" idx="0"/>
              </p:cNvCxnSpPr>
              <p:nvPr/>
            </p:nvCxnSpPr>
            <p:spPr>
              <a:xfrm flipH="1" flipV="1">
                <a:off x="10257148" y="3032420"/>
                <a:ext cx="1" cy="298330"/>
              </a:xfrm>
              <a:prstGeom prst="line">
                <a:avLst/>
              </a:prstGeom>
              <a:ln w="25400">
                <a:solidFill>
                  <a:srgbClr val="005EA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Straight Connector 36">
                <a:extLst>
                  <a:ext uri="{FF2B5EF4-FFF2-40B4-BE49-F238E27FC236}">
                    <a16:creationId xmlns:a16="http://schemas.microsoft.com/office/drawing/2014/main" id="{7B399F4F-95BD-475D-9649-F6A451C92E86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1239528" y="3028610"/>
                <a:ext cx="0" cy="298687"/>
              </a:xfrm>
              <a:prstGeom prst="line">
                <a:avLst/>
              </a:prstGeom>
              <a:ln w="25400">
                <a:solidFill>
                  <a:srgbClr val="005EA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Straight Connector 45">
                <a:extLst>
                  <a:ext uri="{FF2B5EF4-FFF2-40B4-BE49-F238E27FC236}">
                    <a16:creationId xmlns:a16="http://schemas.microsoft.com/office/drawing/2014/main" id="{82682775-A733-45C6-B4B4-9AAFDCA5A766}"/>
                  </a:ext>
                </a:extLst>
              </p:cNvPr>
              <p:cNvCxnSpPr>
                <a:cxnSpLocks/>
                <a:endCxn id="11" idx="2"/>
              </p:cNvCxnSpPr>
              <p:nvPr/>
            </p:nvCxnSpPr>
            <p:spPr>
              <a:xfrm flipV="1">
                <a:off x="9780129" y="2777029"/>
                <a:ext cx="0" cy="268957"/>
              </a:xfrm>
              <a:prstGeom prst="line">
                <a:avLst/>
              </a:prstGeom>
              <a:ln w="25400">
                <a:solidFill>
                  <a:srgbClr val="005EA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9" name="Rectangle: Rounded Corners 48">
                <a:extLst>
                  <a:ext uri="{FF2B5EF4-FFF2-40B4-BE49-F238E27FC236}">
                    <a16:creationId xmlns:a16="http://schemas.microsoft.com/office/drawing/2014/main" id="{E347F0AC-0810-4BE4-A43B-69D9F5673D5B}"/>
                  </a:ext>
                </a:extLst>
              </p:cNvPr>
              <p:cNvSpPr/>
              <p:nvPr/>
            </p:nvSpPr>
            <p:spPr>
              <a:xfrm>
                <a:off x="7381326" y="4295265"/>
                <a:ext cx="815697" cy="419457"/>
              </a:xfrm>
              <a:prstGeom prst="roundRect">
                <a:avLst>
                  <a:gd name="adj" fmla="val 9098"/>
                </a:avLst>
              </a:prstGeom>
              <a:solidFill>
                <a:srgbClr val="FAFFFA"/>
              </a:solidFill>
              <a:ln w="19050">
                <a:solidFill>
                  <a:srgbClr val="619E64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wrap="none" rtlCol="0" anchor="ctr">
                <a:noAutofit/>
              </a:bodyPr>
              <a:lstStyle/>
              <a:p>
                <a:pPr algn="ctr"/>
                <a:r>
                  <a:rPr lang="en-US" sz="2000">
                    <a:solidFill>
                      <a:srgbClr val="619E64"/>
                    </a:solidFill>
                    <a:latin typeface="Lucida Sans Typewriter" panose="020B0509030504030204" pitchFamily="49" charset="0"/>
                    <a:ea typeface="Noto Mono" panose="020B0609030804020204" pitchFamily="49" charset="0"/>
                    <a:cs typeface="Noto Mono" panose="020B0609030804020204" pitchFamily="49" charset="0"/>
                  </a:rPr>
                  <a:t>www</a:t>
                </a:r>
              </a:p>
            </p:txBody>
          </p:sp>
          <p:sp>
            <p:nvSpPr>
              <p:cNvPr id="50" name="Rectangle: Rounded Corners 49">
                <a:extLst>
                  <a:ext uri="{FF2B5EF4-FFF2-40B4-BE49-F238E27FC236}">
                    <a16:creationId xmlns:a16="http://schemas.microsoft.com/office/drawing/2014/main" id="{7DA0E270-1DF8-4848-88C7-22158ED02449}"/>
                  </a:ext>
                </a:extLst>
              </p:cNvPr>
              <p:cNvSpPr/>
              <p:nvPr/>
            </p:nvSpPr>
            <p:spPr>
              <a:xfrm>
                <a:off x="8361640" y="4295264"/>
                <a:ext cx="815697" cy="419457"/>
              </a:xfrm>
              <a:prstGeom prst="roundRect">
                <a:avLst>
                  <a:gd name="adj" fmla="val 9098"/>
                </a:avLst>
              </a:prstGeom>
              <a:solidFill>
                <a:srgbClr val="FAFFFA"/>
              </a:solidFill>
              <a:ln w="19050">
                <a:solidFill>
                  <a:srgbClr val="619E64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wrap="none" rtlCol="0" anchor="ctr">
                <a:noAutofit/>
              </a:bodyPr>
              <a:lstStyle/>
              <a:p>
                <a:pPr algn="ctr"/>
                <a:r>
                  <a:rPr lang="en-US" sz="2000">
                    <a:solidFill>
                      <a:srgbClr val="619E64"/>
                    </a:solidFill>
                    <a:latin typeface="Lucida Sans Typewriter" panose="020B0509030504030204" pitchFamily="49" charset="0"/>
                    <a:ea typeface="Noto Mono" panose="020B0609030804020204" pitchFamily="49" charset="0"/>
                    <a:cs typeface="Noto Mono" panose="020B0609030804020204" pitchFamily="49" charset="0"/>
                  </a:rPr>
                  <a:t>*</a:t>
                </a:r>
              </a:p>
            </p:txBody>
          </p:sp>
          <p:sp>
            <p:nvSpPr>
              <p:cNvPr id="51" name="Rectangle: Rounded Corners 50">
                <a:extLst>
                  <a:ext uri="{FF2B5EF4-FFF2-40B4-BE49-F238E27FC236}">
                    <a16:creationId xmlns:a16="http://schemas.microsoft.com/office/drawing/2014/main" id="{3BCFEB8B-51C1-44F7-9B7F-1E75AD394DD4}"/>
                  </a:ext>
                </a:extLst>
              </p:cNvPr>
              <p:cNvSpPr/>
              <p:nvPr/>
            </p:nvSpPr>
            <p:spPr>
              <a:xfrm>
                <a:off x="6401012" y="4295265"/>
                <a:ext cx="815697" cy="419457"/>
              </a:xfrm>
              <a:prstGeom prst="roundRect">
                <a:avLst>
                  <a:gd name="adj" fmla="val 9098"/>
                </a:avLst>
              </a:prstGeom>
              <a:solidFill>
                <a:srgbClr val="FAFFFA"/>
              </a:solidFill>
              <a:ln w="19050">
                <a:solidFill>
                  <a:srgbClr val="619E64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wrap="none" rtlCol="0" anchor="ctr">
                <a:noAutofit/>
              </a:bodyPr>
              <a:lstStyle/>
              <a:p>
                <a:pPr algn="ctr"/>
                <a:r>
                  <a:rPr lang="en-US" sz="2000">
                    <a:solidFill>
                      <a:srgbClr val="619E64"/>
                    </a:solidFill>
                    <a:latin typeface="Lucida Sans Typewriter" panose="020B0509030504030204" pitchFamily="49" charset="0"/>
                    <a:ea typeface="Noto Mono" panose="020B0609030804020204" pitchFamily="49" charset="0"/>
                    <a:cs typeface="Noto Mono" panose="020B0609030804020204" pitchFamily="49" charset="0"/>
                  </a:rPr>
                  <a:t>bio</a:t>
                </a:r>
              </a:p>
            </p:txBody>
          </p:sp>
          <p:cxnSp>
            <p:nvCxnSpPr>
              <p:cNvPr id="52" name="Straight Connector 51">
                <a:extLst>
                  <a:ext uri="{FF2B5EF4-FFF2-40B4-BE49-F238E27FC236}">
                    <a16:creationId xmlns:a16="http://schemas.microsoft.com/office/drawing/2014/main" id="{5A36F300-6527-4988-80F7-8CAABC6680B9}"/>
                  </a:ext>
                </a:extLst>
              </p:cNvPr>
              <p:cNvCxnSpPr>
                <a:cxnSpLocks/>
                <a:endCxn id="6" idx="2"/>
              </p:cNvCxnSpPr>
              <p:nvPr/>
            </p:nvCxnSpPr>
            <p:spPr>
              <a:xfrm flipV="1">
                <a:off x="8280959" y="3750207"/>
                <a:ext cx="0" cy="270613"/>
              </a:xfrm>
              <a:prstGeom prst="line">
                <a:avLst/>
              </a:prstGeom>
              <a:ln w="25400">
                <a:solidFill>
                  <a:srgbClr val="005EA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" name="Straight Connector 54">
                <a:extLst>
                  <a:ext uri="{FF2B5EF4-FFF2-40B4-BE49-F238E27FC236}">
                    <a16:creationId xmlns:a16="http://schemas.microsoft.com/office/drawing/2014/main" id="{2A23AAD7-4FC4-4132-B5F9-F8F2E49473D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6800682" y="4024652"/>
                <a:ext cx="2979446" cy="3813"/>
              </a:xfrm>
              <a:prstGeom prst="line">
                <a:avLst/>
              </a:prstGeom>
              <a:ln w="25400">
                <a:solidFill>
                  <a:srgbClr val="005EA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" name="Straight Connector 55">
                <a:extLst>
                  <a:ext uri="{FF2B5EF4-FFF2-40B4-BE49-F238E27FC236}">
                    <a16:creationId xmlns:a16="http://schemas.microsoft.com/office/drawing/2014/main" id="{143B06BB-88B1-48A3-ADF8-EF689B2076F8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6808861" y="4013200"/>
                <a:ext cx="0" cy="270613"/>
              </a:xfrm>
              <a:prstGeom prst="line">
                <a:avLst/>
              </a:prstGeom>
              <a:ln w="25400">
                <a:solidFill>
                  <a:srgbClr val="005EA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" name="Straight Connector 56">
                <a:extLst>
                  <a:ext uri="{FF2B5EF4-FFF2-40B4-BE49-F238E27FC236}">
                    <a16:creationId xmlns:a16="http://schemas.microsoft.com/office/drawing/2014/main" id="{64DB5EF4-652A-4AFD-930B-01A246D8EA8D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769738" y="4022747"/>
                <a:ext cx="0" cy="270613"/>
              </a:xfrm>
              <a:prstGeom prst="line">
                <a:avLst/>
              </a:prstGeom>
              <a:ln w="25400">
                <a:solidFill>
                  <a:srgbClr val="005EA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9" name="Rectangle: Rounded Corners 58">
                <a:extLst>
                  <a:ext uri="{FF2B5EF4-FFF2-40B4-BE49-F238E27FC236}">
                    <a16:creationId xmlns:a16="http://schemas.microsoft.com/office/drawing/2014/main" id="{DA139E3B-1C42-4E56-83CD-378C9399155B}"/>
                  </a:ext>
                </a:extLst>
              </p:cNvPr>
              <p:cNvSpPr/>
              <p:nvPr/>
            </p:nvSpPr>
            <p:spPr>
              <a:xfrm>
                <a:off x="9341955" y="4295265"/>
                <a:ext cx="815697" cy="419457"/>
              </a:xfrm>
              <a:prstGeom prst="roundRect">
                <a:avLst>
                  <a:gd name="adj" fmla="val 9098"/>
                </a:avLst>
              </a:prstGeom>
              <a:solidFill>
                <a:srgbClr val="FAFFFA"/>
              </a:solidFill>
              <a:ln w="19050">
                <a:solidFill>
                  <a:srgbClr val="619E64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wrap="none" rtlCol="0" anchor="ctr">
                <a:noAutofit/>
              </a:bodyPr>
              <a:lstStyle/>
              <a:p>
                <a:pPr algn="ctr"/>
                <a:endParaRPr lang="en-US" sz="2000">
                  <a:solidFill>
                    <a:srgbClr val="957922"/>
                  </a:solidFill>
                  <a:latin typeface="Noto Mono" panose="020B0609030804020204" pitchFamily="49" charset="0"/>
                  <a:ea typeface="Noto Mono" panose="020B0609030804020204" pitchFamily="49" charset="0"/>
                  <a:cs typeface="Noto Mono" panose="020B0609030804020204" pitchFamily="49" charset="0"/>
                </a:endParaRPr>
              </a:p>
            </p:txBody>
          </p:sp>
          <p:cxnSp>
            <p:nvCxnSpPr>
              <p:cNvPr id="61" name="Straight Connector 60">
                <a:extLst>
                  <a:ext uri="{FF2B5EF4-FFF2-40B4-BE49-F238E27FC236}">
                    <a16:creationId xmlns:a16="http://schemas.microsoft.com/office/drawing/2014/main" id="{6F51BAEB-AD2C-4DEB-B668-6B3127AC5C71}"/>
                  </a:ext>
                </a:extLst>
              </p:cNvPr>
              <p:cNvCxnSpPr>
                <a:cxnSpLocks/>
                <a:stCxn id="49" idx="0"/>
              </p:cNvCxnSpPr>
              <p:nvPr/>
            </p:nvCxnSpPr>
            <p:spPr>
              <a:xfrm flipV="1">
                <a:off x="7789175" y="4028465"/>
                <a:ext cx="0" cy="266800"/>
              </a:xfrm>
              <a:prstGeom prst="line">
                <a:avLst/>
              </a:prstGeom>
              <a:ln w="25400">
                <a:solidFill>
                  <a:srgbClr val="005EA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6" name="Straight Connector 65">
                <a:extLst>
                  <a:ext uri="{FF2B5EF4-FFF2-40B4-BE49-F238E27FC236}">
                    <a16:creationId xmlns:a16="http://schemas.microsoft.com/office/drawing/2014/main" id="{F17610F5-FFA1-48D2-96ED-E2EDCF90C1D2}"/>
                  </a:ext>
                </a:extLst>
              </p:cNvPr>
              <p:cNvCxnSpPr>
                <a:cxnSpLocks/>
                <a:stCxn id="50" idx="0"/>
              </p:cNvCxnSpPr>
              <p:nvPr/>
            </p:nvCxnSpPr>
            <p:spPr>
              <a:xfrm flipH="1" flipV="1">
                <a:off x="8768575" y="4028465"/>
                <a:ext cx="914" cy="266799"/>
              </a:xfrm>
              <a:prstGeom prst="line">
                <a:avLst/>
              </a:prstGeom>
              <a:ln w="25400">
                <a:solidFill>
                  <a:srgbClr val="005EA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9" name="Straight Connector 68">
                <a:extLst>
                  <a:ext uri="{FF2B5EF4-FFF2-40B4-BE49-F238E27FC236}">
                    <a16:creationId xmlns:a16="http://schemas.microsoft.com/office/drawing/2014/main" id="{640F15A9-24D7-4D56-93A7-B34F0D72E79A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721541" y="2100045"/>
                <a:ext cx="1550528" cy="0"/>
              </a:xfrm>
              <a:prstGeom prst="line">
                <a:avLst/>
              </a:prstGeom>
              <a:ln w="25400">
                <a:solidFill>
                  <a:srgbClr val="005EA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0" name="Straight Connector 69">
                <a:extLst>
                  <a:ext uri="{FF2B5EF4-FFF2-40B4-BE49-F238E27FC236}">
                    <a16:creationId xmlns:a16="http://schemas.microsoft.com/office/drawing/2014/main" id="{0302FF9C-9BB7-4293-986F-D95C9ABA3727}"/>
                  </a:ext>
                </a:extLst>
              </p:cNvPr>
              <p:cNvCxnSpPr>
                <a:cxnSpLocks/>
                <a:stCxn id="72" idx="0"/>
              </p:cNvCxnSpPr>
              <p:nvPr/>
            </p:nvCxnSpPr>
            <p:spPr>
              <a:xfrm flipV="1">
                <a:off x="6721541" y="2088616"/>
                <a:ext cx="1129" cy="263272"/>
              </a:xfrm>
              <a:prstGeom prst="line">
                <a:avLst/>
              </a:prstGeom>
              <a:ln w="25400">
                <a:solidFill>
                  <a:srgbClr val="005EA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2" name="Rectangle: Rounded Corners 71">
                    <a:extLst>
                      <a:ext uri="{FF2B5EF4-FFF2-40B4-BE49-F238E27FC236}">
                        <a16:creationId xmlns:a16="http://schemas.microsoft.com/office/drawing/2014/main" id="{C7D31A1D-2245-46F7-8FF4-4BD6A5CE163F}"/>
                      </a:ext>
                    </a:extLst>
                  </p:cNvPr>
                  <p:cNvSpPr/>
                  <p:nvPr/>
                </p:nvSpPr>
                <p:spPr>
                  <a:xfrm>
                    <a:off x="6313692" y="2351888"/>
                    <a:ext cx="815697" cy="419457"/>
                  </a:xfrm>
                  <a:prstGeom prst="roundRect">
                    <a:avLst>
                      <a:gd name="adj" fmla="val 9098"/>
                    </a:avLst>
                  </a:prstGeom>
                  <a:solidFill>
                    <a:srgbClr val="FFEED9"/>
                  </a:solidFill>
                  <a:ln w="19050">
                    <a:solidFill>
                      <a:schemeClr val="accent3">
                        <a:lumMod val="75000"/>
                      </a:schemeClr>
                    </a:solidFill>
                  </a:ln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</p:spPr>
                <p:style>
                  <a:lnRef idx="2">
                    <a:schemeClr val="accent6">
                      <a:shade val="50000"/>
                    </a:schemeClr>
                  </a:lnRef>
                  <a:fillRef idx="1">
                    <a:schemeClr val="accent6"/>
                  </a:fillRef>
                  <a:effectRef idx="0">
                    <a:schemeClr val="accent6"/>
                  </a:effectRef>
                  <a:fontRef idx="minor">
                    <a:schemeClr val="lt1"/>
                  </a:fontRef>
                </p:style>
                <p:txBody>
                  <a:bodyPr wrap="none" rtlCol="0" anchor="ctr">
                    <a:no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800" b="1" i="1" smtClean="0">
                              <a:solidFill>
                                <a:srgbClr val="BC69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Noto Mono" panose="020B0609030804020204" pitchFamily="49" charset="0"/>
                            </a:rPr>
                            <m:t>   </m:t>
                          </m:r>
                        </m:oMath>
                      </m:oMathPara>
                    </a14:m>
                    <a:endParaRPr lang="en-US" sz="2800">
                      <a:solidFill>
                        <a:srgbClr val="BC6900"/>
                      </a:solidFill>
                      <a:latin typeface="Noto Mono" panose="020B0609030804020204" pitchFamily="49" charset="0"/>
                      <a:ea typeface="Noto Mono" panose="020B0609030804020204" pitchFamily="49" charset="0"/>
                      <a:cs typeface="Noto Mono" panose="020B0609030804020204" pitchFamily="49" charset="0"/>
                    </a:endParaRPr>
                  </a:p>
                </p:txBody>
              </p:sp>
            </mc:Choice>
            <mc:Fallback xmlns="">
              <p:sp>
                <p:nvSpPr>
                  <p:cNvPr id="72" name="Rectangle: Rounded Corners 71">
                    <a:extLst>
                      <a:ext uri="{FF2B5EF4-FFF2-40B4-BE49-F238E27FC236}">
                        <a16:creationId xmlns:a16="http://schemas.microsoft.com/office/drawing/2014/main" id="{C7D31A1D-2245-46F7-8FF4-4BD6A5CE163F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313692" y="2351888"/>
                    <a:ext cx="815697" cy="419457"/>
                  </a:xfrm>
                  <a:prstGeom prst="roundRect">
                    <a:avLst>
                      <a:gd name="adj" fmla="val 9098"/>
                    </a:avLst>
                  </a:prstGeom>
                  <a:blipFill>
                    <a:blip r:embed="rId5"/>
                    <a:stretch>
                      <a:fillRect/>
                    </a:stretch>
                  </a:blipFill>
                  <a:ln w="19050">
                    <a:solidFill>
                      <a:schemeClr val="accent3">
                        <a:lumMod val="75000"/>
                      </a:schemeClr>
                    </a:solidFill>
                  </a:ln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4" name="TextBox 73">
                    <a:extLst>
                      <a:ext uri="{FF2B5EF4-FFF2-40B4-BE49-F238E27FC236}">
                        <a16:creationId xmlns:a16="http://schemas.microsoft.com/office/drawing/2014/main" id="{94D2D61D-26FC-42DE-802A-3B4BA3CCC51A}"/>
                      </a:ext>
                    </a:extLst>
                  </p:cNvPr>
                  <p:cNvSpPr txBox="1"/>
                  <p:nvPr/>
                </p:nvSpPr>
                <p:spPr>
                  <a:xfrm>
                    <a:off x="6450332" y="2312842"/>
                    <a:ext cx="417638" cy="461665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400" b="1" i="1" smtClean="0">
                              <a:solidFill>
                                <a:srgbClr val="BC69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Noto Mono" panose="020B0609030804020204" pitchFamily="49" charset="0"/>
                            </a:rPr>
                            <m:t> </m:t>
                          </m:r>
                          <m:r>
                            <a:rPr lang="en-US" sz="2400" b="1" i="1" smtClean="0">
                              <a:solidFill>
                                <a:srgbClr val="BC69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Noto Mono" panose="020B0609030804020204" pitchFamily="49" charset="0"/>
                            </a:rPr>
                            <m:t>𝜶</m:t>
                          </m:r>
                        </m:oMath>
                      </m:oMathPara>
                    </a14:m>
                    <a:endParaRPr lang="en-US" sz="2400">
                      <a:solidFill>
                        <a:srgbClr val="BC690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74" name="TextBox 73">
                    <a:extLst>
                      <a:ext uri="{FF2B5EF4-FFF2-40B4-BE49-F238E27FC236}">
                        <a16:creationId xmlns:a16="http://schemas.microsoft.com/office/drawing/2014/main" id="{94D2D61D-26FC-42DE-802A-3B4BA3CCC51A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450332" y="2312842"/>
                    <a:ext cx="417638" cy="461665"/>
                  </a:xfrm>
                  <a:prstGeom prst="rect">
                    <a:avLst/>
                  </a:prstGeom>
                  <a:blipFill>
                    <a:blip r:embed="rId6"/>
                    <a:stretch>
                      <a:fillRect r="-5797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grpSp>
            <p:nvGrpSpPr>
              <p:cNvPr id="19" name="Group 18">
                <a:extLst>
                  <a:ext uri="{FF2B5EF4-FFF2-40B4-BE49-F238E27FC236}">
                    <a16:creationId xmlns:a16="http://schemas.microsoft.com/office/drawing/2014/main" id="{E30FA962-B4CE-4309-9D3A-9E0CBA0BAF6E}"/>
                  </a:ext>
                </a:extLst>
              </p:cNvPr>
              <p:cNvGrpSpPr/>
              <p:nvPr/>
            </p:nvGrpSpPr>
            <p:grpSpPr>
              <a:xfrm>
                <a:off x="6401012" y="5029991"/>
                <a:ext cx="815697" cy="461665"/>
                <a:chOff x="9494355" y="4413024"/>
                <a:chExt cx="815697" cy="461665"/>
              </a:xfrm>
            </p:grpSpPr>
            <p:sp>
              <p:nvSpPr>
                <p:cNvPr id="17" name="Rectangle: Rounded Corners 16">
                  <a:extLst>
                    <a:ext uri="{FF2B5EF4-FFF2-40B4-BE49-F238E27FC236}">
                      <a16:creationId xmlns:a16="http://schemas.microsoft.com/office/drawing/2014/main" id="{C499D4E7-3E1C-4A32-A275-E55A62250E8B}"/>
                    </a:ext>
                  </a:extLst>
                </p:cNvPr>
                <p:cNvSpPr/>
                <p:nvPr/>
              </p:nvSpPr>
              <p:spPr>
                <a:xfrm>
                  <a:off x="9494355" y="4447665"/>
                  <a:ext cx="815697" cy="419457"/>
                </a:xfrm>
                <a:prstGeom prst="roundRect">
                  <a:avLst>
                    <a:gd name="adj" fmla="val 9098"/>
                  </a:avLst>
                </a:prstGeom>
                <a:solidFill>
                  <a:srgbClr val="FAFFFA"/>
                </a:solidFill>
                <a:ln w="19050">
                  <a:solidFill>
                    <a:srgbClr val="619E64"/>
                  </a:solidFill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6">
                    <a:shade val="50000"/>
                  </a:schemeClr>
                </a:lnRef>
                <a:fillRef idx="1">
                  <a:schemeClr val="accent6"/>
                </a:fillRef>
                <a:effectRef idx="0">
                  <a:schemeClr val="accent6"/>
                </a:effectRef>
                <a:fontRef idx="minor">
                  <a:schemeClr val="lt1"/>
                </a:fontRef>
              </p:style>
              <p:txBody>
                <a:bodyPr wrap="none" rtlCol="0" anchor="ctr">
                  <a:noAutofit/>
                </a:bodyPr>
                <a:lstStyle/>
                <a:p>
                  <a:pPr algn="ctr"/>
                  <a:endParaRPr lang="en-US" sz="2000">
                    <a:solidFill>
                      <a:srgbClr val="957922"/>
                    </a:solidFill>
                    <a:latin typeface="Noto Mono" panose="020B0609030804020204" pitchFamily="49" charset="0"/>
                    <a:ea typeface="Noto Mono" panose="020B0609030804020204" pitchFamily="49" charset="0"/>
                    <a:cs typeface="Noto Mono" panose="020B0609030804020204" pitchFamily="49" charset="0"/>
                  </a:endParaRPr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8" name="TextBox 17">
                      <a:extLst>
                        <a:ext uri="{FF2B5EF4-FFF2-40B4-BE49-F238E27FC236}">
                          <a16:creationId xmlns:a16="http://schemas.microsoft.com/office/drawing/2014/main" id="{713B2FBF-FB88-473B-8F60-E8D6FB873390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9558368" y="4413024"/>
                      <a:ext cx="619578" cy="461665"/>
                    </a:xfrm>
                    <a:prstGeom prst="rect">
                      <a:avLst/>
                    </a:prstGeom>
                    <a:noFill/>
                  </p:spPr>
                  <p:txBody>
                    <a:bodyPr wrap="square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sz="2400" b="1" i="1" smtClean="0">
                                <a:solidFill>
                                  <a:srgbClr val="BC69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Noto Mono" panose="020B0609030804020204" pitchFamily="49" charset="0"/>
                              </a:rPr>
                              <m:t> </m:t>
                            </m:r>
                            <m:r>
                              <a:rPr lang="en-US" sz="2400" b="1" i="1" smtClean="0">
                                <a:solidFill>
                                  <a:srgbClr val="619E64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Noto Mono" panose="020B0609030804020204" pitchFamily="49" charset="0"/>
                              </a:rPr>
                              <m:t>𝜶</m:t>
                            </m:r>
                          </m:oMath>
                        </m:oMathPara>
                      </a14:m>
                      <a:endParaRPr lang="en-US" sz="2400">
                        <a:solidFill>
                          <a:srgbClr val="BC6900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18" name="TextBox 17">
                      <a:extLst>
                        <a:ext uri="{FF2B5EF4-FFF2-40B4-BE49-F238E27FC236}">
                          <a16:creationId xmlns:a16="http://schemas.microsoft.com/office/drawing/2014/main" id="{713B2FBF-FB88-473B-8F60-E8D6FB873390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9558368" y="4413024"/>
                      <a:ext cx="619578" cy="461665"/>
                    </a:xfrm>
                    <a:prstGeom prst="rect">
                      <a:avLst/>
                    </a:prstGeom>
                    <a:blipFill>
                      <a:blip r:embed="rId7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cxnSp>
            <p:nvCxnSpPr>
              <p:cNvPr id="53" name="Straight Connector 52">
                <a:extLst>
                  <a:ext uri="{FF2B5EF4-FFF2-40B4-BE49-F238E27FC236}">
                    <a16:creationId xmlns:a16="http://schemas.microsoft.com/office/drawing/2014/main" id="{770BF78A-9D1F-4930-8577-663791B4F6FA}"/>
                  </a:ext>
                </a:extLst>
              </p:cNvPr>
              <p:cNvCxnSpPr>
                <a:cxnSpLocks/>
                <a:stCxn id="17" idx="0"/>
                <a:endCxn id="51" idx="2"/>
              </p:cNvCxnSpPr>
              <p:nvPr/>
            </p:nvCxnSpPr>
            <p:spPr>
              <a:xfrm flipV="1">
                <a:off x="6808861" y="4714722"/>
                <a:ext cx="0" cy="349910"/>
              </a:xfrm>
              <a:prstGeom prst="line">
                <a:avLst/>
              </a:prstGeom>
              <a:ln w="25400">
                <a:solidFill>
                  <a:srgbClr val="005EA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54" name="Group 53">
                <a:extLst>
                  <a:ext uri="{FF2B5EF4-FFF2-40B4-BE49-F238E27FC236}">
                    <a16:creationId xmlns:a16="http://schemas.microsoft.com/office/drawing/2014/main" id="{62FFC9E2-3369-4039-9508-9732E039FF0F}"/>
                  </a:ext>
                </a:extLst>
              </p:cNvPr>
              <p:cNvGrpSpPr/>
              <p:nvPr/>
            </p:nvGrpSpPr>
            <p:grpSpPr>
              <a:xfrm>
                <a:off x="7381326" y="5020692"/>
                <a:ext cx="815697" cy="469338"/>
                <a:chOff x="9494355" y="4397784"/>
                <a:chExt cx="815697" cy="469338"/>
              </a:xfrm>
            </p:grpSpPr>
            <p:sp>
              <p:nvSpPr>
                <p:cNvPr id="58" name="Rectangle: Rounded Corners 57">
                  <a:extLst>
                    <a:ext uri="{FF2B5EF4-FFF2-40B4-BE49-F238E27FC236}">
                      <a16:creationId xmlns:a16="http://schemas.microsoft.com/office/drawing/2014/main" id="{7A24FDC4-9BA0-4FB5-A940-0407A6E5EF21}"/>
                    </a:ext>
                  </a:extLst>
                </p:cNvPr>
                <p:cNvSpPr/>
                <p:nvPr/>
              </p:nvSpPr>
              <p:spPr>
                <a:xfrm>
                  <a:off x="9494355" y="4447665"/>
                  <a:ext cx="815697" cy="419457"/>
                </a:xfrm>
                <a:prstGeom prst="roundRect">
                  <a:avLst>
                    <a:gd name="adj" fmla="val 9098"/>
                  </a:avLst>
                </a:prstGeom>
                <a:solidFill>
                  <a:srgbClr val="FAFFFA"/>
                </a:solidFill>
                <a:ln w="19050">
                  <a:solidFill>
                    <a:srgbClr val="619E64"/>
                  </a:solidFill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6">
                    <a:shade val="50000"/>
                  </a:schemeClr>
                </a:lnRef>
                <a:fillRef idx="1">
                  <a:schemeClr val="accent6"/>
                </a:fillRef>
                <a:effectRef idx="0">
                  <a:schemeClr val="accent6"/>
                </a:effectRef>
                <a:fontRef idx="minor">
                  <a:schemeClr val="lt1"/>
                </a:fontRef>
              </p:style>
              <p:txBody>
                <a:bodyPr wrap="none" rtlCol="0" anchor="ctr">
                  <a:noAutofit/>
                </a:bodyPr>
                <a:lstStyle/>
                <a:p>
                  <a:pPr algn="ctr"/>
                  <a:endParaRPr lang="en-US" sz="2000">
                    <a:solidFill>
                      <a:srgbClr val="957922"/>
                    </a:solidFill>
                    <a:latin typeface="Noto Mono" panose="020B0609030804020204" pitchFamily="49" charset="0"/>
                    <a:ea typeface="Noto Mono" panose="020B0609030804020204" pitchFamily="49" charset="0"/>
                    <a:cs typeface="Noto Mono" panose="020B0609030804020204" pitchFamily="49" charset="0"/>
                  </a:endParaRPr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62" name="TextBox 61">
                      <a:extLst>
                        <a:ext uri="{FF2B5EF4-FFF2-40B4-BE49-F238E27FC236}">
                          <a16:creationId xmlns:a16="http://schemas.microsoft.com/office/drawing/2014/main" id="{5E2429A0-189E-450D-AAF1-C6B5024224A7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9550748" y="4397784"/>
                      <a:ext cx="619578" cy="461665"/>
                    </a:xfrm>
                    <a:prstGeom prst="rect">
                      <a:avLst/>
                    </a:prstGeom>
                    <a:noFill/>
                  </p:spPr>
                  <p:txBody>
                    <a:bodyPr wrap="square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sz="2400" b="1" i="1" smtClean="0">
                                <a:solidFill>
                                  <a:srgbClr val="BC69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Noto Mono" panose="020B0609030804020204" pitchFamily="49" charset="0"/>
                              </a:rPr>
                              <m:t> </m:t>
                            </m:r>
                            <m:r>
                              <a:rPr lang="en-US" sz="2400" b="1" i="1" smtClean="0">
                                <a:solidFill>
                                  <a:srgbClr val="619E64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Noto Mono" panose="020B0609030804020204" pitchFamily="49" charset="0"/>
                              </a:rPr>
                              <m:t>𝜶</m:t>
                            </m:r>
                          </m:oMath>
                        </m:oMathPara>
                      </a14:m>
                      <a:endParaRPr lang="en-US" sz="2400">
                        <a:solidFill>
                          <a:srgbClr val="BC6900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62" name="TextBox 61">
                      <a:extLst>
                        <a:ext uri="{FF2B5EF4-FFF2-40B4-BE49-F238E27FC236}">
                          <a16:creationId xmlns:a16="http://schemas.microsoft.com/office/drawing/2014/main" id="{5E2429A0-189E-450D-AAF1-C6B5024224A7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9550748" y="4397784"/>
                      <a:ext cx="619578" cy="461665"/>
                    </a:xfrm>
                    <a:prstGeom prst="rect">
                      <a:avLst/>
                    </a:prstGeom>
                    <a:blipFill>
                      <a:blip r:embed="rId8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cxnSp>
            <p:nvCxnSpPr>
              <p:cNvPr id="63" name="Straight Connector 62">
                <a:extLst>
                  <a:ext uri="{FF2B5EF4-FFF2-40B4-BE49-F238E27FC236}">
                    <a16:creationId xmlns:a16="http://schemas.microsoft.com/office/drawing/2014/main" id="{BE6A12A7-BF19-4B87-B758-1C5F75F98002}"/>
                  </a:ext>
                </a:extLst>
              </p:cNvPr>
              <p:cNvCxnSpPr>
                <a:cxnSpLocks/>
                <a:stCxn id="58" idx="0"/>
                <a:endCxn id="49" idx="2"/>
              </p:cNvCxnSpPr>
              <p:nvPr/>
            </p:nvCxnSpPr>
            <p:spPr>
              <a:xfrm flipV="1">
                <a:off x="7789175" y="4714722"/>
                <a:ext cx="0" cy="355851"/>
              </a:xfrm>
              <a:prstGeom prst="line">
                <a:avLst/>
              </a:prstGeom>
              <a:ln w="25400">
                <a:solidFill>
                  <a:srgbClr val="005EA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64" name="Group 63">
                <a:extLst>
                  <a:ext uri="{FF2B5EF4-FFF2-40B4-BE49-F238E27FC236}">
                    <a16:creationId xmlns:a16="http://schemas.microsoft.com/office/drawing/2014/main" id="{1D8BA66B-141D-4E83-9B91-450CF9909A92}"/>
                  </a:ext>
                </a:extLst>
              </p:cNvPr>
              <p:cNvGrpSpPr/>
              <p:nvPr/>
            </p:nvGrpSpPr>
            <p:grpSpPr>
              <a:xfrm>
                <a:off x="8356533" y="5018754"/>
                <a:ext cx="815697" cy="461718"/>
                <a:chOff x="9494355" y="4405404"/>
                <a:chExt cx="815697" cy="461718"/>
              </a:xfrm>
            </p:grpSpPr>
            <p:sp>
              <p:nvSpPr>
                <p:cNvPr id="65" name="Rectangle: Rounded Corners 64">
                  <a:extLst>
                    <a:ext uri="{FF2B5EF4-FFF2-40B4-BE49-F238E27FC236}">
                      <a16:creationId xmlns:a16="http://schemas.microsoft.com/office/drawing/2014/main" id="{CA0D725B-5F74-4B5A-B96A-A2B033890815}"/>
                    </a:ext>
                  </a:extLst>
                </p:cNvPr>
                <p:cNvSpPr/>
                <p:nvPr/>
              </p:nvSpPr>
              <p:spPr>
                <a:xfrm>
                  <a:off x="9494355" y="4447665"/>
                  <a:ext cx="815697" cy="419457"/>
                </a:xfrm>
                <a:prstGeom prst="roundRect">
                  <a:avLst>
                    <a:gd name="adj" fmla="val 9098"/>
                  </a:avLst>
                </a:prstGeom>
                <a:solidFill>
                  <a:srgbClr val="FAFFFA"/>
                </a:solidFill>
                <a:ln w="19050">
                  <a:solidFill>
                    <a:srgbClr val="619E64"/>
                  </a:solidFill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6">
                    <a:shade val="50000"/>
                  </a:schemeClr>
                </a:lnRef>
                <a:fillRef idx="1">
                  <a:schemeClr val="accent6"/>
                </a:fillRef>
                <a:effectRef idx="0">
                  <a:schemeClr val="accent6"/>
                </a:effectRef>
                <a:fontRef idx="minor">
                  <a:schemeClr val="lt1"/>
                </a:fontRef>
              </p:style>
              <p:txBody>
                <a:bodyPr wrap="none" rtlCol="0" anchor="ctr">
                  <a:noAutofit/>
                </a:bodyPr>
                <a:lstStyle/>
                <a:p>
                  <a:pPr algn="ctr"/>
                  <a:endParaRPr lang="en-US" sz="2000">
                    <a:solidFill>
                      <a:srgbClr val="957922"/>
                    </a:solidFill>
                    <a:latin typeface="Noto Mono" panose="020B0609030804020204" pitchFamily="49" charset="0"/>
                    <a:ea typeface="Noto Mono" panose="020B0609030804020204" pitchFamily="49" charset="0"/>
                    <a:cs typeface="Noto Mono" panose="020B0609030804020204" pitchFamily="49" charset="0"/>
                  </a:endParaRPr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67" name="TextBox 66">
                      <a:extLst>
                        <a:ext uri="{FF2B5EF4-FFF2-40B4-BE49-F238E27FC236}">
                          <a16:creationId xmlns:a16="http://schemas.microsoft.com/office/drawing/2014/main" id="{0BBC138B-BD91-4EA5-AACE-CA0BAB30EBF0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9573608" y="4405404"/>
                      <a:ext cx="619578" cy="461665"/>
                    </a:xfrm>
                    <a:prstGeom prst="rect">
                      <a:avLst/>
                    </a:prstGeom>
                    <a:noFill/>
                  </p:spPr>
                  <p:txBody>
                    <a:bodyPr wrap="square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sz="2400" b="1" i="1" smtClean="0">
                                <a:solidFill>
                                  <a:srgbClr val="BC69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Noto Mono" panose="020B0609030804020204" pitchFamily="49" charset="0"/>
                              </a:rPr>
                              <m:t> </m:t>
                            </m:r>
                            <m:r>
                              <a:rPr lang="en-US" sz="2400" b="1" i="1" smtClean="0">
                                <a:solidFill>
                                  <a:srgbClr val="619E64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Noto Mono" panose="020B0609030804020204" pitchFamily="49" charset="0"/>
                              </a:rPr>
                              <m:t>𝜶</m:t>
                            </m:r>
                          </m:oMath>
                        </m:oMathPara>
                      </a14:m>
                      <a:endParaRPr lang="en-US" sz="2400">
                        <a:solidFill>
                          <a:srgbClr val="BC6900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67" name="TextBox 66">
                      <a:extLst>
                        <a:ext uri="{FF2B5EF4-FFF2-40B4-BE49-F238E27FC236}">
                          <a16:creationId xmlns:a16="http://schemas.microsoft.com/office/drawing/2014/main" id="{0BBC138B-BD91-4EA5-AACE-CA0BAB30EBF0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9573608" y="4405404"/>
                      <a:ext cx="619578" cy="461665"/>
                    </a:xfrm>
                    <a:prstGeom prst="rect">
                      <a:avLst/>
                    </a:prstGeom>
                    <a:blipFill>
                      <a:blip r:embed="rId9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cxnSp>
            <p:nvCxnSpPr>
              <p:cNvPr id="68" name="Straight Connector 67">
                <a:extLst>
                  <a:ext uri="{FF2B5EF4-FFF2-40B4-BE49-F238E27FC236}">
                    <a16:creationId xmlns:a16="http://schemas.microsoft.com/office/drawing/2014/main" id="{ACBB96E1-CCD6-41C8-AE44-D33E96C77EC0}"/>
                  </a:ext>
                </a:extLst>
              </p:cNvPr>
              <p:cNvCxnSpPr>
                <a:cxnSpLocks/>
                <a:stCxn id="65" idx="0"/>
              </p:cNvCxnSpPr>
              <p:nvPr/>
            </p:nvCxnSpPr>
            <p:spPr>
              <a:xfrm flipV="1">
                <a:off x="8764382" y="4711105"/>
                <a:ext cx="0" cy="349910"/>
              </a:xfrm>
              <a:prstGeom prst="line">
                <a:avLst/>
              </a:prstGeom>
              <a:ln w="25400">
                <a:solidFill>
                  <a:srgbClr val="005EA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1" name="Straight Connector 70">
                <a:extLst>
                  <a:ext uri="{FF2B5EF4-FFF2-40B4-BE49-F238E27FC236}">
                    <a16:creationId xmlns:a16="http://schemas.microsoft.com/office/drawing/2014/main" id="{21A6476D-F279-4315-A313-6CF4795EA3CA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252850" y="3750207"/>
                <a:ext cx="0" cy="146153"/>
              </a:xfrm>
              <a:prstGeom prst="line">
                <a:avLst/>
              </a:prstGeom>
              <a:ln w="25400">
                <a:solidFill>
                  <a:srgbClr val="005EA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3" name="Straight Connector 72">
                <a:extLst>
                  <a:ext uri="{FF2B5EF4-FFF2-40B4-BE49-F238E27FC236}">
                    <a16:creationId xmlns:a16="http://schemas.microsoft.com/office/drawing/2014/main" id="{81E05E4E-5819-4C96-856E-1910C14FC370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0259318" y="3750207"/>
                <a:ext cx="0" cy="146153"/>
              </a:xfrm>
              <a:prstGeom prst="line">
                <a:avLst/>
              </a:prstGeom>
              <a:ln w="25400">
                <a:solidFill>
                  <a:srgbClr val="005EA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3" name="TextBox 32">
                  <a:extLst>
                    <a:ext uri="{FF2B5EF4-FFF2-40B4-BE49-F238E27FC236}">
                      <a16:creationId xmlns:a16="http://schemas.microsoft.com/office/drawing/2014/main" id="{0E78B1AC-1509-4F6A-A6D4-CC448A9AD77F}"/>
                    </a:ext>
                  </a:extLst>
                </p:cNvPr>
                <p:cNvSpPr txBox="1"/>
                <p:nvPr/>
              </p:nvSpPr>
              <p:spPr>
                <a:xfrm>
                  <a:off x="9388188" y="4237764"/>
                  <a:ext cx="619578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b="1" i="1" smtClean="0">
                            <a:solidFill>
                              <a:srgbClr val="BC69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Noto Mono" panose="020B0609030804020204" pitchFamily="49" charset="0"/>
                          </a:rPr>
                          <m:t> </m:t>
                        </m:r>
                        <m:r>
                          <a:rPr lang="en-US" sz="2400" b="1" i="1" smtClean="0">
                            <a:solidFill>
                              <a:srgbClr val="619E64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Noto Mono" panose="020B0609030804020204" pitchFamily="49" charset="0"/>
                          </a:rPr>
                          <m:t>𝜶</m:t>
                        </m:r>
                      </m:oMath>
                    </m:oMathPara>
                  </a14:m>
                  <a:endParaRPr lang="en-US" sz="2400">
                    <a:solidFill>
                      <a:srgbClr val="BC6900"/>
                    </a:solidFill>
                  </a:endParaRPr>
                </a:p>
              </p:txBody>
            </p:sp>
          </mc:Choice>
          <mc:Fallback xmlns="">
            <p:sp>
              <p:nvSpPr>
                <p:cNvPr id="33" name="TextBox 32">
                  <a:extLst>
                    <a:ext uri="{FF2B5EF4-FFF2-40B4-BE49-F238E27FC236}">
                      <a16:creationId xmlns:a16="http://schemas.microsoft.com/office/drawing/2014/main" id="{0E78B1AC-1509-4F6A-A6D4-CC448A9AD77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388188" y="4237764"/>
                  <a:ext cx="619578" cy="461665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60" name="Rectangle: Rounded Corners 59">
                <a:extLst>
                  <a:ext uri="{FF2B5EF4-FFF2-40B4-BE49-F238E27FC236}">
                    <a16:creationId xmlns:a16="http://schemas.microsoft.com/office/drawing/2014/main" id="{336A4B73-E07D-4428-A8F4-B0BECC692B99}"/>
                  </a:ext>
                </a:extLst>
              </p:cNvPr>
              <p:cNvSpPr/>
              <p:nvPr/>
            </p:nvSpPr>
            <p:spPr>
              <a:xfrm>
                <a:off x="7846477" y="1549914"/>
                <a:ext cx="2970685" cy="387191"/>
              </a:xfrm>
              <a:prstGeom prst="roundRect">
                <a:avLst>
                  <a:gd name="adj" fmla="val 9098"/>
                </a:avLst>
              </a:prstGeom>
              <a:solidFill>
                <a:srgbClr val="FAFAFF"/>
              </a:solidFill>
              <a:ln w="19050">
                <a:solidFill>
                  <a:srgbClr val="862286"/>
                </a:solidFill>
              </a:ln>
              <a:effectLst>
                <a:outerShdw blurRad="50800" dist="889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>
                    <a:solidFill>
                      <a:srgbClr val="962696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  <a:cs typeface="Calibri" panose="020F0502020204030204" pitchFamily="34" charset="0"/>
                  </a:rPr>
                  <a:t> EC 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rgbClr val="962696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≅</m:t>
                    </m:r>
                  </m:oMath>
                </a14:m>
                <a:r>
                  <a:rPr lang="en-US">
                    <a:solidFill>
                      <a:srgbClr val="962696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  <a:cs typeface="Calibri" panose="020F0502020204030204" pitchFamily="34" charset="0"/>
                  </a:rPr>
                  <a:t> Path from Root 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rgbClr val="962696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×</m:t>
                    </m:r>
                  </m:oMath>
                </a14:m>
                <a:r>
                  <a:rPr lang="en-US">
                    <a:solidFill>
                      <a:srgbClr val="962696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  <a:cs typeface="Calibri" panose="020F0502020204030204" pitchFamily="34" charset="0"/>
                  </a:rPr>
                  <a:t> type</a:t>
                </a:r>
                <a:endParaRPr lang="en-US">
                  <a:solidFill>
                    <a:srgbClr val="962696"/>
                  </a:solidFill>
                  <a:latin typeface="Source Sans Pro" panose="020B0503030403020204" pitchFamily="34" charset="0"/>
                  <a:ea typeface="Source Sans Pro" panose="020B0503030403020204" pitchFamily="34" charset="0"/>
                </a:endParaRPr>
              </a:p>
            </p:txBody>
          </p:sp>
        </mc:Choice>
        <mc:Fallback xmlns="">
          <p:sp>
            <p:nvSpPr>
              <p:cNvPr id="60" name="Rectangle: Rounded Corners 59">
                <a:extLst>
                  <a:ext uri="{FF2B5EF4-FFF2-40B4-BE49-F238E27FC236}">
                    <a16:creationId xmlns:a16="http://schemas.microsoft.com/office/drawing/2014/main" id="{336A4B73-E07D-4428-A8F4-B0BECC692B9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46477" y="1549914"/>
                <a:ext cx="2970685" cy="387191"/>
              </a:xfrm>
              <a:prstGeom prst="roundRect">
                <a:avLst>
                  <a:gd name="adj" fmla="val 9098"/>
                </a:avLst>
              </a:prstGeom>
              <a:blipFill>
                <a:blip r:embed="rId10"/>
                <a:stretch>
                  <a:fillRect t="-1399"/>
                </a:stretch>
              </a:blipFill>
              <a:ln w="19050">
                <a:solidFill>
                  <a:srgbClr val="862286"/>
                </a:solidFill>
              </a:ln>
              <a:effectLst>
                <a:outerShdw blurRad="50800" dist="889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E0C394A1-2060-434E-BCAF-7A2CA94DF9B6}"/>
                  </a:ext>
                </a:extLst>
              </p:cNvPr>
              <p:cNvSpPr txBox="1"/>
              <p:nvPr/>
            </p:nvSpPr>
            <p:spPr>
              <a:xfrm>
                <a:off x="8330773" y="2136610"/>
                <a:ext cx="2032608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solidFill>
                            <a:srgbClr val="546970"/>
                          </a:solidFill>
                          <a:latin typeface="Cambria Math" panose="02040503050406030204" pitchFamily="18" charset="0"/>
                        </a:rPr>
                        <m:t>⟨</m:t>
                      </m:r>
                      <m:r>
                        <m:rPr>
                          <m:nor/>
                        </m:rPr>
                        <a:rPr lang="en-US" sz="2000" b="0" i="0" smtClean="0">
                          <a:solidFill>
                            <a:srgbClr val="546970"/>
                          </a:solidFill>
                          <a:latin typeface="Lucida Sans Typewriter" panose="020B0509030504030204" pitchFamily="49" charset="0"/>
                          <a:ea typeface="Noto Mono" panose="020B0609030804020204" pitchFamily="49" charset="0"/>
                          <a:cs typeface="Noto Mono" panose="020B0609030804020204" pitchFamily="49" charset="0"/>
                        </a:rPr>
                        <m:t>ucla</m:t>
                      </m:r>
                      <m:r>
                        <m:rPr>
                          <m:nor/>
                        </m:rPr>
                        <a:rPr lang="en-US" sz="2000" b="0" i="0" smtClean="0">
                          <a:solidFill>
                            <a:srgbClr val="546970"/>
                          </a:solidFill>
                          <a:latin typeface="Lucida Sans Typewriter" panose="020B0509030504030204" pitchFamily="49" charset="0"/>
                          <a:ea typeface="Noto Mono" panose="020B0609030804020204" pitchFamily="49" charset="0"/>
                          <a:cs typeface="Noto Mono" panose="020B0609030804020204" pitchFamily="49" charset="0"/>
                        </a:rPr>
                        <m:t>.</m:t>
                      </m:r>
                      <m:r>
                        <m:rPr>
                          <m:nor/>
                        </m:rPr>
                        <a:rPr lang="en-US" sz="2000" b="0" i="0" smtClean="0">
                          <a:solidFill>
                            <a:srgbClr val="546970"/>
                          </a:solidFill>
                          <a:latin typeface="Lucida Sans Typewriter" panose="020B0509030504030204" pitchFamily="49" charset="0"/>
                          <a:ea typeface="Noto Mono" panose="020B0609030804020204" pitchFamily="49" charset="0"/>
                          <a:cs typeface="Noto Mono" panose="020B0609030804020204" pitchFamily="49" charset="0"/>
                        </a:rPr>
                        <m:t>edu</m:t>
                      </m:r>
                      <m:r>
                        <m:rPr>
                          <m:nor/>
                        </m:rPr>
                        <a:rPr lang="en-US" sz="2000" b="0" i="0" smtClean="0">
                          <a:solidFill>
                            <a:srgbClr val="546970"/>
                          </a:solidFill>
                          <a:latin typeface="Lucida Sans Typewriter" panose="020B0509030504030204" pitchFamily="49" charset="0"/>
                          <a:ea typeface="Noto Mono" panose="020B0609030804020204" pitchFamily="49" charset="0"/>
                          <a:cs typeface="Noto Mono" panose="020B0609030804020204" pitchFamily="49" charset="0"/>
                        </a:rPr>
                        <m:t>.,</m:t>
                      </m:r>
                      <m:r>
                        <m:rPr>
                          <m:nor/>
                        </m:rPr>
                        <a:rPr lang="en-US" sz="2000">
                          <a:solidFill>
                            <a:srgbClr val="546970"/>
                          </a:solidFill>
                          <a:latin typeface="Lucida Sans Typewriter" panose="020B0509030504030204" pitchFamily="49" charset="0"/>
                          <a:ea typeface="Noto Mono" panose="020B0609030804020204" pitchFamily="49" charset="0"/>
                          <a:cs typeface="Noto Mono" panose="020B0609030804020204" pitchFamily="49" charset="0"/>
                        </a:rPr>
                        <m:t>A</m:t>
                      </m:r>
                      <m:r>
                        <a:rPr lang="en-US" sz="2000" b="0" i="1" smtClean="0">
                          <a:solidFill>
                            <a:srgbClr val="546970"/>
                          </a:solidFill>
                          <a:latin typeface="Cambria Math" panose="02040503050406030204" pitchFamily="18" charset="0"/>
                        </a:rPr>
                        <m:t>⟩</m:t>
                      </m:r>
                    </m:oMath>
                  </m:oMathPara>
                </a14:m>
                <a:endParaRPr lang="en-US" sz="2000" dirty="0">
                  <a:solidFill>
                    <a:srgbClr val="546970"/>
                  </a:solidFill>
                  <a:latin typeface="Lucida Sans Typewriter" panose="020B0509030504030204" pitchFamily="49" charset="0"/>
                </a:endParaRPr>
              </a:p>
            </p:txBody>
          </p:sp>
        </mc:Choice>
        <mc:Fallback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E0C394A1-2060-434E-BCAF-7A2CA94DF9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30773" y="2136610"/>
                <a:ext cx="2032608" cy="307777"/>
              </a:xfrm>
              <a:prstGeom prst="rect">
                <a:avLst/>
              </a:prstGeom>
              <a:blipFill>
                <a:blip r:embed="rId11"/>
                <a:stretch>
                  <a:fillRect l="-1802" t="-1961" r="-1502" b="-3725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977FEAA8-3FB2-4FE5-8564-63299BD4D0D6}"/>
                  </a:ext>
                </a:extLst>
              </p:cNvPr>
              <p:cNvSpPr txBox="1"/>
              <p:nvPr/>
            </p:nvSpPr>
            <p:spPr>
              <a:xfrm>
                <a:off x="8330773" y="2722013"/>
                <a:ext cx="2340384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solidFill>
                            <a:srgbClr val="546970"/>
                          </a:solidFill>
                          <a:latin typeface="Cambria Math" panose="02040503050406030204" pitchFamily="18" charset="0"/>
                        </a:rPr>
                        <m:t>⟨</m:t>
                      </m:r>
                      <m:r>
                        <m:rPr>
                          <m:nor/>
                        </m:rPr>
                        <a:rPr lang="en-US" sz="2000" b="0" i="0" smtClean="0">
                          <a:solidFill>
                            <a:srgbClr val="546970"/>
                          </a:solidFill>
                          <a:latin typeface="Lucida Sans Typewriter" panose="020B0509030504030204" pitchFamily="49" charset="0"/>
                          <a:ea typeface="Noto Mono" panose="020B0609030804020204" pitchFamily="49" charset="0"/>
                          <a:cs typeface="Noto Mono" panose="020B0609030804020204" pitchFamily="49" charset="0"/>
                        </a:rPr>
                        <m:t>ucla</m:t>
                      </m:r>
                      <m:r>
                        <m:rPr>
                          <m:nor/>
                        </m:rPr>
                        <a:rPr lang="en-US" sz="2000" b="0" i="0" smtClean="0">
                          <a:solidFill>
                            <a:srgbClr val="546970"/>
                          </a:solidFill>
                          <a:latin typeface="Lucida Sans Typewriter" panose="020B0509030504030204" pitchFamily="49" charset="0"/>
                          <a:ea typeface="Noto Mono" panose="020B0609030804020204" pitchFamily="49" charset="0"/>
                          <a:cs typeface="Noto Mono" panose="020B0609030804020204" pitchFamily="49" charset="0"/>
                        </a:rPr>
                        <m:t>.</m:t>
                      </m:r>
                      <m:r>
                        <m:rPr>
                          <m:nor/>
                        </m:rPr>
                        <a:rPr lang="en-US" sz="2000" b="0" i="0" smtClean="0">
                          <a:solidFill>
                            <a:srgbClr val="546970"/>
                          </a:solidFill>
                          <a:latin typeface="Lucida Sans Typewriter" panose="020B0509030504030204" pitchFamily="49" charset="0"/>
                          <a:ea typeface="Noto Mono" panose="020B0609030804020204" pitchFamily="49" charset="0"/>
                          <a:cs typeface="Noto Mono" panose="020B0609030804020204" pitchFamily="49" charset="0"/>
                        </a:rPr>
                        <m:t>edu</m:t>
                      </m:r>
                      <m:r>
                        <m:rPr>
                          <m:nor/>
                        </m:rPr>
                        <a:rPr lang="en-US" sz="2000" b="0" i="0" smtClean="0">
                          <a:solidFill>
                            <a:srgbClr val="546970"/>
                          </a:solidFill>
                          <a:latin typeface="Lucida Sans Typewriter" panose="020B0509030504030204" pitchFamily="49" charset="0"/>
                          <a:ea typeface="Noto Mono" panose="020B0609030804020204" pitchFamily="49" charset="0"/>
                          <a:cs typeface="Noto Mono" panose="020B0609030804020204" pitchFamily="49" charset="0"/>
                        </a:rPr>
                        <m:t>.,</m:t>
                      </m:r>
                      <m:r>
                        <m:rPr>
                          <m:nor/>
                        </m:rPr>
                        <a:rPr lang="en-US" sz="2000" b="0" i="0" smtClean="0">
                          <a:solidFill>
                            <a:srgbClr val="546970"/>
                          </a:solidFill>
                          <a:latin typeface="Lucida Sans Typewriter" panose="020B0509030504030204" pitchFamily="49" charset="0"/>
                          <a:ea typeface="Noto Mono" panose="020B0609030804020204" pitchFamily="49" charset="0"/>
                          <a:cs typeface="Noto Mono" panose="020B0609030804020204" pitchFamily="49" charset="0"/>
                        </a:rPr>
                        <m:t>TXT</m:t>
                      </m:r>
                      <m:r>
                        <a:rPr lang="en-US" sz="2000" b="0" i="1" smtClean="0">
                          <a:solidFill>
                            <a:srgbClr val="546970"/>
                          </a:solidFill>
                          <a:latin typeface="Cambria Math" panose="02040503050406030204" pitchFamily="18" charset="0"/>
                        </a:rPr>
                        <m:t>⟩</m:t>
                      </m:r>
                    </m:oMath>
                  </m:oMathPara>
                </a14:m>
                <a:endParaRPr lang="en-US" sz="2000" dirty="0">
                  <a:solidFill>
                    <a:srgbClr val="546970"/>
                  </a:solidFill>
                  <a:latin typeface="Lucida Sans Typewriter" panose="020B0509030504030204" pitchFamily="49" charset="0"/>
                </a:endParaRPr>
              </a:p>
            </p:txBody>
          </p:sp>
        </mc:Choice>
        <mc:Fallback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977FEAA8-3FB2-4FE5-8564-63299BD4D0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30773" y="2722013"/>
                <a:ext cx="2340384" cy="307777"/>
              </a:xfrm>
              <a:prstGeom prst="rect">
                <a:avLst/>
              </a:prstGeom>
              <a:blipFill>
                <a:blip r:embed="rId12"/>
                <a:stretch>
                  <a:fillRect l="-1563" t="-4000" r="-1042" b="-38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7" name="TextBox 76">
                <a:extLst>
                  <a:ext uri="{FF2B5EF4-FFF2-40B4-BE49-F238E27FC236}">
                    <a16:creationId xmlns:a16="http://schemas.microsoft.com/office/drawing/2014/main" id="{11980540-025F-4080-9032-46816F9B11C0}"/>
                  </a:ext>
                </a:extLst>
              </p:cNvPr>
              <p:cNvSpPr txBox="1"/>
              <p:nvPr/>
            </p:nvSpPr>
            <p:spPr>
              <a:xfrm>
                <a:off x="8330773" y="3405387"/>
                <a:ext cx="2356479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⟨"/>
                          <m:endChr m:val="⟩"/>
                          <m:ctrlPr>
                            <a:rPr lang="en-US" sz="2000" b="1" i="1" smtClean="0">
                              <a:solidFill>
                                <a:srgbClr val="54697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1" i="1" smtClean="0">
                              <a:solidFill>
                                <a:srgbClr val="546970"/>
                              </a:solidFill>
                              <a:latin typeface="Cambria Math" panose="02040503050406030204" pitchFamily="18" charset="0"/>
                            </a:rPr>
                            <m:t>𝜶</m:t>
                          </m:r>
                          <m:r>
                            <m:rPr>
                              <m:nor/>
                            </m:rPr>
                            <a:rPr lang="en-US" sz="2000" b="1" i="0" smtClean="0">
                              <a:solidFill>
                                <a:srgbClr val="546970"/>
                              </a:solidFill>
                              <a:latin typeface="Lucida Sans Typewriter" panose="020B0509030504030204" pitchFamily="49" charset="0"/>
                              <a:ea typeface="Noto Mono" panose="020B0609030804020204" pitchFamily="49" charset="0"/>
                              <a:cs typeface="Noto Mono" panose="020B0609030804020204" pitchFamily="49" charset="0"/>
                            </a:rPr>
                            <m:t>.</m:t>
                          </m:r>
                          <m:r>
                            <m:rPr>
                              <m:nor/>
                            </m:rPr>
                            <a:rPr lang="en-US" sz="2000" b="1" i="0" smtClean="0">
                              <a:solidFill>
                                <a:srgbClr val="546970"/>
                              </a:solidFill>
                              <a:latin typeface="Lucida Sans Typewriter" panose="020B0509030504030204" pitchFamily="49" charset="0"/>
                              <a:ea typeface="Noto Mono" panose="020B0609030804020204" pitchFamily="49" charset="0"/>
                              <a:cs typeface="Noto Mono" panose="020B0609030804020204" pitchFamily="49" charset="0"/>
                            </a:rPr>
                            <m:t>ucla</m:t>
                          </m:r>
                          <m:r>
                            <m:rPr>
                              <m:nor/>
                            </m:rPr>
                            <a:rPr lang="en-US" sz="2000" b="1" i="0" smtClean="0">
                              <a:solidFill>
                                <a:srgbClr val="546970"/>
                              </a:solidFill>
                              <a:latin typeface="Lucida Sans Typewriter" panose="020B0509030504030204" pitchFamily="49" charset="0"/>
                              <a:ea typeface="Noto Mono" panose="020B0609030804020204" pitchFamily="49" charset="0"/>
                              <a:cs typeface="Noto Mono" panose="020B0609030804020204" pitchFamily="49" charset="0"/>
                            </a:rPr>
                            <m:t>.</m:t>
                          </m:r>
                          <m:r>
                            <m:rPr>
                              <m:nor/>
                            </m:rPr>
                            <a:rPr lang="en-US" sz="2000" b="1" i="0" smtClean="0">
                              <a:solidFill>
                                <a:srgbClr val="546970"/>
                              </a:solidFill>
                              <a:latin typeface="Lucida Sans Typewriter" panose="020B0509030504030204" pitchFamily="49" charset="0"/>
                              <a:ea typeface="Noto Mono" panose="020B0609030804020204" pitchFamily="49" charset="0"/>
                              <a:cs typeface="Noto Mono" panose="020B0609030804020204" pitchFamily="49" charset="0"/>
                            </a:rPr>
                            <m:t>edu</m:t>
                          </m:r>
                          <m:r>
                            <m:rPr>
                              <m:nor/>
                            </m:rPr>
                            <a:rPr lang="en-US" sz="2000" b="1" i="0" smtClean="0">
                              <a:solidFill>
                                <a:srgbClr val="546970"/>
                              </a:solidFill>
                              <a:latin typeface="Lucida Sans Typewriter" panose="020B0509030504030204" pitchFamily="49" charset="0"/>
                              <a:ea typeface="Noto Mono" panose="020B0609030804020204" pitchFamily="49" charset="0"/>
                              <a:cs typeface="Noto Mono" panose="020B0609030804020204" pitchFamily="49" charset="0"/>
                            </a:rPr>
                            <m:t>.,</m:t>
                          </m:r>
                          <m:r>
                            <m:rPr>
                              <m:nor/>
                            </m:rPr>
                            <a:rPr lang="en-US" sz="2000" b="1" i="0" smtClean="0">
                              <a:solidFill>
                                <a:srgbClr val="546970"/>
                              </a:solidFill>
                              <a:latin typeface="Lucida Sans Typewriter" panose="020B0509030504030204" pitchFamily="49" charset="0"/>
                              <a:ea typeface="Noto Mono" panose="020B0609030804020204" pitchFamily="49" charset="0"/>
                              <a:cs typeface="Noto Mono" panose="020B0609030804020204" pitchFamily="49" charset="0"/>
                            </a:rPr>
                            <m:t>A</m:t>
                          </m:r>
                        </m:e>
                      </m:d>
                    </m:oMath>
                  </m:oMathPara>
                </a14:m>
                <a:endParaRPr lang="en-US" b="1" dirty="0">
                  <a:solidFill>
                    <a:srgbClr val="546970"/>
                  </a:solidFill>
                  <a:latin typeface="Lucida Sans Typewriter" panose="020B0509030504030204" pitchFamily="49" charset="0"/>
                </a:endParaRPr>
              </a:p>
            </p:txBody>
          </p:sp>
        </mc:Choice>
        <mc:Fallback>
          <p:sp>
            <p:nvSpPr>
              <p:cNvPr id="77" name="TextBox 76">
                <a:extLst>
                  <a:ext uri="{FF2B5EF4-FFF2-40B4-BE49-F238E27FC236}">
                    <a16:creationId xmlns:a16="http://schemas.microsoft.com/office/drawing/2014/main" id="{11980540-025F-4080-9032-46816F9B11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30773" y="3405387"/>
                <a:ext cx="2356479" cy="307777"/>
              </a:xfrm>
              <a:prstGeom prst="rect">
                <a:avLst/>
              </a:prstGeom>
              <a:blipFill>
                <a:blip r:embed="rId13"/>
                <a:stretch>
                  <a:fillRect t="-2000" b="-32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8" name="Speech Bubble: Rectangle with Corners Rounded 77">
                <a:extLst>
                  <a:ext uri="{FF2B5EF4-FFF2-40B4-BE49-F238E27FC236}">
                    <a16:creationId xmlns:a16="http://schemas.microsoft.com/office/drawing/2014/main" id="{B1501DC0-8BC5-47FB-B808-FFB4519ECF9A}"/>
                  </a:ext>
                </a:extLst>
              </p:cNvPr>
              <p:cNvSpPr/>
              <p:nvPr/>
            </p:nvSpPr>
            <p:spPr>
              <a:xfrm>
                <a:off x="7761861" y="4072053"/>
                <a:ext cx="3575144" cy="1464231"/>
              </a:xfrm>
              <a:prstGeom prst="wedgeRoundRectCallout">
                <a:avLst>
                  <a:gd name="adj1" fmla="val -20363"/>
                  <a:gd name="adj2" fmla="val -70044"/>
                  <a:gd name="adj3" fmla="val 16667"/>
                </a:avLst>
              </a:prstGeom>
              <a:solidFill>
                <a:srgbClr val="EEF1F2"/>
              </a:solidFill>
              <a:ln w="19050">
                <a:solidFill>
                  <a:srgbClr val="70838B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⟨"/>
                          <m:endChr m:val="⟩"/>
                          <m:ctrlPr>
                            <a:rPr lang="en-US" sz="2000" b="0" i="1" smtClean="0">
                              <a:solidFill>
                                <a:srgbClr val="546970"/>
                              </a:solidFill>
                              <a:latin typeface="Cambria Math" panose="02040503050406030204" pitchFamily="18" charset="0"/>
                              <a:ea typeface="Noto Mono" panose="020B0609030804020204" pitchFamily="49" charset="0"/>
                              <a:cs typeface="Noto Mono" panose="020B0609030804020204" pitchFamily="49" charset="0"/>
                            </a:rPr>
                          </m:ctrlPr>
                        </m:dPr>
                        <m:e>
                          <m:r>
                            <m:rPr>
                              <m:nor/>
                            </m:rPr>
                            <a:rPr lang="en-US" sz="2000" b="0" i="0" smtClean="0">
                              <a:solidFill>
                                <a:srgbClr val="546970"/>
                              </a:solidFill>
                              <a:latin typeface="Lucida Sans Typewriter" panose="020B0509030504030204" pitchFamily="49" charset="0"/>
                              <a:ea typeface="Noto Mono" panose="020B0609030804020204" pitchFamily="49" charset="0"/>
                              <a:cs typeface="Noto Mono" panose="020B0609030804020204" pitchFamily="49" charset="0"/>
                            </a:rPr>
                            <m:t>ee</m:t>
                          </m:r>
                          <m:r>
                            <m:rPr>
                              <m:nor/>
                            </m:rPr>
                            <a:rPr lang="en-US" sz="2000" b="0" i="0" smtClean="0">
                              <a:solidFill>
                                <a:srgbClr val="546970"/>
                              </a:solidFill>
                              <a:latin typeface="Lucida Sans Typewriter" panose="020B0509030504030204" pitchFamily="49" charset="0"/>
                              <a:ea typeface="Noto Mono" panose="020B0609030804020204" pitchFamily="49" charset="0"/>
                              <a:cs typeface="Noto Mono" panose="020B0609030804020204" pitchFamily="49" charset="0"/>
                            </a:rPr>
                            <m:t>.</m:t>
                          </m:r>
                          <m:r>
                            <m:rPr>
                              <m:nor/>
                            </m:rPr>
                            <a:rPr lang="en-US" sz="2000" b="0" i="0" smtClean="0">
                              <a:solidFill>
                                <a:srgbClr val="546970"/>
                              </a:solidFill>
                              <a:latin typeface="Lucida Sans Typewriter" panose="020B0509030504030204" pitchFamily="49" charset="0"/>
                              <a:ea typeface="Noto Mono" panose="020B0609030804020204" pitchFamily="49" charset="0"/>
                              <a:cs typeface="Noto Mono" panose="020B0609030804020204" pitchFamily="49" charset="0"/>
                            </a:rPr>
                            <m:t>ucla</m:t>
                          </m:r>
                          <m:r>
                            <m:rPr>
                              <m:nor/>
                            </m:rPr>
                            <a:rPr lang="en-US" sz="2000" b="0" i="0" smtClean="0">
                              <a:solidFill>
                                <a:srgbClr val="546970"/>
                              </a:solidFill>
                              <a:latin typeface="Lucida Sans Typewriter" panose="020B0509030504030204" pitchFamily="49" charset="0"/>
                              <a:ea typeface="Noto Mono" panose="020B0609030804020204" pitchFamily="49" charset="0"/>
                              <a:cs typeface="Noto Mono" panose="020B0609030804020204" pitchFamily="49" charset="0"/>
                            </a:rPr>
                            <m:t>.</m:t>
                          </m:r>
                          <m:r>
                            <m:rPr>
                              <m:nor/>
                            </m:rPr>
                            <a:rPr lang="en-US" sz="2000" b="0" i="0" smtClean="0">
                              <a:solidFill>
                                <a:srgbClr val="546970"/>
                              </a:solidFill>
                              <a:latin typeface="Lucida Sans Typewriter" panose="020B0509030504030204" pitchFamily="49" charset="0"/>
                              <a:ea typeface="Noto Mono" panose="020B0609030804020204" pitchFamily="49" charset="0"/>
                              <a:cs typeface="Noto Mono" panose="020B0609030804020204" pitchFamily="49" charset="0"/>
                            </a:rPr>
                            <m:t>edu</m:t>
                          </m:r>
                          <m:r>
                            <m:rPr>
                              <m:nor/>
                            </m:rPr>
                            <a:rPr lang="en-US" sz="2000" b="0" i="0" smtClean="0">
                              <a:solidFill>
                                <a:srgbClr val="546970"/>
                              </a:solidFill>
                              <a:latin typeface="Lucida Sans Typewriter" panose="020B0509030504030204" pitchFamily="49" charset="0"/>
                              <a:ea typeface="Noto Mono" panose="020B0609030804020204" pitchFamily="49" charset="0"/>
                              <a:cs typeface="Noto Mono" panose="020B0609030804020204" pitchFamily="49" charset="0"/>
                            </a:rPr>
                            <m:t>.,</m:t>
                          </m:r>
                          <m:r>
                            <m:rPr>
                              <m:nor/>
                            </m:rPr>
                            <a:rPr lang="en-US" sz="2000" b="0" i="0" smtClean="0">
                              <a:solidFill>
                                <a:srgbClr val="546970"/>
                              </a:solidFill>
                              <a:latin typeface="Lucida Sans Typewriter" panose="020B0509030504030204" pitchFamily="49" charset="0"/>
                              <a:ea typeface="Noto Mono" panose="020B0609030804020204" pitchFamily="49" charset="0"/>
                              <a:cs typeface="Noto Mono" panose="020B0609030804020204" pitchFamily="49" charset="0"/>
                            </a:rPr>
                            <m:t>A</m:t>
                          </m:r>
                        </m:e>
                      </m:d>
                    </m:oMath>
                  </m:oMathPara>
                </a14:m>
                <a:endParaRPr lang="en-US" sz="2000" b="0" dirty="0">
                  <a:solidFill>
                    <a:srgbClr val="546970"/>
                  </a:solidFill>
                  <a:latin typeface="Lucida Sans Typewriter" panose="020B0509030504030204" pitchFamily="49" charset="0"/>
                  <a:ea typeface="Noto Mono" panose="020B0609030804020204" pitchFamily="49" charset="0"/>
                  <a:cs typeface="Noto Mono" panose="020B0609030804020204" pitchFamily="49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⟨"/>
                          <m:endChr m:val="⟩"/>
                          <m:ctrlPr>
                            <a:rPr lang="en-US" sz="2000" b="0" i="1" smtClean="0">
                              <a:solidFill>
                                <a:srgbClr val="546970"/>
                              </a:solidFill>
                              <a:latin typeface="Cambria Math" panose="02040503050406030204" pitchFamily="18" charset="0"/>
                              <a:ea typeface="Noto Mono" panose="020B0609030804020204" pitchFamily="49" charset="0"/>
                              <a:cs typeface="Noto Mono" panose="020B0609030804020204" pitchFamily="49" charset="0"/>
                            </a:rPr>
                          </m:ctrlPr>
                        </m:dPr>
                        <m:e>
                          <m:r>
                            <m:rPr>
                              <m:nor/>
                            </m:rPr>
                            <a:rPr lang="en-US" sz="2000" b="0" i="0" smtClean="0">
                              <a:solidFill>
                                <a:srgbClr val="546970"/>
                              </a:solidFill>
                              <a:latin typeface="Lucida Sans Typewriter" panose="020B0509030504030204" pitchFamily="49" charset="0"/>
                              <a:ea typeface="Noto Mono" panose="020B0609030804020204" pitchFamily="49" charset="0"/>
                              <a:cs typeface="Noto Mono" panose="020B0609030804020204" pitchFamily="49" charset="0"/>
                            </a:rPr>
                            <m:t>chem</m:t>
                          </m:r>
                          <m:r>
                            <m:rPr>
                              <m:nor/>
                            </m:rPr>
                            <a:rPr lang="en-US" sz="2000" b="0" i="0" smtClean="0">
                              <a:solidFill>
                                <a:srgbClr val="546970"/>
                              </a:solidFill>
                              <a:latin typeface="Lucida Sans Typewriter" panose="020B0509030504030204" pitchFamily="49" charset="0"/>
                              <a:ea typeface="Noto Mono" panose="020B0609030804020204" pitchFamily="49" charset="0"/>
                              <a:cs typeface="Noto Mono" panose="020B0609030804020204" pitchFamily="49" charset="0"/>
                            </a:rPr>
                            <m:t>.</m:t>
                          </m:r>
                          <m:r>
                            <m:rPr>
                              <m:nor/>
                            </m:rPr>
                            <a:rPr lang="en-US" sz="2000" b="0" i="0" smtClean="0">
                              <a:solidFill>
                                <a:srgbClr val="546970"/>
                              </a:solidFill>
                              <a:latin typeface="Lucida Sans Typewriter" panose="020B0509030504030204" pitchFamily="49" charset="0"/>
                              <a:ea typeface="Noto Mono" panose="020B0609030804020204" pitchFamily="49" charset="0"/>
                              <a:cs typeface="Noto Mono" panose="020B0609030804020204" pitchFamily="49" charset="0"/>
                            </a:rPr>
                            <m:t>ucla</m:t>
                          </m:r>
                          <m:r>
                            <m:rPr>
                              <m:nor/>
                            </m:rPr>
                            <a:rPr lang="en-US" sz="2000" b="0" i="0" smtClean="0">
                              <a:solidFill>
                                <a:srgbClr val="546970"/>
                              </a:solidFill>
                              <a:latin typeface="Lucida Sans Typewriter" panose="020B0509030504030204" pitchFamily="49" charset="0"/>
                              <a:ea typeface="Noto Mono" panose="020B0609030804020204" pitchFamily="49" charset="0"/>
                              <a:cs typeface="Noto Mono" panose="020B0609030804020204" pitchFamily="49" charset="0"/>
                            </a:rPr>
                            <m:t>.</m:t>
                          </m:r>
                          <m:r>
                            <m:rPr>
                              <m:nor/>
                            </m:rPr>
                            <a:rPr lang="en-US" sz="2000" b="0" i="0" smtClean="0">
                              <a:solidFill>
                                <a:srgbClr val="546970"/>
                              </a:solidFill>
                              <a:latin typeface="Lucida Sans Typewriter" panose="020B0509030504030204" pitchFamily="49" charset="0"/>
                              <a:ea typeface="Noto Mono" panose="020B0609030804020204" pitchFamily="49" charset="0"/>
                              <a:cs typeface="Noto Mono" panose="020B0609030804020204" pitchFamily="49" charset="0"/>
                            </a:rPr>
                            <m:t>edu</m:t>
                          </m:r>
                          <m:r>
                            <m:rPr>
                              <m:nor/>
                            </m:rPr>
                            <a:rPr lang="en-US" sz="2000" b="0" i="0" smtClean="0">
                              <a:solidFill>
                                <a:srgbClr val="546970"/>
                              </a:solidFill>
                              <a:latin typeface="Lucida Sans Typewriter" panose="020B0509030504030204" pitchFamily="49" charset="0"/>
                              <a:ea typeface="Noto Mono" panose="020B0609030804020204" pitchFamily="49" charset="0"/>
                              <a:cs typeface="Noto Mono" panose="020B0609030804020204" pitchFamily="49" charset="0"/>
                            </a:rPr>
                            <m:t>.,</m:t>
                          </m:r>
                          <m:r>
                            <m:rPr>
                              <m:nor/>
                            </m:rPr>
                            <a:rPr lang="en-US" sz="2000" b="0" i="0" smtClean="0">
                              <a:solidFill>
                                <a:srgbClr val="546970"/>
                              </a:solidFill>
                              <a:latin typeface="Lucida Sans Typewriter" panose="020B0509030504030204" pitchFamily="49" charset="0"/>
                              <a:ea typeface="Noto Mono" panose="020B0609030804020204" pitchFamily="49" charset="0"/>
                              <a:cs typeface="Noto Mono" panose="020B0609030804020204" pitchFamily="49" charset="0"/>
                            </a:rPr>
                            <m:t>A</m:t>
                          </m:r>
                        </m:e>
                      </m:d>
                    </m:oMath>
                  </m:oMathPara>
                </a14:m>
                <a:endParaRPr lang="en-US" sz="2000" b="0" dirty="0">
                  <a:solidFill>
                    <a:srgbClr val="546970"/>
                  </a:solidFill>
                  <a:latin typeface="Lucida Sans Typewriter" panose="020B0509030504030204" pitchFamily="49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⟨"/>
                          <m:endChr m:val="⟩"/>
                          <m:ctrlPr>
                            <a:rPr lang="en-US" sz="2000" b="0" i="1" smtClean="0">
                              <a:solidFill>
                                <a:srgbClr val="546970"/>
                              </a:solidFill>
                              <a:latin typeface="Cambria Math" panose="02040503050406030204" pitchFamily="18" charset="0"/>
                              <a:ea typeface="Noto Mono" panose="020B0609030804020204" pitchFamily="49" charset="0"/>
                              <a:cs typeface="Noto Mono" panose="020B0609030804020204" pitchFamily="49" charset="0"/>
                            </a:rPr>
                          </m:ctrlPr>
                        </m:dPr>
                        <m:e>
                          <m:r>
                            <m:rPr>
                              <m:nor/>
                            </m:rPr>
                            <a:rPr lang="en-US" sz="2000" b="0" i="0" smtClean="0">
                              <a:solidFill>
                                <a:srgbClr val="546970"/>
                              </a:solidFill>
                              <a:latin typeface="Lucida Sans Typewriter" panose="020B0509030504030204" pitchFamily="49" charset="0"/>
                              <a:ea typeface="Noto Mono" panose="020B0609030804020204" pitchFamily="49" charset="0"/>
                              <a:cs typeface="Noto Mono" panose="020B0609030804020204" pitchFamily="49" charset="0"/>
                            </a:rPr>
                            <m:t>alumni</m:t>
                          </m:r>
                          <m:r>
                            <m:rPr>
                              <m:nor/>
                            </m:rPr>
                            <a:rPr lang="en-US" sz="2000" b="0" i="0" smtClean="0">
                              <a:solidFill>
                                <a:srgbClr val="546970"/>
                              </a:solidFill>
                              <a:latin typeface="Lucida Sans Typewriter" panose="020B0509030504030204" pitchFamily="49" charset="0"/>
                              <a:ea typeface="Noto Mono" panose="020B0609030804020204" pitchFamily="49" charset="0"/>
                              <a:cs typeface="Noto Mono" panose="020B0609030804020204" pitchFamily="49" charset="0"/>
                            </a:rPr>
                            <m:t>.</m:t>
                          </m:r>
                          <m:r>
                            <m:rPr>
                              <m:nor/>
                            </m:rPr>
                            <a:rPr lang="en-US" sz="2000" b="0" i="0" smtClean="0">
                              <a:solidFill>
                                <a:srgbClr val="546970"/>
                              </a:solidFill>
                              <a:latin typeface="Lucida Sans Typewriter" panose="020B0509030504030204" pitchFamily="49" charset="0"/>
                              <a:ea typeface="Noto Mono" panose="020B0609030804020204" pitchFamily="49" charset="0"/>
                              <a:cs typeface="Noto Mono" panose="020B0609030804020204" pitchFamily="49" charset="0"/>
                            </a:rPr>
                            <m:t>ee</m:t>
                          </m:r>
                          <m:r>
                            <m:rPr>
                              <m:nor/>
                            </m:rPr>
                            <a:rPr lang="en-US" sz="2000" b="0" i="0" smtClean="0">
                              <a:solidFill>
                                <a:srgbClr val="546970"/>
                              </a:solidFill>
                              <a:latin typeface="Lucida Sans Typewriter" panose="020B0509030504030204" pitchFamily="49" charset="0"/>
                              <a:ea typeface="Noto Mono" panose="020B0609030804020204" pitchFamily="49" charset="0"/>
                              <a:cs typeface="Noto Mono" panose="020B0609030804020204" pitchFamily="49" charset="0"/>
                            </a:rPr>
                            <m:t>.</m:t>
                          </m:r>
                          <m:r>
                            <m:rPr>
                              <m:nor/>
                            </m:rPr>
                            <a:rPr lang="en-US" sz="2000" b="0" i="0" smtClean="0">
                              <a:solidFill>
                                <a:srgbClr val="546970"/>
                              </a:solidFill>
                              <a:latin typeface="Lucida Sans Typewriter" panose="020B0509030504030204" pitchFamily="49" charset="0"/>
                              <a:ea typeface="Noto Mono" panose="020B0609030804020204" pitchFamily="49" charset="0"/>
                              <a:cs typeface="Noto Mono" panose="020B0609030804020204" pitchFamily="49" charset="0"/>
                            </a:rPr>
                            <m:t>ucla</m:t>
                          </m:r>
                          <m:r>
                            <m:rPr>
                              <m:nor/>
                            </m:rPr>
                            <a:rPr lang="en-US" sz="2000" b="0" i="0" smtClean="0">
                              <a:solidFill>
                                <a:srgbClr val="546970"/>
                              </a:solidFill>
                              <a:latin typeface="Lucida Sans Typewriter" panose="020B0509030504030204" pitchFamily="49" charset="0"/>
                              <a:ea typeface="Noto Mono" panose="020B0609030804020204" pitchFamily="49" charset="0"/>
                              <a:cs typeface="Noto Mono" panose="020B0609030804020204" pitchFamily="49" charset="0"/>
                            </a:rPr>
                            <m:t>.</m:t>
                          </m:r>
                          <m:r>
                            <m:rPr>
                              <m:nor/>
                            </m:rPr>
                            <a:rPr lang="en-US" sz="2000" b="0" i="0" smtClean="0">
                              <a:solidFill>
                                <a:srgbClr val="546970"/>
                              </a:solidFill>
                              <a:latin typeface="Lucida Sans Typewriter" panose="020B0509030504030204" pitchFamily="49" charset="0"/>
                              <a:ea typeface="Noto Mono" panose="020B0609030804020204" pitchFamily="49" charset="0"/>
                              <a:cs typeface="Noto Mono" panose="020B0609030804020204" pitchFamily="49" charset="0"/>
                            </a:rPr>
                            <m:t>edu</m:t>
                          </m:r>
                          <m:r>
                            <m:rPr>
                              <m:nor/>
                            </m:rPr>
                            <a:rPr lang="en-US" sz="2000" b="0" i="0" smtClean="0">
                              <a:solidFill>
                                <a:srgbClr val="546970"/>
                              </a:solidFill>
                              <a:latin typeface="Lucida Sans Typewriter" panose="020B0509030504030204" pitchFamily="49" charset="0"/>
                              <a:ea typeface="Noto Mono" panose="020B0609030804020204" pitchFamily="49" charset="0"/>
                              <a:cs typeface="Noto Mono" panose="020B0609030804020204" pitchFamily="49" charset="0"/>
                            </a:rPr>
                            <m:t>.,</m:t>
                          </m:r>
                          <m:r>
                            <m:rPr>
                              <m:nor/>
                            </m:rPr>
                            <a:rPr lang="en-US" sz="2000" b="0" i="0" smtClean="0">
                              <a:solidFill>
                                <a:srgbClr val="546970"/>
                              </a:solidFill>
                              <a:latin typeface="Lucida Sans Typewriter" panose="020B0509030504030204" pitchFamily="49" charset="0"/>
                              <a:ea typeface="Noto Mono" panose="020B0609030804020204" pitchFamily="49" charset="0"/>
                              <a:cs typeface="Noto Mono" panose="020B0609030804020204" pitchFamily="49" charset="0"/>
                            </a:rPr>
                            <m:t>A</m:t>
                          </m:r>
                        </m:e>
                      </m:d>
                    </m:oMath>
                  </m:oMathPara>
                </a14:m>
                <a:endParaRPr lang="en-US" sz="2000" b="0" dirty="0">
                  <a:solidFill>
                    <a:srgbClr val="546970"/>
                  </a:solidFill>
                  <a:latin typeface="Lucida Sans Typewriter" panose="020B0509030504030204" pitchFamily="49" charset="0"/>
                </a:endParaRPr>
              </a:p>
              <a:p>
                <a:pPr algn="ctr"/>
                <a:r>
                  <a:rPr lang="en-US" sz="2000" dirty="0">
                    <a:solidFill>
                      <a:srgbClr val="546970"/>
                    </a:solidFill>
                  </a:rPr>
                  <a:t>…</a:t>
                </a:r>
              </a:p>
            </p:txBody>
          </p:sp>
        </mc:Choice>
        <mc:Fallback>
          <p:sp>
            <p:nvSpPr>
              <p:cNvPr id="78" name="Speech Bubble: Rectangle with Corners Rounded 77">
                <a:extLst>
                  <a:ext uri="{FF2B5EF4-FFF2-40B4-BE49-F238E27FC236}">
                    <a16:creationId xmlns:a16="http://schemas.microsoft.com/office/drawing/2014/main" id="{B1501DC0-8BC5-47FB-B808-FFB4519ECF9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61861" y="4072053"/>
                <a:ext cx="3575144" cy="1464231"/>
              </a:xfrm>
              <a:prstGeom prst="wedgeRoundRectCallout">
                <a:avLst>
                  <a:gd name="adj1" fmla="val -20363"/>
                  <a:gd name="adj2" fmla="val -70044"/>
                  <a:gd name="adj3" fmla="val 16667"/>
                </a:avLst>
              </a:prstGeom>
              <a:blipFill>
                <a:blip r:embed="rId14"/>
                <a:stretch>
                  <a:fillRect b="-1712"/>
                </a:stretch>
              </a:blipFill>
              <a:ln w="19050">
                <a:solidFill>
                  <a:srgbClr val="70838B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9" name="Rectangle: Rounded Corners 78">
            <a:extLst>
              <a:ext uri="{FF2B5EF4-FFF2-40B4-BE49-F238E27FC236}">
                <a16:creationId xmlns:a16="http://schemas.microsoft.com/office/drawing/2014/main" id="{5C217D2C-A551-4622-9282-9EC0ED8DB09A}"/>
              </a:ext>
            </a:extLst>
          </p:cNvPr>
          <p:cNvSpPr/>
          <p:nvPr/>
        </p:nvSpPr>
        <p:spPr>
          <a:xfrm>
            <a:off x="6058150" y="4026004"/>
            <a:ext cx="2197190" cy="387191"/>
          </a:xfrm>
          <a:prstGeom prst="roundRect">
            <a:avLst>
              <a:gd name="adj" fmla="val 9098"/>
            </a:avLst>
          </a:prstGeom>
          <a:solidFill>
            <a:srgbClr val="FAFAFF"/>
          </a:solidFill>
          <a:ln w="19050">
            <a:solidFill>
              <a:srgbClr val="862286"/>
            </a:solidFill>
          </a:ln>
          <a:effectLst>
            <a:outerShdw blurRad="508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en-US">
                <a:solidFill>
                  <a:srgbClr val="962696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Calibri" panose="020F0502020204030204" pitchFamily="34" charset="0"/>
              </a:rPr>
              <a:t>An equivalence class</a:t>
            </a:r>
            <a:endParaRPr lang="en-US">
              <a:solidFill>
                <a:srgbClr val="962696"/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80" name="Rectangle: Rounded Corners 79">
            <a:extLst>
              <a:ext uri="{FF2B5EF4-FFF2-40B4-BE49-F238E27FC236}">
                <a16:creationId xmlns:a16="http://schemas.microsoft.com/office/drawing/2014/main" id="{133EB128-6C94-47BE-BE7A-6699D8C84657}"/>
              </a:ext>
            </a:extLst>
          </p:cNvPr>
          <p:cNvSpPr/>
          <p:nvPr/>
        </p:nvSpPr>
        <p:spPr>
          <a:xfrm>
            <a:off x="6058150" y="3394027"/>
            <a:ext cx="2197190" cy="387191"/>
          </a:xfrm>
          <a:prstGeom prst="roundRect">
            <a:avLst>
              <a:gd name="adj" fmla="val 9098"/>
            </a:avLst>
          </a:prstGeom>
          <a:solidFill>
            <a:srgbClr val="FAFAFF"/>
          </a:solidFill>
          <a:ln w="19050">
            <a:solidFill>
              <a:srgbClr val="862286"/>
            </a:solidFill>
          </a:ln>
          <a:effectLst>
            <a:outerShdw blurRad="508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en-US">
                <a:solidFill>
                  <a:srgbClr val="962696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Calibri" panose="020F0502020204030204" pitchFamily="34" charset="0"/>
              </a:rPr>
              <a:t>A symbolic query</a:t>
            </a:r>
            <a:endParaRPr lang="en-US">
              <a:solidFill>
                <a:srgbClr val="962696"/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21" name="Google Shape;65;p14">
            <a:extLst>
              <a:ext uri="{FF2B5EF4-FFF2-40B4-BE49-F238E27FC236}">
                <a16:creationId xmlns:a16="http://schemas.microsoft.com/office/drawing/2014/main" id="{8FB6AF41-0735-4FCD-B708-3C9093600BFA}"/>
              </a:ext>
            </a:extLst>
          </p:cNvPr>
          <p:cNvSpPr txBox="1">
            <a:spLocks/>
          </p:cNvSpPr>
          <p:nvPr/>
        </p:nvSpPr>
        <p:spPr>
          <a:xfrm>
            <a:off x="2148946" y="209319"/>
            <a:ext cx="7894108" cy="800179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121900" tIns="121900" rIns="121900" bIns="12190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 b="0" i="0" u="none" strike="noStrike" cap="non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 b="0" i="0" u="none" strike="noStrike" cap="non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 b="0" i="0" u="none" strike="noStrike" cap="non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 b="0" i="0" u="none" strike="noStrike" cap="non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 b="0" i="0" u="none" strike="noStrike" cap="non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 b="0" i="0" u="none" strike="noStrike" cap="non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 b="0" i="0" u="none" strike="noStrike" cap="non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 b="0" i="0" u="none" strike="noStrike" cap="non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 b="0" i="0" u="none" strike="noStrike" cap="non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9pPr>
          </a:lstStyle>
          <a:p>
            <a:pPr defTabSz="914400"/>
            <a:r>
              <a:rPr lang="en-US" sz="3600" b="1" kern="0">
                <a:solidFill>
                  <a:srgbClr val="546970"/>
                </a:solidFill>
                <a:latin typeface="Bookman Old Style" panose="02050604050505020204" pitchFamily="18" charset="0"/>
              </a:rPr>
              <a:t>Equivalence Classes Generation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6913510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0" grpId="0" animBg="1"/>
      <p:bldP spid="75" grpId="0"/>
      <p:bldP spid="76" grpId="0"/>
      <p:bldP spid="77" grpId="0"/>
      <p:bldP spid="78" grpId="0" animBg="1"/>
      <p:bldP spid="79" grpId="0" animBg="1"/>
      <p:bldP spid="80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FB8A0090-BA36-4635-8623-C8290B056046}"/>
              </a:ext>
            </a:extLst>
          </p:cNvPr>
          <p:cNvSpPr/>
          <p:nvPr/>
        </p:nvSpPr>
        <p:spPr>
          <a:xfrm flipV="1">
            <a:off x="4145001" y="886094"/>
            <a:ext cx="3901998" cy="27432"/>
          </a:xfrm>
          <a:prstGeom prst="roundRect">
            <a:avLst/>
          </a:prstGeom>
          <a:solidFill>
            <a:srgbClr val="26A69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Google Shape;65;p14">
            <a:extLst>
              <a:ext uri="{FF2B5EF4-FFF2-40B4-BE49-F238E27FC236}">
                <a16:creationId xmlns:a16="http://schemas.microsoft.com/office/drawing/2014/main" id="{A0AB3814-E878-461B-98D4-58473E244F06}"/>
              </a:ext>
            </a:extLst>
          </p:cNvPr>
          <p:cNvSpPr txBox="1">
            <a:spLocks/>
          </p:cNvSpPr>
          <p:nvPr/>
        </p:nvSpPr>
        <p:spPr>
          <a:xfrm>
            <a:off x="3575619" y="209319"/>
            <a:ext cx="5040763" cy="800179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121900" tIns="121900" rIns="121900" bIns="12190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 b="0" i="0" u="none" strike="noStrike" cap="non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 b="0" i="0" u="none" strike="noStrike" cap="non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 b="0" i="0" u="none" strike="noStrike" cap="non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 b="0" i="0" u="none" strike="noStrike" cap="non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 b="0" i="0" u="none" strike="noStrike" cap="non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 b="0" i="0" u="none" strike="noStrike" cap="non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 b="0" i="0" u="none" strike="noStrike" cap="non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 b="0" i="0" u="none" strike="noStrike" cap="non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 b="0" i="0" u="none" strike="noStrike" cap="non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9pPr>
          </a:lstStyle>
          <a:p>
            <a:pPr defTabSz="914400"/>
            <a:r>
              <a:rPr lang="en-US" sz="3600" b="1" kern="0">
                <a:solidFill>
                  <a:srgbClr val="546970"/>
                </a:solidFill>
                <a:latin typeface="Bookman Old Style" panose="02050604050505020204" pitchFamily="18" charset="0"/>
              </a:rPr>
              <a:t>Symbolic Execution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3" name="Rectangle: Rounded Corners 82">
                <a:extLst>
                  <a:ext uri="{FF2B5EF4-FFF2-40B4-BE49-F238E27FC236}">
                    <a16:creationId xmlns:a16="http://schemas.microsoft.com/office/drawing/2014/main" id="{9DE50DF4-99A3-4F9B-82AB-050B843BF2D3}"/>
                  </a:ext>
                </a:extLst>
              </p:cNvPr>
              <p:cNvSpPr/>
              <p:nvPr/>
            </p:nvSpPr>
            <p:spPr>
              <a:xfrm>
                <a:off x="952216" y="2382710"/>
                <a:ext cx="10287568" cy="3027253"/>
              </a:xfrm>
              <a:prstGeom prst="roundRect">
                <a:avLst>
                  <a:gd name="adj" fmla="val 2798"/>
                </a:avLst>
              </a:prstGeom>
              <a:solidFill>
                <a:srgbClr val="FAFFFA"/>
              </a:solidFill>
              <a:ln w="19050">
                <a:solidFill>
                  <a:srgbClr val="2E7D32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wrap="square" rtlCol="0" anchor="ctr">
                <a:spAutoFit/>
              </a:bodyPr>
              <a:lstStyle/>
              <a:p>
                <a:pPr algn="just">
                  <a:lnSpc>
                    <a:spcPct val="100000"/>
                  </a:lnSpc>
                  <a:spcAft>
                    <a:spcPts val="500"/>
                  </a:spcAft>
                  <a:buClr>
                    <a:srgbClr val="2E7D32"/>
                  </a:buClr>
                  <a:buSzPct val="85000"/>
                  <a:defRPr/>
                </a:pPr>
                <a:r>
                  <a:rPr lang="en-US" sz="2400" b="1" kern="0">
                    <a:solidFill>
                      <a:srgbClr val="2E7D32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  <a:cs typeface="Calibri" panose="020F0502020204030204" pitchFamily="34" charset="0"/>
                  </a:rPr>
                  <a:t>Key Insights: </a:t>
                </a:r>
              </a:p>
              <a:p>
                <a:pPr marL="342900" indent="-342900" algn="just">
                  <a:lnSpc>
                    <a:spcPct val="100000"/>
                  </a:lnSpc>
                  <a:spcAft>
                    <a:spcPts val="500"/>
                  </a:spcAft>
                  <a:buClr>
                    <a:srgbClr val="2E7D32"/>
                  </a:buClr>
                  <a:buSzPct val="85000"/>
                  <a:buFont typeface="Wingdings 2" panose="05020102010507070707" pitchFamily="18" charset="2"/>
                  <a:buChar char=""/>
                  <a:defRPr/>
                </a:pPr>
                <a14:m>
                  <m:oMath xmlns:m="http://schemas.openxmlformats.org/officeDocument/2006/math">
                    <m:r>
                      <a:rPr lang="en-US" sz="2400" b="0" i="1" kern="0" smtClean="0">
                        <a:solidFill>
                          <a:srgbClr val="2E7D32"/>
                        </a:solidFill>
                        <a:latin typeface="Cambria Math" panose="02040503050406030204" pitchFamily="18" charset="0"/>
                        <a:ea typeface="Source Sans Pro" panose="020B0503030403020204" pitchFamily="34" charset="0"/>
                        <a:cs typeface="Calibri" panose="020F0502020204030204" pitchFamily="34" charset="0"/>
                      </a:rPr>
                      <m:t>𝛼</m:t>
                    </m:r>
                  </m:oMath>
                </a14:m>
                <a:r>
                  <a:rPr lang="en-US" sz="2400" kern="0">
                    <a:solidFill>
                      <a:srgbClr val="2E7D32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  <a:cs typeface="Calibri" panose="020F0502020204030204" pitchFamily="34" charset="0"/>
                  </a:rPr>
                  <a:t> can </a:t>
                </a:r>
                <a:r>
                  <a:rPr lang="en-US" sz="2400" kern="0">
                    <a:solidFill>
                      <a:schemeClr val="accent3">
                        <a:lumMod val="75000"/>
                      </a:schemeClr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  <a:cs typeface="Calibri" panose="020F0502020204030204" pitchFamily="34" charset="0"/>
                  </a:rPr>
                  <a:t>be left opaque </a:t>
                </a:r>
                <a:r>
                  <a:rPr lang="en-US" sz="2400" kern="0">
                    <a:solidFill>
                      <a:srgbClr val="2E7D32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  <a:cs typeface="Calibri" panose="020F0502020204030204" pitchFamily="34" charset="0"/>
                  </a:rPr>
                  <a:t>–</a:t>
                </a:r>
                <a:r>
                  <a:rPr lang="en-US" sz="2400" kern="0">
                    <a:solidFill>
                      <a:schemeClr val="accent3">
                        <a:lumMod val="75000"/>
                      </a:schemeClr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US" sz="2400" kern="0">
                    <a:solidFill>
                      <a:srgbClr val="2E7D32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  <a:cs typeface="Calibri" panose="020F0502020204030204" pitchFamily="34" charset="0"/>
                  </a:rPr>
                  <a:t>occur only at the head of a query name and are never matched directly</a:t>
                </a:r>
                <a:endParaRPr lang="en-US" sz="2400" kern="0">
                  <a:solidFill>
                    <a:schemeClr val="accent3">
                      <a:lumMod val="75000"/>
                    </a:schemeClr>
                  </a:solidFill>
                  <a:latin typeface="Source Sans Pro" panose="020B0503030403020204" pitchFamily="34" charset="0"/>
                  <a:ea typeface="Source Sans Pro" panose="020B0503030403020204" pitchFamily="34" charset="0"/>
                  <a:cs typeface="Calibri" panose="020F0502020204030204" pitchFamily="34" charset="0"/>
                </a:endParaRPr>
              </a:p>
              <a:p>
                <a:pPr marL="342900" indent="-342900" algn="just">
                  <a:lnSpc>
                    <a:spcPct val="100000"/>
                  </a:lnSpc>
                  <a:spcAft>
                    <a:spcPts val="500"/>
                  </a:spcAft>
                  <a:buClr>
                    <a:srgbClr val="2E7D32"/>
                  </a:buClr>
                  <a:buSzPct val="85000"/>
                  <a:buFont typeface="Wingdings 2" panose="05020102010507070707" pitchFamily="18" charset="2"/>
                  <a:buChar char=""/>
                  <a:defRPr/>
                </a:pPr>
                <a:r>
                  <a:rPr lang="en-US" sz="2400" kern="0">
                    <a:solidFill>
                      <a:schemeClr val="accent3">
                        <a:lumMod val="75000"/>
                      </a:schemeClr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  <a:cs typeface="Calibri" panose="020F0502020204030204" pitchFamily="34" charset="0"/>
                  </a:rPr>
                  <a:t>Parallel processing </a:t>
                </a:r>
              </a:p>
              <a:p>
                <a:pPr marL="800100" lvl="1" indent="-342900" algn="just">
                  <a:spcAft>
                    <a:spcPts val="500"/>
                  </a:spcAft>
                  <a:buClr>
                    <a:srgbClr val="2E7D32"/>
                  </a:buClr>
                  <a:buSzPct val="85000"/>
                  <a:buFont typeface="Wingdings 2" panose="05020102010507070707" pitchFamily="18" charset="2"/>
                  <a:buChar char=""/>
                  <a:defRPr/>
                </a:pPr>
                <a:r>
                  <a:rPr lang="en-US" sz="2400" kern="0">
                    <a:solidFill>
                      <a:srgbClr val="2E7D32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  <a:cs typeface="Calibri" panose="020F0502020204030204" pitchFamily="34" charset="0"/>
                  </a:rPr>
                  <a:t>Compact </a:t>
                </a:r>
                <a:r>
                  <a:rPr lang="en-US" sz="2400" kern="0" err="1">
                    <a:solidFill>
                      <a:srgbClr val="2E7D32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  <a:cs typeface="Calibri" panose="020F0502020204030204" pitchFamily="34" charset="0"/>
                  </a:rPr>
                  <a:t>bitset</a:t>
                </a:r>
                <a:r>
                  <a:rPr lang="en-US" sz="2400" kern="0">
                    <a:solidFill>
                      <a:srgbClr val="2E7D32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  <a:cs typeface="Calibri" panose="020F0502020204030204" pitchFamily="34" charset="0"/>
                  </a:rPr>
                  <a:t> representation of multiple types</a:t>
                </a:r>
              </a:p>
              <a:p>
                <a:pPr marL="800100" lvl="1" indent="-342900" algn="just">
                  <a:spcAft>
                    <a:spcPts val="500"/>
                  </a:spcAft>
                  <a:buClr>
                    <a:srgbClr val="2E7D32"/>
                  </a:buClr>
                  <a:buSzPct val="85000"/>
                  <a:buFont typeface="Wingdings 2" panose="05020102010507070707" pitchFamily="18" charset="2"/>
                  <a:buChar char=""/>
                  <a:defRPr/>
                </a:pPr>
                <a:r>
                  <a:rPr lang="en-US" sz="2400" kern="0">
                    <a:solidFill>
                      <a:srgbClr val="2E7D32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  <a:cs typeface="Calibri" panose="020F0502020204030204" pitchFamily="34" charset="0"/>
                  </a:rPr>
                  <a:t>Independent construction of interpretation graphs</a:t>
                </a:r>
              </a:p>
              <a:p>
                <a:pPr marL="800100" lvl="1" indent="-342900" algn="just">
                  <a:spcAft>
                    <a:spcPts val="500"/>
                  </a:spcAft>
                  <a:buClr>
                    <a:srgbClr val="2E7D32"/>
                  </a:buClr>
                  <a:buSzPct val="85000"/>
                  <a:buFont typeface="Wingdings 2" panose="05020102010507070707" pitchFamily="18" charset="2"/>
                  <a:buChar char=""/>
                  <a:defRPr/>
                </a:pPr>
                <a:r>
                  <a:rPr lang="en-US" sz="2400" kern="0">
                    <a:solidFill>
                      <a:srgbClr val="2E7D32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  <a:cs typeface="Calibri" panose="020F0502020204030204" pitchFamily="34" charset="0"/>
                  </a:rPr>
                  <a:t>Property checking is local to each interpretation graph</a:t>
                </a:r>
              </a:p>
            </p:txBody>
          </p:sp>
        </mc:Choice>
        <mc:Fallback xmlns="">
          <p:sp>
            <p:nvSpPr>
              <p:cNvPr id="83" name="Rectangle: Rounded Corners 82">
                <a:extLst>
                  <a:ext uri="{FF2B5EF4-FFF2-40B4-BE49-F238E27FC236}">
                    <a16:creationId xmlns:a16="http://schemas.microsoft.com/office/drawing/2014/main" id="{9DE50DF4-99A3-4F9B-82AB-050B843BF2D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2216" y="2382710"/>
                <a:ext cx="10287568" cy="3027253"/>
              </a:xfrm>
              <a:prstGeom prst="roundRect">
                <a:avLst>
                  <a:gd name="adj" fmla="val 2798"/>
                </a:avLst>
              </a:prstGeom>
              <a:blipFill>
                <a:blip r:embed="rId4"/>
                <a:stretch>
                  <a:fillRect/>
                </a:stretch>
              </a:blipFill>
              <a:ln w="19050">
                <a:solidFill>
                  <a:srgbClr val="2E7D32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4" name="TextBox 83">
                <a:extLst>
                  <a:ext uri="{FF2B5EF4-FFF2-40B4-BE49-F238E27FC236}">
                    <a16:creationId xmlns:a16="http://schemas.microsoft.com/office/drawing/2014/main" id="{3252F89F-A6E7-474E-BB2A-DF12BEAB06D2}"/>
                  </a:ext>
                </a:extLst>
              </p:cNvPr>
              <p:cNvSpPr txBox="1"/>
              <p:nvPr/>
            </p:nvSpPr>
            <p:spPr>
              <a:xfrm>
                <a:off x="1031729" y="1408028"/>
                <a:ext cx="2356479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⟨"/>
                          <m:endChr m:val="⟩"/>
                          <m:ctrlPr>
                            <a:rPr lang="en-US" sz="2000" b="1" i="1" smtClean="0">
                              <a:solidFill>
                                <a:srgbClr val="54697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1" i="1" smtClean="0">
                              <a:solidFill>
                                <a:srgbClr val="546970"/>
                              </a:solidFill>
                              <a:latin typeface="Cambria Math" panose="02040503050406030204" pitchFamily="18" charset="0"/>
                            </a:rPr>
                            <m:t>𝜶</m:t>
                          </m:r>
                          <m:r>
                            <m:rPr>
                              <m:nor/>
                            </m:rPr>
                            <a:rPr lang="en-US" sz="2000" b="1" i="0" smtClean="0">
                              <a:solidFill>
                                <a:srgbClr val="546970"/>
                              </a:solidFill>
                              <a:latin typeface="Lucida Sans Typewriter" panose="020B0509030504030204" pitchFamily="49" charset="0"/>
                              <a:ea typeface="Noto Mono" panose="020B0609030804020204" pitchFamily="49" charset="0"/>
                              <a:cs typeface="Noto Mono" panose="020B0609030804020204" pitchFamily="49" charset="0"/>
                            </a:rPr>
                            <m:t>.</m:t>
                          </m:r>
                          <m:r>
                            <m:rPr>
                              <m:nor/>
                            </m:rPr>
                            <a:rPr lang="en-US" sz="2000" b="1" i="0" smtClean="0">
                              <a:solidFill>
                                <a:srgbClr val="546970"/>
                              </a:solidFill>
                              <a:latin typeface="Lucida Sans Typewriter" panose="020B0509030504030204" pitchFamily="49" charset="0"/>
                              <a:ea typeface="Noto Mono" panose="020B0609030804020204" pitchFamily="49" charset="0"/>
                              <a:cs typeface="Noto Mono" panose="020B0609030804020204" pitchFamily="49" charset="0"/>
                            </a:rPr>
                            <m:t>ucla</m:t>
                          </m:r>
                          <m:r>
                            <m:rPr>
                              <m:nor/>
                            </m:rPr>
                            <a:rPr lang="en-US" sz="2000" b="1" i="0" smtClean="0">
                              <a:solidFill>
                                <a:srgbClr val="546970"/>
                              </a:solidFill>
                              <a:latin typeface="Lucida Sans Typewriter" panose="020B0509030504030204" pitchFamily="49" charset="0"/>
                              <a:ea typeface="Noto Mono" panose="020B0609030804020204" pitchFamily="49" charset="0"/>
                              <a:cs typeface="Noto Mono" panose="020B0609030804020204" pitchFamily="49" charset="0"/>
                            </a:rPr>
                            <m:t>.</m:t>
                          </m:r>
                          <m:r>
                            <m:rPr>
                              <m:nor/>
                            </m:rPr>
                            <a:rPr lang="en-US" sz="2000" b="1" i="0" smtClean="0">
                              <a:solidFill>
                                <a:srgbClr val="546970"/>
                              </a:solidFill>
                              <a:latin typeface="Lucida Sans Typewriter" panose="020B0509030504030204" pitchFamily="49" charset="0"/>
                              <a:ea typeface="Noto Mono" panose="020B0609030804020204" pitchFamily="49" charset="0"/>
                              <a:cs typeface="Noto Mono" panose="020B0609030804020204" pitchFamily="49" charset="0"/>
                            </a:rPr>
                            <m:t>edu</m:t>
                          </m:r>
                          <m:r>
                            <m:rPr>
                              <m:nor/>
                            </m:rPr>
                            <a:rPr lang="en-US" sz="2000" b="1" i="0" smtClean="0">
                              <a:solidFill>
                                <a:srgbClr val="546970"/>
                              </a:solidFill>
                              <a:latin typeface="Lucida Sans Typewriter" panose="020B0509030504030204" pitchFamily="49" charset="0"/>
                              <a:ea typeface="Noto Mono" panose="020B0609030804020204" pitchFamily="49" charset="0"/>
                              <a:cs typeface="Noto Mono" panose="020B0609030804020204" pitchFamily="49" charset="0"/>
                            </a:rPr>
                            <m:t>.,</m:t>
                          </m:r>
                          <m:r>
                            <m:rPr>
                              <m:nor/>
                            </m:rPr>
                            <a:rPr lang="en-US" sz="2000" b="1" i="0" smtClean="0">
                              <a:solidFill>
                                <a:srgbClr val="546970"/>
                              </a:solidFill>
                              <a:latin typeface="Lucida Sans Typewriter" panose="020B0509030504030204" pitchFamily="49" charset="0"/>
                              <a:ea typeface="Noto Mono" panose="020B0609030804020204" pitchFamily="49" charset="0"/>
                              <a:cs typeface="Noto Mono" panose="020B0609030804020204" pitchFamily="49" charset="0"/>
                            </a:rPr>
                            <m:t>A</m:t>
                          </m:r>
                        </m:e>
                      </m:d>
                    </m:oMath>
                  </m:oMathPara>
                </a14:m>
                <a:endParaRPr lang="en-US" b="1">
                  <a:solidFill>
                    <a:srgbClr val="546970"/>
                  </a:solidFill>
                  <a:latin typeface="Lucida Sans Typewriter" panose="020B0509030504030204" pitchFamily="49" charset="0"/>
                </a:endParaRPr>
              </a:p>
            </p:txBody>
          </p:sp>
        </mc:Choice>
        <mc:Fallback>
          <p:sp>
            <p:nvSpPr>
              <p:cNvPr id="84" name="TextBox 83">
                <a:extLst>
                  <a:ext uri="{FF2B5EF4-FFF2-40B4-BE49-F238E27FC236}">
                    <a16:creationId xmlns:a16="http://schemas.microsoft.com/office/drawing/2014/main" id="{3252F89F-A6E7-474E-BB2A-DF12BEAB06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1729" y="1408028"/>
                <a:ext cx="2356479" cy="307777"/>
              </a:xfrm>
              <a:prstGeom prst="rect">
                <a:avLst/>
              </a:prstGeom>
              <a:blipFill>
                <a:blip r:embed="rId5"/>
                <a:stretch>
                  <a:fillRect t="-2000" b="-32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6" name="TextBox 85">
                <a:extLst>
                  <a:ext uri="{FF2B5EF4-FFF2-40B4-BE49-F238E27FC236}">
                    <a16:creationId xmlns:a16="http://schemas.microsoft.com/office/drawing/2014/main" id="{66EAC004-954D-449E-AEC7-3416ADEEEADD}"/>
                  </a:ext>
                </a:extLst>
              </p:cNvPr>
              <p:cNvSpPr txBox="1"/>
              <p:nvPr/>
            </p:nvSpPr>
            <p:spPr>
              <a:xfrm>
                <a:off x="4277028" y="1408029"/>
                <a:ext cx="2510367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⟨"/>
                          <m:endChr m:val="⟩"/>
                          <m:ctrlPr>
                            <a:rPr lang="en-US" sz="2000" b="1" i="1" smtClean="0">
                              <a:solidFill>
                                <a:srgbClr val="54697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1" i="1" smtClean="0">
                              <a:solidFill>
                                <a:srgbClr val="546970"/>
                              </a:solidFill>
                              <a:latin typeface="Cambria Math" panose="02040503050406030204" pitchFamily="18" charset="0"/>
                            </a:rPr>
                            <m:t>𝜶</m:t>
                          </m:r>
                          <m:r>
                            <m:rPr>
                              <m:nor/>
                            </m:rPr>
                            <a:rPr lang="en-US" sz="2000" b="1" i="0" smtClean="0">
                              <a:solidFill>
                                <a:srgbClr val="546970"/>
                              </a:solidFill>
                              <a:latin typeface="Lucida Sans Typewriter" panose="020B0509030504030204" pitchFamily="49" charset="0"/>
                              <a:ea typeface="Noto Mono" panose="020B0609030804020204" pitchFamily="49" charset="0"/>
                              <a:cs typeface="Noto Mono" panose="020B0609030804020204" pitchFamily="49" charset="0"/>
                            </a:rPr>
                            <m:t>.</m:t>
                          </m:r>
                          <m:r>
                            <m:rPr>
                              <m:nor/>
                            </m:rPr>
                            <a:rPr lang="en-US" sz="2000" b="1" i="0" smtClean="0">
                              <a:solidFill>
                                <a:srgbClr val="546970"/>
                              </a:solidFill>
                              <a:latin typeface="Lucida Sans Typewriter" panose="020B0509030504030204" pitchFamily="49" charset="0"/>
                              <a:ea typeface="Noto Mono" panose="020B0609030804020204" pitchFamily="49" charset="0"/>
                              <a:cs typeface="Noto Mono" panose="020B0609030804020204" pitchFamily="49" charset="0"/>
                            </a:rPr>
                            <m:t>ucla</m:t>
                          </m:r>
                          <m:r>
                            <m:rPr>
                              <m:nor/>
                            </m:rPr>
                            <a:rPr lang="en-US" sz="2000" b="1" i="0" smtClean="0">
                              <a:solidFill>
                                <a:srgbClr val="546970"/>
                              </a:solidFill>
                              <a:latin typeface="Lucida Sans Typewriter" panose="020B0509030504030204" pitchFamily="49" charset="0"/>
                              <a:ea typeface="Noto Mono" panose="020B0609030804020204" pitchFamily="49" charset="0"/>
                              <a:cs typeface="Noto Mono" panose="020B0609030804020204" pitchFamily="49" charset="0"/>
                            </a:rPr>
                            <m:t>.</m:t>
                          </m:r>
                          <m:r>
                            <m:rPr>
                              <m:nor/>
                            </m:rPr>
                            <a:rPr lang="en-US" sz="2000" b="1" i="0" smtClean="0">
                              <a:solidFill>
                                <a:srgbClr val="546970"/>
                              </a:solidFill>
                              <a:latin typeface="Lucida Sans Typewriter" panose="020B0509030504030204" pitchFamily="49" charset="0"/>
                              <a:ea typeface="Noto Mono" panose="020B0609030804020204" pitchFamily="49" charset="0"/>
                              <a:cs typeface="Noto Mono" panose="020B0609030804020204" pitchFamily="49" charset="0"/>
                            </a:rPr>
                            <m:t>edu</m:t>
                          </m:r>
                          <m:r>
                            <m:rPr>
                              <m:nor/>
                            </m:rPr>
                            <a:rPr lang="en-US" sz="2000" b="1" i="0" smtClean="0">
                              <a:solidFill>
                                <a:srgbClr val="546970"/>
                              </a:solidFill>
                              <a:latin typeface="Lucida Sans Typewriter" panose="020B0509030504030204" pitchFamily="49" charset="0"/>
                              <a:ea typeface="Noto Mono" panose="020B0609030804020204" pitchFamily="49" charset="0"/>
                              <a:cs typeface="Noto Mono" panose="020B0609030804020204" pitchFamily="49" charset="0"/>
                            </a:rPr>
                            <m:t>.,</m:t>
                          </m:r>
                          <m:r>
                            <m:rPr>
                              <m:nor/>
                            </m:rPr>
                            <a:rPr lang="en-US" sz="2000" b="1" i="0" smtClean="0">
                              <a:solidFill>
                                <a:srgbClr val="546970"/>
                              </a:solidFill>
                              <a:latin typeface="Lucida Sans Typewriter" panose="020B0509030504030204" pitchFamily="49" charset="0"/>
                              <a:ea typeface="Noto Mono" panose="020B0609030804020204" pitchFamily="49" charset="0"/>
                              <a:cs typeface="Noto Mono" panose="020B0609030804020204" pitchFamily="49" charset="0"/>
                            </a:rPr>
                            <m:t>NS</m:t>
                          </m:r>
                        </m:e>
                      </m:d>
                    </m:oMath>
                  </m:oMathPara>
                </a14:m>
                <a:endParaRPr lang="en-US" b="1">
                  <a:solidFill>
                    <a:srgbClr val="546970"/>
                  </a:solidFill>
                  <a:latin typeface="Lucida Sans Typewriter" panose="020B0509030504030204" pitchFamily="49" charset="0"/>
                </a:endParaRPr>
              </a:p>
            </p:txBody>
          </p:sp>
        </mc:Choice>
        <mc:Fallback>
          <p:sp>
            <p:nvSpPr>
              <p:cNvPr id="86" name="TextBox 85">
                <a:extLst>
                  <a:ext uri="{FF2B5EF4-FFF2-40B4-BE49-F238E27FC236}">
                    <a16:creationId xmlns:a16="http://schemas.microsoft.com/office/drawing/2014/main" id="{66EAC004-954D-449E-AEC7-3416ADEEEA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77028" y="1408029"/>
                <a:ext cx="2510367" cy="307777"/>
              </a:xfrm>
              <a:prstGeom prst="rect">
                <a:avLst/>
              </a:prstGeom>
              <a:blipFill>
                <a:blip r:embed="rId6"/>
                <a:stretch>
                  <a:fillRect t="-2000" b="-32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2" name="TextBox 91">
                <a:extLst>
                  <a:ext uri="{FF2B5EF4-FFF2-40B4-BE49-F238E27FC236}">
                    <a16:creationId xmlns:a16="http://schemas.microsoft.com/office/drawing/2014/main" id="{5A54D71A-4493-43B8-B019-8A19CF943988}"/>
                  </a:ext>
                </a:extLst>
              </p:cNvPr>
              <p:cNvSpPr txBox="1"/>
              <p:nvPr/>
            </p:nvSpPr>
            <p:spPr>
              <a:xfrm>
                <a:off x="7676215" y="1408030"/>
                <a:ext cx="2664254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⟨"/>
                          <m:endChr m:val="⟩"/>
                          <m:ctrlPr>
                            <a:rPr lang="en-US" sz="2000" b="1" i="1" smtClean="0">
                              <a:solidFill>
                                <a:srgbClr val="54697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1" i="1" smtClean="0">
                              <a:solidFill>
                                <a:srgbClr val="546970"/>
                              </a:solidFill>
                              <a:latin typeface="Cambria Math" panose="02040503050406030204" pitchFamily="18" charset="0"/>
                            </a:rPr>
                            <m:t>𝜶</m:t>
                          </m:r>
                          <m:r>
                            <m:rPr>
                              <m:nor/>
                            </m:rPr>
                            <a:rPr lang="en-US" sz="2000" b="1" i="0" smtClean="0">
                              <a:solidFill>
                                <a:srgbClr val="546970"/>
                              </a:solidFill>
                              <a:latin typeface="Lucida Sans Typewriter" panose="020B0509030504030204" pitchFamily="49" charset="0"/>
                              <a:ea typeface="Noto Mono" panose="020B0609030804020204" pitchFamily="49" charset="0"/>
                              <a:cs typeface="Noto Mono" panose="020B0609030804020204" pitchFamily="49" charset="0"/>
                            </a:rPr>
                            <m:t>.</m:t>
                          </m:r>
                          <m:r>
                            <m:rPr>
                              <m:nor/>
                            </m:rPr>
                            <a:rPr lang="en-US" sz="2000" b="1" i="0" smtClean="0">
                              <a:solidFill>
                                <a:srgbClr val="546970"/>
                              </a:solidFill>
                              <a:latin typeface="Lucida Sans Typewriter" panose="020B0509030504030204" pitchFamily="49" charset="0"/>
                              <a:ea typeface="Noto Mono" panose="020B0609030804020204" pitchFamily="49" charset="0"/>
                              <a:cs typeface="Noto Mono" panose="020B0609030804020204" pitchFamily="49" charset="0"/>
                            </a:rPr>
                            <m:t>ucla</m:t>
                          </m:r>
                          <m:r>
                            <m:rPr>
                              <m:nor/>
                            </m:rPr>
                            <a:rPr lang="en-US" sz="2000" b="1" i="0" smtClean="0">
                              <a:solidFill>
                                <a:srgbClr val="546970"/>
                              </a:solidFill>
                              <a:latin typeface="Lucida Sans Typewriter" panose="020B0509030504030204" pitchFamily="49" charset="0"/>
                              <a:ea typeface="Noto Mono" panose="020B0609030804020204" pitchFamily="49" charset="0"/>
                              <a:cs typeface="Noto Mono" panose="020B0609030804020204" pitchFamily="49" charset="0"/>
                            </a:rPr>
                            <m:t>.</m:t>
                          </m:r>
                          <m:r>
                            <m:rPr>
                              <m:nor/>
                            </m:rPr>
                            <a:rPr lang="en-US" sz="2000" b="1" i="0" smtClean="0">
                              <a:solidFill>
                                <a:srgbClr val="546970"/>
                              </a:solidFill>
                              <a:latin typeface="Lucida Sans Typewriter" panose="020B0509030504030204" pitchFamily="49" charset="0"/>
                              <a:ea typeface="Noto Mono" panose="020B0609030804020204" pitchFamily="49" charset="0"/>
                              <a:cs typeface="Noto Mono" panose="020B0609030804020204" pitchFamily="49" charset="0"/>
                            </a:rPr>
                            <m:t>edu</m:t>
                          </m:r>
                          <m:r>
                            <m:rPr>
                              <m:nor/>
                            </m:rPr>
                            <a:rPr lang="en-US" sz="2000" b="1" i="0" smtClean="0">
                              <a:solidFill>
                                <a:srgbClr val="546970"/>
                              </a:solidFill>
                              <a:latin typeface="Lucida Sans Typewriter" panose="020B0509030504030204" pitchFamily="49" charset="0"/>
                              <a:ea typeface="Noto Mono" panose="020B0609030804020204" pitchFamily="49" charset="0"/>
                              <a:cs typeface="Noto Mono" panose="020B0609030804020204" pitchFamily="49" charset="0"/>
                            </a:rPr>
                            <m:t>.,</m:t>
                          </m:r>
                          <m:r>
                            <m:rPr>
                              <m:nor/>
                            </m:rPr>
                            <a:rPr lang="en-US" sz="2000" b="1" i="0" smtClean="0">
                              <a:solidFill>
                                <a:srgbClr val="546970"/>
                              </a:solidFill>
                              <a:latin typeface="Lucida Sans Typewriter" panose="020B0509030504030204" pitchFamily="49" charset="0"/>
                              <a:ea typeface="Noto Mono" panose="020B0609030804020204" pitchFamily="49" charset="0"/>
                              <a:cs typeface="Noto Mono" panose="020B0609030804020204" pitchFamily="49" charset="0"/>
                            </a:rPr>
                            <m:t>TXT</m:t>
                          </m:r>
                        </m:e>
                      </m:d>
                    </m:oMath>
                  </m:oMathPara>
                </a14:m>
                <a:endParaRPr lang="en-US" b="1">
                  <a:solidFill>
                    <a:srgbClr val="546970"/>
                  </a:solidFill>
                  <a:latin typeface="Lucida Sans Typewriter" panose="020B0509030504030204" pitchFamily="49" charset="0"/>
                </a:endParaRPr>
              </a:p>
            </p:txBody>
          </p:sp>
        </mc:Choice>
        <mc:Fallback>
          <p:sp>
            <p:nvSpPr>
              <p:cNvPr id="92" name="TextBox 91">
                <a:extLst>
                  <a:ext uri="{FF2B5EF4-FFF2-40B4-BE49-F238E27FC236}">
                    <a16:creationId xmlns:a16="http://schemas.microsoft.com/office/drawing/2014/main" id="{5A54D71A-4493-43B8-B019-8A19CF9439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76215" y="1408030"/>
                <a:ext cx="2664254" cy="307777"/>
              </a:xfrm>
              <a:prstGeom prst="rect">
                <a:avLst/>
              </a:prstGeom>
              <a:blipFill>
                <a:blip r:embed="rId7"/>
                <a:stretch>
                  <a:fillRect t="-2000" b="-32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3" name="TextBox 92">
                <a:extLst>
                  <a:ext uri="{FF2B5EF4-FFF2-40B4-BE49-F238E27FC236}">
                    <a16:creationId xmlns:a16="http://schemas.microsoft.com/office/drawing/2014/main" id="{0A9F76DD-80B0-43BD-A908-B548CB1C42A4}"/>
                  </a:ext>
                </a:extLst>
              </p:cNvPr>
              <p:cNvSpPr txBox="1"/>
              <p:nvPr/>
            </p:nvSpPr>
            <p:spPr>
              <a:xfrm>
                <a:off x="3954170" y="1918909"/>
                <a:ext cx="340117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⟨"/>
                          <m:endChr m:val="〉"/>
                          <m:ctrlPr>
                            <a:rPr lang="en-US" b="1" i="1" kern="0" smtClean="0">
                              <a:solidFill>
                                <a:srgbClr val="546970"/>
                              </a:solidFill>
                              <a:latin typeface="Cambria Math" panose="02040503050406030204" pitchFamily="18" charset="0"/>
                              <a:ea typeface="Source Sans Pro" panose="020B0503030403020204" pitchFamily="34" charset="0"/>
                              <a:cs typeface="Calibri" panose="020F0502020204030204" pitchFamily="34" charset="0"/>
                            </a:rPr>
                          </m:ctrlPr>
                        </m:dPr>
                        <m:e>
                          <m:r>
                            <a:rPr lang="en-US" b="1" i="1" kern="0" smtClean="0">
                              <a:solidFill>
                                <a:srgbClr val="546970"/>
                              </a:solidFill>
                              <a:latin typeface="Cambria Math" panose="02040503050406030204" pitchFamily="18" charset="0"/>
                              <a:ea typeface="Source Sans Pro" panose="020B0503030403020204" pitchFamily="34" charset="0"/>
                              <a:cs typeface="Calibri" panose="020F0502020204030204" pitchFamily="34" charset="0"/>
                            </a:rPr>
                            <m:t> </m:t>
                          </m:r>
                          <m:r>
                            <a:rPr lang="en-US" b="1" i="1" kern="0" smtClean="0">
                              <a:solidFill>
                                <a:srgbClr val="546970"/>
                              </a:solidFill>
                              <a:latin typeface="Cambria Math" panose="02040503050406030204" pitchFamily="18" charset="0"/>
                              <a:ea typeface="Source Sans Pro" panose="020B0503030403020204" pitchFamily="34" charset="0"/>
                              <a:cs typeface="Calibri" panose="020F0502020204030204" pitchFamily="34" charset="0"/>
                            </a:rPr>
                            <m:t>𝜶</m:t>
                          </m:r>
                          <m:r>
                            <m:rPr>
                              <m:nor/>
                            </m:rPr>
                            <a:rPr lang="en-US" b="1" i="0" kern="0" smtClean="0">
                              <a:solidFill>
                                <a:srgbClr val="546970"/>
                              </a:solidFill>
                              <a:latin typeface="Lucida Sans Typewriter" panose="020B0509030504030204" pitchFamily="49" charset="0"/>
                              <a:ea typeface="Noto Mono" panose="020B0609030804020204" pitchFamily="49" charset="0"/>
                              <a:cs typeface="Noto Mono" panose="020B0609030804020204" pitchFamily="49" charset="0"/>
                            </a:rPr>
                            <m:t>.</m:t>
                          </m:r>
                          <m:r>
                            <m:rPr>
                              <m:nor/>
                            </m:rPr>
                            <a:rPr lang="en-US" b="1" i="0" kern="0" smtClean="0">
                              <a:solidFill>
                                <a:srgbClr val="546970"/>
                              </a:solidFill>
                              <a:latin typeface="Lucida Sans Typewriter" panose="020B0509030504030204" pitchFamily="49" charset="0"/>
                              <a:ea typeface="Noto Mono" panose="020B0609030804020204" pitchFamily="49" charset="0"/>
                              <a:cs typeface="Noto Mono" panose="020B0609030804020204" pitchFamily="49" charset="0"/>
                            </a:rPr>
                            <m:t>ucla</m:t>
                          </m:r>
                          <m:r>
                            <m:rPr>
                              <m:nor/>
                            </m:rPr>
                            <a:rPr lang="en-US" b="1" i="0" kern="0" smtClean="0">
                              <a:solidFill>
                                <a:srgbClr val="546970"/>
                              </a:solidFill>
                              <a:latin typeface="Lucida Sans Typewriter" panose="020B0509030504030204" pitchFamily="49" charset="0"/>
                              <a:ea typeface="Noto Mono" panose="020B0609030804020204" pitchFamily="49" charset="0"/>
                              <a:cs typeface="Noto Mono" panose="020B0609030804020204" pitchFamily="49" charset="0"/>
                            </a:rPr>
                            <m:t>.</m:t>
                          </m:r>
                          <m:r>
                            <m:rPr>
                              <m:nor/>
                            </m:rPr>
                            <a:rPr lang="en-US" b="1" i="0" kern="0" smtClean="0">
                              <a:solidFill>
                                <a:srgbClr val="546970"/>
                              </a:solidFill>
                              <a:latin typeface="Lucida Sans Typewriter" panose="020B0509030504030204" pitchFamily="49" charset="0"/>
                              <a:ea typeface="Noto Mono" panose="020B0609030804020204" pitchFamily="49" charset="0"/>
                              <a:cs typeface="Noto Mono" panose="020B0609030804020204" pitchFamily="49" charset="0"/>
                            </a:rPr>
                            <m:t>edu</m:t>
                          </m:r>
                          <m:r>
                            <m:rPr>
                              <m:nor/>
                            </m:rPr>
                            <a:rPr lang="en-US" b="1" i="0" kern="0" smtClean="0">
                              <a:solidFill>
                                <a:srgbClr val="546970"/>
                              </a:solidFill>
                              <a:latin typeface="Lucida Sans Typewriter" panose="020B0509030504030204" pitchFamily="49" charset="0"/>
                              <a:ea typeface="Noto Mono" panose="020B0609030804020204" pitchFamily="49" charset="0"/>
                              <a:cs typeface="Noto Mono" panose="020B0609030804020204" pitchFamily="49" charset="0"/>
                            </a:rPr>
                            <m:t>.,{</m:t>
                          </m:r>
                          <m:r>
                            <m:rPr>
                              <m:nor/>
                            </m:rPr>
                            <a:rPr lang="en-US" b="1" i="0" kern="0" smtClean="0">
                              <a:solidFill>
                                <a:srgbClr val="546970"/>
                              </a:solidFill>
                              <a:latin typeface="Lucida Sans Typewriter" panose="020B0509030504030204" pitchFamily="49" charset="0"/>
                              <a:ea typeface="Noto Mono" panose="020B0609030804020204" pitchFamily="49" charset="0"/>
                              <a:cs typeface="Noto Mono" panose="020B0609030804020204" pitchFamily="49" charset="0"/>
                            </a:rPr>
                            <m:t>A</m:t>
                          </m:r>
                          <m:r>
                            <m:rPr>
                              <m:nor/>
                            </m:rPr>
                            <a:rPr lang="en-US" b="1" i="0" kern="0" smtClean="0">
                              <a:solidFill>
                                <a:srgbClr val="546970"/>
                              </a:solidFill>
                              <a:latin typeface="Lucida Sans Typewriter" panose="020B0509030504030204" pitchFamily="49" charset="0"/>
                              <a:ea typeface="Noto Mono" panose="020B0609030804020204" pitchFamily="49" charset="0"/>
                              <a:cs typeface="Noto Mono" panose="020B0609030804020204" pitchFamily="49" charset="0"/>
                            </a:rPr>
                            <m:t>,</m:t>
                          </m:r>
                          <m:r>
                            <m:rPr>
                              <m:nor/>
                            </m:rPr>
                            <a:rPr lang="en-US" b="1" i="0" kern="0" smtClean="0">
                              <a:solidFill>
                                <a:srgbClr val="546970"/>
                              </a:solidFill>
                              <a:latin typeface="Lucida Sans Typewriter" panose="020B0509030504030204" pitchFamily="49" charset="0"/>
                              <a:ea typeface="Noto Mono" panose="020B0609030804020204" pitchFamily="49" charset="0"/>
                              <a:cs typeface="Noto Mono" panose="020B0609030804020204" pitchFamily="49" charset="0"/>
                            </a:rPr>
                            <m:t>NS</m:t>
                          </m:r>
                          <m:r>
                            <m:rPr>
                              <m:nor/>
                            </m:rPr>
                            <a:rPr lang="en-US" b="1" i="0" kern="0" smtClean="0">
                              <a:solidFill>
                                <a:srgbClr val="546970"/>
                              </a:solidFill>
                              <a:latin typeface="Lucida Sans Typewriter" panose="020B0509030504030204" pitchFamily="49" charset="0"/>
                              <a:ea typeface="Noto Mono" panose="020B0609030804020204" pitchFamily="49" charset="0"/>
                              <a:cs typeface="Noto Mono" panose="020B0609030804020204" pitchFamily="49" charset="0"/>
                            </a:rPr>
                            <m:t>,</m:t>
                          </m:r>
                          <m:r>
                            <m:rPr>
                              <m:nor/>
                            </m:rPr>
                            <a:rPr lang="en-US" b="1" i="0" kern="0" smtClean="0">
                              <a:solidFill>
                                <a:srgbClr val="546970"/>
                              </a:solidFill>
                              <a:latin typeface="Lucida Sans Typewriter" panose="020B0509030504030204" pitchFamily="49" charset="0"/>
                              <a:ea typeface="Noto Mono" panose="020B0609030804020204" pitchFamily="49" charset="0"/>
                              <a:cs typeface="Noto Mono" panose="020B0609030804020204" pitchFamily="49" charset="0"/>
                            </a:rPr>
                            <m:t>TXT</m:t>
                          </m:r>
                          <m:r>
                            <m:rPr>
                              <m:nor/>
                            </m:rPr>
                            <a:rPr lang="en-US" b="1" i="0" kern="0" smtClean="0">
                              <a:solidFill>
                                <a:srgbClr val="546970"/>
                              </a:solidFill>
                              <a:latin typeface="Lucida Sans Typewriter" panose="020B0509030504030204" pitchFamily="49" charset="0"/>
                              <a:ea typeface="Noto Mono" panose="020B0609030804020204" pitchFamily="49" charset="0"/>
                              <a:cs typeface="Noto Mono" panose="020B0609030804020204" pitchFamily="49" charset="0"/>
                            </a:rPr>
                            <m:t>}</m:t>
                          </m:r>
                        </m:e>
                      </m:d>
                    </m:oMath>
                  </m:oMathPara>
                </a14:m>
                <a:endParaRPr lang="en-US" b="1">
                  <a:latin typeface="Lucida Sans Typewriter" panose="020B0509030504030204" pitchFamily="49" charset="0"/>
                </a:endParaRPr>
              </a:p>
            </p:txBody>
          </p:sp>
        </mc:Choice>
        <mc:Fallback>
          <p:sp>
            <p:nvSpPr>
              <p:cNvPr id="93" name="TextBox 92">
                <a:extLst>
                  <a:ext uri="{FF2B5EF4-FFF2-40B4-BE49-F238E27FC236}">
                    <a16:creationId xmlns:a16="http://schemas.microsoft.com/office/drawing/2014/main" id="{0A9F76DD-80B0-43BD-A908-B548CB1C42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4170" y="1918909"/>
                <a:ext cx="3401170" cy="369332"/>
              </a:xfrm>
              <a:prstGeom prst="rect">
                <a:avLst/>
              </a:prstGeom>
              <a:blipFill>
                <a:blip r:embed="rId8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33487912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3" grpId="0" uiExpand="1" build="p" animBg="1"/>
      <p:bldP spid="84" grpId="0"/>
      <p:bldP spid="86" grpId="0"/>
      <p:bldP spid="92" grpId="0"/>
      <p:bldP spid="93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FB8A0090-BA36-4635-8623-C8290B056046}"/>
              </a:ext>
            </a:extLst>
          </p:cNvPr>
          <p:cNvSpPr/>
          <p:nvPr/>
        </p:nvSpPr>
        <p:spPr>
          <a:xfrm flipV="1">
            <a:off x="4145001" y="886094"/>
            <a:ext cx="3901998" cy="27432"/>
          </a:xfrm>
          <a:prstGeom prst="roundRect">
            <a:avLst/>
          </a:prstGeom>
          <a:solidFill>
            <a:srgbClr val="26A69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Google Shape;65;p14">
            <a:extLst>
              <a:ext uri="{FF2B5EF4-FFF2-40B4-BE49-F238E27FC236}">
                <a16:creationId xmlns:a16="http://schemas.microsoft.com/office/drawing/2014/main" id="{A0AB3814-E878-461B-98D4-58473E244F06}"/>
              </a:ext>
            </a:extLst>
          </p:cNvPr>
          <p:cNvSpPr txBox="1">
            <a:spLocks/>
          </p:cNvSpPr>
          <p:nvPr/>
        </p:nvSpPr>
        <p:spPr>
          <a:xfrm>
            <a:off x="2350924" y="209319"/>
            <a:ext cx="7490152" cy="800179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121900" tIns="121900" rIns="121900" bIns="12190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 b="0" i="0" u="none" strike="noStrike" cap="non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 b="0" i="0" u="none" strike="noStrike" cap="non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 b="0" i="0" u="none" strike="noStrike" cap="non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 b="0" i="0" u="none" strike="noStrike" cap="non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 b="0" i="0" u="none" strike="noStrike" cap="non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 b="0" i="0" u="none" strike="noStrike" cap="non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 b="0" i="0" u="none" strike="noStrike" cap="non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 b="0" i="0" u="none" strike="noStrike" cap="non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 b="0" i="0" u="none" strike="noStrike" cap="non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9pPr>
          </a:lstStyle>
          <a:p>
            <a:pPr defTabSz="914400"/>
            <a:r>
              <a:rPr lang="en-US" sz="3600" b="1" kern="0">
                <a:solidFill>
                  <a:srgbClr val="546970"/>
                </a:solidFill>
                <a:latin typeface="Bookman Old Style" panose="02050604050505020204" pitchFamily="18" charset="0"/>
              </a:rPr>
              <a:t>Interpretation Graph Example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Rectangle: Rounded Corners 7">
                <a:extLst>
                  <a:ext uri="{FF2B5EF4-FFF2-40B4-BE49-F238E27FC236}">
                    <a16:creationId xmlns:a16="http://schemas.microsoft.com/office/drawing/2014/main" id="{C48325F7-6294-4E56-BF88-EC2D19AFAE76}"/>
                  </a:ext>
                </a:extLst>
              </p:cNvPr>
              <p:cNvSpPr/>
              <p:nvPr/>
            </p:nvSpPr>
            <p:spPr>
              <a:xfrm>
                <a:off x="3644068" y="1463080"/>
                <a:ext cx="3718839" cy="1137270"/>
              </a:xfrm>
              <a:prstGeom prst="roundRect">
                <a:avLst>
                  <a:gd name="adj" fmla="val 4626"/>
                </a:avLst>
              </a:prstGeom>
              <a:solidFill>
                <a:srgbClr val="F4F5F6"/>
              </a:solidFill>
              <a:ln w="19050">
                <a:solidFill>
                  <a:srgbClr val="70838B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wrap="square" rtlCol="0" anchor="ctr">
                <a:spAutoFit/>
              </a:bodyPr>
              <a:lstStyle/>
              <a:p>
                <a:pPr>
                  <a:lnSpc>
                    <a:spcPct val="100000"/>
                  </a:lnSpc>
                  <a:spcAft>
                    <a:spcPts val="500"/>
                  </a:spcAft>
                  <a:buClr>
                    <a:srgbClr val="619E64"/>
                  </a:buClr>
                  <a:buSzPct val="85000"/>
                  <a:defRPr/>
                </a:pPr>
                <a14:m>
                  <m:oMath xmlns:m="http://schemas.openxmlformats.org/officeDocument/2006/math">
                    <m:r>
                      <a:rPr lang="en-US" b="0" i="1" kern="0" smtClean="0">
                        <a:solidFill>
                          <a:srgbClr val="546970"/>
                        </a:solidFill>
                        <a:latin typeface="Cambria Math" panose="02040503050406030204" pitchFamily="18" charset="0"/>
                        <a:ea typeface="Source Sans Pro" panose="020B0503030403020204" pitchFamily="34" charset="0"/>
                        <a:cs typeface="Calibri" panose="020F0502020204030204" pitchFamily="34" charset="0"/>
                      </a:rPr>
                      <m:t>𝑠</m:t>
                    </m:r>
                    <m:r>
                      <a:rPr lang="en-US" b="0" i="1" kern="0" smtClean="0">
                        <a:solidFill>
                          <a:srgbClr val="546970"/>
                        </a:solidFill>
                        <a:latin typeface="Cambria Math" panose="02040503050406030204" pitchFamily="18" charset="0"/>
                        <a:ea typeface="Source Sans Pro" panose="020B0503030403020204" pitchFamily="34" charset="0"/>
                        <a:cs typeface="Calibri" panose="020F0502020204030204" pitchFamily="34" charset="0"/>
                      </a:rPr>
                      <m:t>:</m:t>
                    </m:r>
                  </m:oMath>
                </a14:m>
                <a:r>
                  <a:rPr lang="en-US" kern="0" dirty="0">
                    <a:solidFill>
                      <a:srgbClr val="546970"/>
                    </a:solidFill>
                    <a:latin typeface="Noto Mono" panose="020B0609030804020204" pitchFamily="49" charset="0"/>
                    <a:ea typeface="Noto Mono" panose="020B0609030804020204" pitchFamily="49" charset="0"/>
                    <a:cs typeface="Noto Mono" panose="020B0609030804020204" pitchFamily="49" charset="0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b="0" i="0" kern="0" smtClean="0">
                        <a:solidFill>
                          <a:srgbClr val="546970"/>
                        </a:solidFill>
                        <a:latin typeface="Lucida Sans Typewriter" panose="020B0509030504030204" pitchFamily="49" charset="0"/>
                        <a:ea typeface="Noto Mono" panose="020B0609030804020204" pitchFamily="49" charset="0"/>
                        <a:cs typeface="Noto Mono" panose="020B0609030804020204" pitchFamily="49" charset="0"/>
                      </a:rPr>
                      <m:t>a</m:t>
                    </m:r>
                    <m:r>
                      <m:rPr>
                        <m:nor/>
                      </m:rPr>
                      <a:rPr lang="en-US" b="0" i="0" kern="0" smtClean="0">
                        <a:solidFill>
                          <a:srgbClr val="546970"/>
                        </a:solidFill>
                        <a:latin typeface="Lucida Sans Typewriter" panose="020B0509030504030204" pitchFamily="49" charset="0"/>
                        <a:ea typeface="Noto Mono" panose="020B0609030804020204" pitchFamily="49" charset="0"/>
                        <a:cs typeface="Noto Mono" panose="020B0609030804020204" pitchFamily="49" charset="0"/>
                      </a:rPr>
                      <m:t>.</m:t>
                    </m:r>
                    <m:r>
                      <m:rPr>
                        <m:nor/>
                      </m:rPr>
                      <a:rPr lang="en-US" b="0" i="0" kern="0" smtClean="0">
                        <a:solidFill>
                          <a:srgbClr val="546970"/>
                        </a:solidFill>
                        <a:latin typeface="Lucida Sans Typewriter" panose="020B0509030504030204" pitchFamily="49" charset="0"/>
                        <a:ea typeface="Noto Mono" panose="020B0609030804020204" pitchFamily="49" charset="0"/>
                        <a:cs typeface="Noto Mono" panose="020B0609030804020204" pitchFamily="49" charset="0"/>
                      </a:rPr>
                      <m:t>edu</m:t>
                    </m:r>
                    <m:r>
                      <m:rPr>
                        <m:nor/>
                      </m:rPr>
                      <a:rPr lang="en-US" b="0" i="0" kern="0" smtClean="0">
                        <a:solidFill>
                          <a:srgbClr val="546970"/>
                        </a:solidFill>
                        <a:latin typeface="Lucida Sans Typewriter" panose="020B0509030504030204" pitchFamily="49" charset="0"/>
                        <a:ea typeface="Noto Mono" panose="020B0609030804020204" pitchFamily="49" charset="0"/>
                        <a:cs typeface="Noto Mono" panose="020B0609030804020204" pitchFamily="49" charset="0"/>
                      </a:rPr>
                      <m:t>.</m:t>
                    </m:r>
                    <m:r>
                      <m:rPr>
                        <m:nor/>
                      </m:rPr>
                      <a:rPr lang="en-US" b="0" i="0" kern="0" smtClean="0">
                        <a:solidFill>
                          <a:srgbClr val="546970"/>
                        </a:solidFill>
                        <a:latin typeface="Lucida Sans Typewriter" panose="020B0509030504030204" pitchFamily="49" charset="0"/>
                        <a:ea typeface="Noto Mono" panose="020B0609030804020204" pitchFamily="49" charset="0"/>
                        <a:cs typeface="Noto Mono" panose="020B0609030804020204" pitchFamily="49" charset="0"/>
                      </a:rPr>
                      <m:t>net</m:t>
                    </m:r>
                  </m:oMath>
                </a14:m>
                <a:r>
                  <a:rPr lang="en-US" kern="0" dirty="0">
                    <a:solidFill>
                      <a:srgbClr val="546970"/>
                    </a:solidFill>
                    <a:latin typeface="Lucida Sans Typewriter" panose="020B0509030504030204" pitchFamily="49" charset="0"/>
                    <a:ea typeface="Noto Mono" panose="020B0609030804020204" pitchFamily="49" charset="0"/>
                    <a:cs typeface="Noto Mono" panose="020B0609030804020204" pitchFamily="49" charset="0"/>
                  </a:rPr>
                  <a:t>.</a:t>
                </a:r>
              </a:p>
              <a:p>
                <a:pPr>
                  <a:lnSpc>
                    <a:spcPct val="100000"/>
                  </a:lnSpc>
                  <a:spcAft>
                    <a:spcPts val="500"/>
                  </a:spcAft>
                  <a:buClr>
                    <a:srgbClr val="619E64"/>
                  </a:buClr>
                  <a:buSzPct val="85000"/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kern="0" smtClean="0">
                          <a:solidFill>
                            <a:srgbClr val="546970"/>
                          </a:solidFill>
                          <a:latin typeface="Cambria Math" panose="02040503050406030204" pitchFamily="18" charset="0"/>
                          <a:ea typeface="Source Sans Pro" panose="020B0503030403020204" pitchFamily="34" charset="0"/>
                          <a:cs typeface="Calibri" panose="020F0502020204030204" pitchFamily="34" charset="0"/>
                        </a:rPr>
                        <m:t>𝑞</m:t>
                      </m:r>
                      <m:r>
                        <a:rPr lang="en-US" b="0" i="1" kern="0" smtClean="0">
                          <a:solidFill>
                            <a:srgbClr val="546970"/>
                          </a:solidFill>
                          <a:latin typeface="Cambria Math" panose="02040503050406030204" pitchFamily="18" charset="0"/>
                          <a:ea typeface="Source Sans Pro" panose="020B0503030403020204" pitchFamily="34" charset="0"/>
                          <a:cs typeface="Calibri" panose="020F0502020204030204" pitchFamily="34" charset="0"/>
                        </a:rPr>
                        <m:t>: </m:t>
                      </m:r>
                      <m:d>
                        <m:dPr>
                          <m:begChr m:val="⟨"/>
                          <m:endChr m:val="〉"/>
                          <m:ctrlPr>
                            <a:rPr lang="en-US" b="0" i="1" kern="0" smtClean="0">
                              <a:solidFill>
                                <a:srgbClr val="546970"/>
                              </a:solidFill>
                              <a:latin typeface="Cambria Math" panose="02040503050406030204" pitchFamily="18" charset="0"/>
                              <a:ea typeface="Source Sans Pro" panose="020B0503030403020204" pitchFamily="34" charset="0"/>
                              <a:cs typeface="Calibri" panose="020F0502020204030204" pitchFamily="34" charset="0"/>
                            </a:rPr>
                          </m:ctrlPr>
                        </m:dPr>
                        <m:e>
                          <m:r>
                            <a:rPr lang="en-US" b="0" i="1" kern="0" smtClean="0">
                              <a:solidFill>
                                <a:srgbClr val="546970"/>
                              </a:solidFill>
                              <a:latin typeface="Cambria Math" panose="02040503050406030204" pitchFamily="18" charset="0"/>
                              <a:ea typeface="Source Sans Pro" panose="020B0503030403020204" pitchFamily="34" charset="0"/>
                              <a:cs typeface="Calibri" panose="020F0502020204030204" pitchFamily="34" charset="0"/>
                            </a:rPr>
                            <m:t> </m:t>
                          </m:r>
                          <m:r>
                            <a:rPr lang="en-US" b="0" i="1" kern="0" smtClean="0">
                              <a:solidFill>
                                <a:srgbClr val="546970"/>
                              </a:solidFill>
                              <a:latin typeface="Cambria Math" panose="02040503050406030204" pitchFamily="18" charset="0"/>
                              <a:ea typeface="Source Sans Pro" panose="020B0503030403020204" pitchFamily="34" charset="0"/>
                              <a:cs typeface="Calibri" panose="020F0502020204030204" pitchFamily="34" charset="0"/>
                            </a:rPr>
                            <m:t>𝛼</m:t>
                          </m:r>
                          <m:r>
                            <m:rPr>
                              <m:nor/>
                            </m:rPr>
                            <a:rPr lang="en-US" b="0" i="0" kern="0" smtClean="0">
                              <a:solidFill>
                                <a:srgbClr val="546970"/>
                              </a:solidFill>
                              <a:latin typeface="Lucida Sans Typewriter" panose="020B0509030504030204" pitchFamily="49" charset="0"/>
                              <a:ea typeface="Noto Mono" panose="020B0609030804020204" pitchFamily="49" charset="0"/>
                              <a:cs typeface="Noto Mono" panose="020B0609030804020204" pitchFamily="49" charset="0"/>
                            </a:rPr>
                            <m:t>.</m:t>
                          </m:r>
                          <m:r>
                            <m:rPr>
                              <m:nor/>
                            </m:rPr>
                            <a:rPr lang="en-US" b="0" i="0" kern="0" smtClean="0">
                              <a:solidFill>
                                <a:srgbClr val="546970"/>
                              </a:solidFill>
                              <a:latin typeface="Lucida Sans Typewriter" panose="020B0509030504030204" pitchFamily="49" charset="0"/>
                              <a:ea typeface="Noto Mono" panose="020B0609030804020204" pitchFamily="49" charset="0"/>
                              <a:cs typeface="Noto Mono" panose="020B0609030804020204" pitchFamily="49" charset="0"/>
                            </a:rPr>
                            <m:t>ucla</m:t>
                          </m:r>
                          <m:r>
                            <m:rPr>
                              <m:nor/>
                            </m:rPr>
                            <a:rPr lang="en-US" b="0" i="0" kern="0" smtClean="0">
                              <a:solidFill>
                                <a:srgbClr val="546970"/>
                              </a:solidFill>
                              <a:latin typeface="Lucida Sans Typewriter" panose="020B0509030504030204" pitchFamily="49" charset="0"/>
                              <a:ea typeface="Noto Mono" panose="020B0609030804020204" pitchFamily="49" charset="0"/>
                              <a:cs typeface="Noto Mono" panose="020B0609030804020204" pitchFamily="49" charset="0"/>
                            </a:rPr>
                            <m:t>.</m:t>
                          </m:r>
                          <m:r>
                            <m:rPr>
                              <m:nor/>
                            </m:rPr>
                            <a:rPr lang="en-US" b="0" i="0" kern="0" smtClean="0">
                              <a:solidFill>
                                <a:srgbClr val="546970"/>
                              </a:solidFill>
                              <a:latin typeface="Lucida Sans Typewriter" panose="020B0509030504030204" pitchFamily="49" charset="0"/>
                              <a:ea typeface="Noto Mono" panose="020B0609030804020204" pitchFamily="49" charset="0"/>
                              <a:cs typeface="Noto Mono" panose="020B0609030804020204" pitchFamily="49" charset="0"/>
                            </a:rPr>
                            <m:t>edu</m:t>
                          </m:r>
                          <m:r>
                            <m:rPr>
                              <m:nor/>
                            </m:rPr>
                            <a:rPr lang="en-US" b="0" i="0" kern="0" smtClean="0">
                              <a:solidFill>
                                <a:srgbClr val="546970"/>
                              </a:solidFill>
                              <a:latin typeface="Lucida Sans Typewriter" panose="020B0509030504030204" pitchFamily="49" charset="0"/>
                              <a:ea typeface="Noto Mono" panose="020B0609030804020204" pitchFamily="49" charset="0"/>
                              <a:cs typeface="Noto Mono" panose="020B0609030804020204" pitchFamily="49" charset="0"/>
                            </a:rPr>
                            <m:t>.,{</m:t>
                          </m:r>
                          <m:r>
                            <m:rPr>
                              <m:nor/>
                            </m:rPr>
                            <a:rPr lang="en-US" b="0" i="0" kern="0" smtClean="0">
                              <a:solidFill>
                                <a:srgbClr val="546970"/>
                              </a:solidFill>
                              <a:latin typeface="Lucida Sans Typewriter" panose="020B0509030504030204" pitchFamily="49" charset="0"/>
                              <a:ea typeface="Noto Mono" panose="020B0609030804020204" pitchFamily="49" charset="0"/>
                              <a:cs typeface="Noto Mono" panose="020B0609030804020204" pitchFamily="49" charset="0"/>
                            </a:rPr>
                            <m:t>A</m:t>
                          </m:r>
                          <m:r>
                            <m:rPr>
                              <m:nor/>
                            </m:rPr>
                            <a:rPr lang="en-US" b="0" i="0" kern="0" smtClean="0">
                              <a:solidFill>
                                <a:srgbClr val="546970"/>
                              </a:solidFill>
                              <a:latin typeface="Lucida Sans Typewriter" panose="020B0509030504030204" pitchFamily="49" charset="0"/>
                              <a:ea typeface="Noto Mono" panose="020B0609030804020204" pitchFamily="49" charset="0"/>
                              <a:cs typeface="Noto Mono" panose="020B0609030804020204" pitchFamily="49" charset="0"/>
                            </a:rPr>
                            <m:t>,</m:t>
                          </m:r>
                          <m:r>
                            <m:rPr>
                              <m:nor/>
                            </m:rPr>
                            <a:rPr lang="en-US" b="0" i="0" kern="0" smtClean="0">
                              <a:solidFill>
                                <a:srgbClr val="546970"/>
                              </a:solidFill>
                              <a:latin typeface="Lucida Sans Typewriter" panose="020B0509030504030204" pitchFamily="49" charset="0"/>
                              <a:ea typeface="Noto Mono" panose="020B0609030804020204" pitchFamily="49" charset="0"/>
                              <a:cs typeface="Noto Mono" panose="020B0609030804020204" pitchFamily="49" charset="0"/>
                            </a:rPr>
                            <m:t>NS</m:t>
                          </m:r>
                          <m:r>
                            <m:rPr>
                              <m:nor/>
                            </m:rPr>
                            <a:rPr lang="en-US" b="0" i="0" kern="0" smtClean="0">
                              <a:solidFill>
                                <a:srgbClr val="546970"/>
                              </a:solidFill>
                              <a:latin typeface="Lucida Sans Typewriter" panose="020B0509030504030204" pitchFamily="49" charset="0"/>
                              <a:ea typeface="Noto Mono" panose="020B0609030804020204" pitchFamily="49" charset="0"/>
                              <a:cs typeface="Noto Mono" panose="020B0609030804020204" pitchFamily="49" charset="0"/>
                            </a:rPr>
                            <m:t>,</m:t>
                          </m:r>
                          <m:r>
                            <m:rPr>
                              <m:nor/>
                            </m:rPr>
                            <a:rPr lang="en-US" b="0" i="0" kern="0" smtClean="0">
                              <a:solidFill>
                                <a:srgbClr val="546970"/>
                              </a:solidFill>
                              <a:latin typeface="Lucida Sans Typewriter" panose="020B0509030504030204" pitchFamily="49" charset="0"/>
                              <a:ea typeface="Noto Mono" panose="020B0609030804020204" pitchFamily="49" charset="0"/>
                              <a:cs typeface="Noto Mono" panose="020B0609030804020204" pitchFamily="49" charset="0"/>
                            </a:rPr>
                            <m:t>TXT</m:t>
                          </m:r>
                          <m:r>
                            <m:rPr>
                              <m:nor/>
                            </m:rPr>
                            <a:rPr lang="en-US" b="0" i="0" kern="0" smtClean="0">
                              <a:solidFill>
                                <a:srgbClr val="546970"/>
                              </a:solidFill>
                              <a:latin typeface="Lucida Sans Typewriter" panose="020B0509030504030204" pitchFamily="49" charset="0"/>
                              <a:ea typeface="Noto Mono" panose="020B0609030804020204" pitchFamily="49" charset="0"/>
                              <a:cs typeface="Noto Mono" panose="020B0609030804020204" pitchFamily="49" charset="0"/>
                            </a:rPr>
                            <m:t>}</m:t>
                          </m:r>
                        </m:e>
                      </m:d>
                    </m:oMath>
                  </m:oMathPara>
                </a14:m>
                <a:endParaRPr lang="en-US" b="0" kern="0" dirty="0">
                  <a:solidFill>
                    <a:srgbClr val="546970"/>
                  </a:solidFill>
                  <a:latin typeface="Lucida Sans Typewriter" panose="020B0509030504030204" pitchFamily="49" charset="0"/>
                  <a:ea typeface="Noto Mono" panose="020B0609030804020204" pitchFamily="49" charset="0"/>
                  <a:cs typeface="Noto Mono" panose="020B0609030804020204" pitchFamily="49" charset="0"/>
                </a:endParaRPr>
              </a:p>
              <a:p>
                <a:pPr>
                  <a:spcAft>
                    <a:spcPts val="500"/>
                  </a:spcAft>
                  <a:buClr>
                    <a:srgbClr val="619E64"/>
                  </a:buClr>
                  <a:buSzPct val="85000"/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kern="0" smtClean="0">
                          <a:solidFill>
                            <a:srgbClr val="546970"/>
                          </a:solidFill>
                          <a:latin typeface="Cambria Math" panose="02040503050406030204" pitchFamily="18" charset="0"/>
                          <a:ea typeface="Source Sans Pro" panose="020B0503030403020204" pitchFamily="34" charset="0"/>
                          <a:cs typeface="Calibri" panose="020F0502020204030204" pitchFamily="34" charset="0"/>
                        </a:rPr>
                        <m:t>𝑎</m:t>
                      </m:r>
                      <m:r>
                        <a:rPr lang="en-US" b="0" i="1" kern="0" smtClean="0">
                          <a:solidFill>
                            <a:srgbClr val="546970"/>
                          </a:solidFill>
                          <a:latin typeface="Cambria Math" panose="02040503050406030204" pitchFamily="18" charset="0"/>
                          <a:ea typeface="Source Sans Pro" panose="020B0503030403020204" pitchFamily="34" charset="0"/>
                          <a:cs typeface="Calibri" panose="020F0502020204030204" pitchFamily="34" charset="0"/>
                        </a:rPr>
                        <m:t>: ⟨</m:t>
                      </m:r>
                      <m:r>
                        <m:rPr>
                          <m:nor/>
                        </m:rPr>
                        <a:rPr lang="en-US" cap="small">
                          <a:solidFill>
                            <a:srgbClr val="546970"/>
                          </a:solidFill>
                          <a:latin typeface="Noto Mono" panose="020B0609030804020204" pitchFamily="49" charset="0"/>
                          <a:ea typeface="Noto Mono" panose="020B0609030804020204" pitchFamily="49" charset="0"/>
                          <a:cs typeface="Noto Mono" panose="020B0609030804020204" pitchFamily="49" charset="0"/>
                        </a:rPr>
                        <m:t>Ref</m:t>
                      </m:r>
                      <m:r>
                        <a:rPr lang="en-US" i="1">
                          <a:solidFill>
                            <a:srgbClr val="546970"/>
                          </a:solidFill>
                          <a:latin typeface="Cambria Math" panose="02040503050406030204" pitchFamily="18" charset="0"/>
                          <a:ea typeface="Source Sans Pro" panose="020B0503030403020204" pitchFamily="34" charset="0"/>
                        </a:rPr>
                        <m:t>, </m:t>
                      </m:r>
                      <m:r>
                        <a:rPr lang="en-US" b="0" i="1" smtClean="0">
                          <a:solidFill>
                            <a:srgbClr val="546970"/>
                          </a:solidFill>
                          <a:latin typeface="Cambria Math" panose="02040503050406030204" pitchFamily="18" charset="0"/>
                          <a:ea typeface="Source Sans Pro" panose="020B0503030403020204" pitchFamily="34" charset="0"/>
                        </a:rPr>
                        <m:t>{</m:t>
                      </m:r>
                      <m:r>
                        <m:rPr>
                          <m:nor/>
                        </m:rPr>
                        <a:rPr lang="en-US" b="0" i="0" smtClean="0">
                          <a:solidFill>
                            <a:srgbClr val="546970"/>
                          </a:solidFill>
                          <a:latin typeface="Lucida Sans Typewriter" panose="020B0509030504030204" pitchFamily="49" charset="0"/>
                          <a:ea typeface="Noto Mono" panose="020B0609030804020204" pitchFamily="49" charset="0"/>
                          <a:cs typeface="Noto Mono" panose="020B0609030804020204" pitchFamily="49" charset="0"/>
                        </a:rPr>
                        <m:t>ns</m:t>
                      </m:r>
                      <m:r>
                        <m:rPr>
                          <m:nor/>
                        </m:rPr>
                        <a:rPr lang="en-US" b="0" i="0" smtClean="0">
                          <a:solidFill>
                            <a:srgbClr val="546970"/>
                          </a:solidFill>
                          <a:latin typeface="Lucida Sans Typewriter" panose="020B0509030504030204" pitchFamily="49" charset="0"/>
                          <a:ea typeface="Noto Mono" panose="020B0609030804020204" pitchFamily="49" charset="0"/>
                          <a:cs typeface="Noto Mono" panose="020B0609030804020204" pitchFamily="49" charset="0"/>
                        </a:rPr>
                        <m:t>1.</m:t>
                      </m:r>
                      <m:r>
                        <m:rPr>
                          <m:nor/>
                        </m:rPr>
                        <a:rPr lang="en-US" b="0" i="0" smtClean="0">
                          <a:solidFill>
                            <a:srgbClr val="546970"/>
                          </a:solidFill>
                          <a:latin typeface="Lucida Sans Typewriter" panose="020B0509030504030204" pitchFamily="49" charset="0"/>
                          <a:ea typeface="Noto Mono" panose="020B0609030804020204" pitchFamily="49" charset="0"/>
                          <a:cs typeface="Noto Mono" panose="020B0609030804020204" pitchFamily="49" charset="0"/>
                        </a:rPr>
                        <m:t>edu</m:t>
                      </m:r>
                      <m:r>
                        <m:rPr>
                          <m:nor/>
                        </m:rPr>
                        <a:rPr lang="en-US" b="0" i="0" smtClean="0">
                          <a:solidFill>
                            <a:srgbClr val="546970"/>
                          </a:solidFill>
                          <a:latin typeface="Lucida Sans Typewriter" panose="020B0509030504030204" pitchFamily="49" charset="0"/>
                          <a:ea typeface="Noto Mono" panose="020B0609030804020204" pitchFamily="49" charset="0"/>
                          <a:cs typeface="Noto Mono" panose="020B0609030804020204" pitchFamily="49" charset="0"/>
                        </a:rPr>
                        <m:t>.,</m:t>
                      </m:r>
                      <m:r>
                        <m:rPr>
                          <m:nor/>
                        </m:rPr>
                        <a:rPr lang="en-US" b="0" i="0" smtClean="0">
                          <a:solidFill>
                            <a:srgbClr val="546970"/>
                          </a:solidFill>
                          <a:latin typeface="Lucida Sans Typewriter" panose="020B0509030504030204" pitchFamily="49" charset="0"/>
                          <a:ea typeface="Noto Mono" panose="020B0609030804020204" pitchFamily="49" charset="0"/>
                          <a:cs typeface="Noto Mono" panose="020B0609030804020204" pitchFamily="49" charset="0"/>
                        </a:rPr>
                        <m:t>ns</m:t>
                      </m:r>
                      <m:r>
                        <m:rPr>
                          <m:nor/>
                        </m:rPr>
                        <a:rPr lang="en-US" b="0" i="0" smtClean="0">
                          <a:solidFill>
                            <a:srgbClr val="546970"/>
                          </a:solidFill>
                          <a:latin typeface="Lucida Sans Typewriter" panose="020B0509030504030204" pitchFamily="49" charset="0"/>
                          <a:ea typeface="Noto Mono" panose="020B0609030804020204" pitchFamily="49" charset="0"/>
                          <a:cs typeface="Noto Mono" panose="020B0609030804020204" pitchFamily="49" charset="0"/>
                        </a:rPr>
                        <m:t>2.</m:t>
                      </m:r>
                      <m:r>
                        <m:rPr>
                          <m:nor/>
                        </m:rPr>
                        <a:rPr lang="en-US" b="0" i="0" smtClean="0">
                          <a:solidFill>
                            <a:srgbClr val="546970"/>
                          </a:solidFill>
                          <a:latin typeface="Lucida Sans Typewriter" panose="020B0509030504030204" pitchFamily="49" charset="0"/>
                          <a:ea typeface="Noto Mono" panose="020B0609030804020204" pitchFamily="49" charset="0"/>
                          <a:cs typeface="Noto Mono" panose="020B0609030804020204" pitchFamily="49" charset="0"/>
                        </a:rPr>
                        <m:t>edu</m:t>
                      </m:r>
                      <m:r>
                        <m:rPr>
                          <m:nor/>
                        </m:rPr>
                        <a:rPr lang="en-US" b="0" i="0" smtClean="0">
                          <a:solidFill>
                            <a:srgbClr val="546970"/>
                          </a:solidFill>
                          <a:latin typeface="Lucida Sans Typewriter" panose="020B0509030504030204" pitchFamily="49" charset="0"/>
                          <a:ea typeface="Noto Mono" panose="020B0609030804020204" pitchFamily="49" charset="0"/>
                          <a:cs typeface="Noto Mono" panose="020B0609030804020204" pitchFamily="49" charset="0"/>
                        </a:rPr>
                        <m:t>.</m:t>
                      </m:r>
                      <m:r>
                        <a:rPr lang="en-US" b="0" i="1" smtClean="0">
                          <a:solidFill>
                            <a:srgbClr val="546970"/>
                          </a:solidFill>
                          <a:latin typeface="Cambria Math" panose="02040503050406030204" pitchFamily="18" charset="0"/>
                          <a:ea typeface="Source Sans Pro" panose="020B0503030403020204" pitchFamily="34" charset="0"/>
                        </a:rPr>
                        <m:t>}⟩</m:t>
                      </m:r>
                    </m:oMath>
                  </m:oMathPara>
                </a14:m>
                <a:endParaRPr lang="en-US" kern="0" dirty="0">
                  <a:solidFill>
                    <a:srgbClr val="546970"/>
                  </a:solidFill>
                  <a:latin typeface="Noto Mono" panose="020B0609030804020204" pitchFamily="49" charset="0"/>
                  <a:ea typeface="Noto Mono" panose="020B0609030804020204" pitchFamily="49" charset="0"/>
                  <a:cs typeface="Noto Mono" panose="020B0609030804020204" pitchFamily="49" charset="0"/>
                </a:endParaRPr>
              </a:p>
            </p:txBody>
          </p:sp>
        </mc:Choice>
        <mc:Fallback>
          <p:sp>
            <p:nvSpPr>
              <p:cNvPr id="8" name="Rectangle: Rounded Corners 7">
                <a:extLst>
                  <a:ext uri="{FF2B5EF4-FFF2-40B4-BE49-F238E27FC236}">
                    <a16:creationId xmlns:a16="http://schemas.microsoft.com/office/drawing/2014/main" id="{C48325F7-6294-4E56-BF88-EC2D19AFAE7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44068" y="1463080"/>
                <a:ext cx="3718839" cy="1137270"/>
              </a:xfrm>
              <a:prstGeom prst="roundRect">
                <a:avLst>
                  <a:gd name="adj" fmla="val 4626"/>
                </a:avLst>
              </a:prstGeom>
              <a:blipFill>
                <a:blip r:embed="rId4"/>
                <a:stretch>
                  <a:fillRect/>
                </a:stretch>
              </a:blipFill>
              <a:ln w="19050">
                <a:solidFill>
                  <a:srgbClr val="70838B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3" name="Table 31">
            <a:extLst>
              <a:ext uri="{FF2B5EF4-FFF2-40B4-BE49-F238E27FC236}">
                <a16:creationId xmlns:a16="http://schemas.microsoft.com/office/drawing/2014/main" id="{5A73ED15-37CA-4098-AB6B-AD83EEBCA2B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41539374"/>
              </p:ext>
            </p:extLst>
          </p:nvPr>
        </p:nvGraphicFramePr>
        <p:xfrm>
          <a:off x="7638628" y="1048351"/>
          <a:ext cx="4404895" cy="1966728"/>
        </p:xfrm>
        <a:graphic>
          <a:graphicData uri="http://schemas.openxmlformats.org/drawingml/2006/table">
            <a:tbl>
              <a:tblPr firstRow="1" bandRow="1">
                <a:effectLst>
                  <a:outerShdw blurRad="50800" sx="101000" sy="101000" algn="ctr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724218">
                  <a:extLst>
                    <a:ext uri="{9D8B030D-6E8A-4147-A177-3AD203B41FA5}">
                      <a16:colId xmlns:a16="http://schemas.microsoft.com/office/drawing/2014/main" val="448935893"/>
                    </a:ext>
                  </a:extLst>
                </a:gridCol>
                <a:gridCol w="734646">
                  <a:extLst>
                    <a:ext uri="{9D8B030D-6E8A-4147-A177-3AD203B41FA5}">
                      <a16:colId xmlns:a16="http://schemas.microsoft.com/office/drawing/2014/main" val="3392558462"/>
                    </a:ext>
                  </a:extLst>
                </a:gridCol>
                <a:gridCol w="1946031">
                  <a:extLst>
                    <a:ext uri="{9D8B030D-6E8A-4147-A177-3AD203B41FA5}">
                      <a16:colId xmlns:a16="http://schemas.microsoft.com/office/drawing/2014/main" val="3314790156"/>
                    </a:ext>
                  </a:extLst>
                </a:gridCol>
              </a:tblGrid>
              <a:tr h="327788"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rgbClr val="657B83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Domain Name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FB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rgbClr val="657B83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Type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FB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rgbClr val="657B83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Data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FB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15431099"/>
                  </a:ext>
                </a:extLst>
              </a:tr>
              <a:tr h="327788">
                <a:tc>
                  <a:txBody>
                    <a:bodyPr/>
                    <a:lstStyle/>
                    <a:p>
                      <a:r>
                        <a:rPr lang="en-US" sz="1600" dirty="0" err="1">
                          <a:solidFill>
                            <a:srgbClr val="657B83"/>
                          </a:solidFill>
                          <a:latin typeface="Lucida Sans Typewriter" panose="020B0509030504030204" pitchFamily="49" charset="0"/>
                          <a:ea typeface="Noto Mono" panose="020B0609030804020204" pitchFamily="49" charset="0"/>
                          <a:cs typeface="Noto Mono" panose="020B0609030804020204" pitchFamily="49" charset="0"/>
                        </a:rPr>
                        <a:t>edu</a:t>
                      </a:r>
                      <a:r>
                        <a:rPr lang="en-US" sz="1600" dirty="0">
                          <a:solidFill>
                            <a:srgbClr val="657B83"/>
                          </a:solidFill>
                          <a:latin typeface="Lucida Sans Typewriter" panose="020B0509030504030204" pitchFamily="49" charset="0"/>
                          <a:ea typeface="Noto Mono" panose="020B0609030804020204" pitchFamily="49" charset="0"/>
                          <a:cs typeface="Noto Mono" panose="020B0609030804020204" pitchFamily="49" charset="0"/>
                        </a:rPr>
                        <a:t>.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FB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solidFill>
                            <a:srgbClr val="657B83"/>
                          </a:solidFill>
                          <a:latin typeface="Lucida Sans Typewriter" panose="020B0509030504030204" pitchFamily="49" charset="0"/>
                          <a:ea typeface="Noto Mono" panose="020B0609030804020204" pitchFamily="49" charset="0"/>
                          <a:cs typeface="Noto Mono" panose="020B0609030804020204" pitchFamily="49" charset="0"/>
                        </a:rPr>
                        <a:t>SOA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FB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solidFill>
                            <a:srgbClr val="657B83"/>
                          </a:solidFill>
                          <a:latin typeface="Lucida Sans Typewriter" panose="020B0509030504030204" pitchFamily="49" charset="0"/>
                          <a:ea typeface="Noto Mono" panose="020B0609030804020204" pitchFamily="49" charset="0"/>
                          <a:cs typeface="Noto Mono" panose="020B0609030804020204" pitchFamily="49" charset="0"/>
                        </a:rPr>
                        <a:t>a.edu.net. …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FB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35477995"/>
                  </a:ext>
                </a:extLst>
              </a:tr>
              <a:tr h="327788"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rgbClr val="657B83"/>
                          </a:solidFill>
                          <a:latin typeface="Lucida Sans Typewriter" panose="020B0509030504030204" pitchFamily="49" charset="0"/>
                          <a:ea typeface="Noto Mono" panose="020B0609030804020204" pitchFamily="49" charset="0"/>
                          <a:cs typeface="Noto Mono" panose="020B0609030804020204" pitchFamily="49" charset="0"/>
                        </a:rPr>
                        <a:t>ucla.edu.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FB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solidFill>
                            <a:srgbClr val="657B83"/>
                          </a:solidFill>
                          <a:latin typeface="Lucida Sans Typewriter" panose="020B0509030504030204" pitchFamily="49" charset="0"/>
                          <a:ea typeface="Noto Mono" panose="020B0609030804020204" pitchFamily="49" charset="0"/>
                          <a:cs typeface="Noto Mono" panose="020B0609030804020204" pitchFamily="49" charset="0"/>
                        </a:rPr>
                        <a:t>NS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FB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solidFill>
                            <a:srgbClr val="657B83"/>
                          </a:solidFill>
                          <a:latin typeface="Lucida Sans Typewriter" panose="020B0509030504030204" pitchFamily="49" charset="0"/>
                          <a:ea typeface="Noto Mono" panose="020B0609030804020204" pitchFamily="49" charset="0"/>
                          <a:cs typeface="Noto Mono" panose="020B0609030804020204" pitchFamily="49" charset="0"/>
                        </a:rPr>
                        <a:t>ns1.edu.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FB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36718837"/>
                  </a:ext>
                </a:extLst>
              </a:tr>
              <a:tr h="327788"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rgbClr val="657B83"/>
                          </a:solidFill>
                          <a:latin typeface="Lucida Sans Typewriter" panose="020B0509030504030204" pitchFamily="49" charset="0"/>
                          <a:ea typeface="Noto Mono" panose="020B0609030804020204" pitchFamily="49" charset="0"/>
                          <a:cs typeface="Noto Mono" panose="020B0609030804020204" pitchFamily="49" charset="0"/>
                        </a:rPr>
                        <a:t>ucla.edu.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FB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657B83"/>
                          </a:solidFill>
                          <a:latin typeface="Lucida Sans Typewriter" panose="020B0509030504030204" pitchFamily="49" charset="0"/>
                          <a:ea typeface="Noto Mono" panose="020B0609030804020204" pitchFamily="49" charset="0"/>
                          <a:cs typeface="Noto Mono" panose="020B0609030804020204" pitchFamily="49" charset="0"/>
                        </a:rPr>
                        <a:t>NS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FB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solidFill>
                            <a:srgbClr val="657B83"/>
                          </a:solidFill>
                          <a:latin typeface="Lucida Sans Typewriter" panose="020B0509030504030204" pitchFamily="49" charset="0"/>
                          <a:ea typeface="Noto Mono" panose="020B0609030804020204" pitchFamily="49" charset="0"/>
                          <a:cs typeface="Noto Mono" panose="020B0609030804020204" pitchFamily="49" charset="0"/>
                        </a:rPr>
                        <a:t>ns2.edu.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FB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8117347"/>
                  </a:ext>
                </a:extLst>
              </a:tr>
              <a:tr h="327788">
                <a:tc>
                  <a:txBody>
                    <a:bodyPr/>
                    <a:lstStyle/>
                    <a:p>
                      <a:r>
                        <a:rPr lang="en-US" sz="1600">
                          <a:solidFill>
                            <a:srgbClr val="657B83"/>
                          </a:solidFill>
                          <a:latin typeface="Lucida Sans Typewriter" panose="020B0509030504030204" pitchFamily="49" charset="0"/>
                          <a:ea typeface="Noto Mono" panose="020B0609030804020204" pitchFamily="49" charset="0"/>
                          <a:cs typeface="Noto Mono" panose="020B0609030804020204" pitchFamily="49" charset="0"/>
                        </a:rPr>
                        <a:t>ns1.edu.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FB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657B83"/>
                          </a:solidFill>
                          <a:latin typeface="Lucida Sans Typewriter" panose="020B0509030504030204" pitchFamily="49" charset="0"/>
                          <a:ea typeface="Noto Mono" panose="020B0609030804020204" pitchFamily="49" charset="0"/>
                          <a:cs typeface="Noto Mono" panose="020B0609030804020204" pitchFamily="49" charset="0"/>
                        </a:rPr>
                        <a:t>A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FB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rgbClr val="657B83"/>
                          </a:solidFill>
                          <a:latin typeface="Lucida Sans Typewriter" panose="020B0509030504030204" pitchFamily="49" charset="0"/>
                          <a:ea typeface="Noto Mono" panose="020B0609030804020204" pitchFamily="49" charset="0"/>
                          <a:cs typeface="Noto Mono" panose="020B0609030804020204" pitchFamily="49" charset="0"/>
                        </a:rPr>
                        <a:t>192.35.255.7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FB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82230621"/>
                  </a:ext>
                </a:extLst>
              </a:tr>
              <a:tr h="327788">
                <a:tc>
                  <a:txBody>
                    <a:bodyPr/>
                    <a:lstStyle/>
                    <a:p>
                      <a:r>
                        <a:rPr lang="en-US" sz="1600">
                          <a:solidFill>
                            <a:srgbClr val="657B83"/>
                          </a:solidFill>
                          <a:latin typeface="Lucida Sans Typewriter" panose="020B0509030504030204" pitchFamily="49" charset="0"/>
                          <a:ea typeface="Noto Mono" panose="020B0609030804020204" pitchFamily="49" charset="0"/>
                          <a:cs typeface="Noto Mono" panose="020B0609030804020204" pitchFamily="49" charset="0"/>
                        </a:rPr>
                        <a:t>ns2.edu.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FB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solidFill>
                            <a:srgbClr val="657B83"/>
                          </a:solidFill>
                          <a:latin typeface="Lucida Sans Typewriter" panose="020B0509030504030204" pitchFamily="49" charset="0"/>
                          <a:ea typeface="Noto Mono" panose="020B0609030804020204" pitchFamily="49" charset="0"/>
                          <a:cs typeface="Noto Mono" panose="020B0609030804020204" pitchFamily="49" charset="0"/>
                        </a:rPr>
                        <a:t>A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FB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rgbClr val="657B83"/>
                          </a:solidFill>
                          <a:latin typeface="Lucida Sans Typewriter" panose="020B0509030504030204" pitchFamily="49" charset="0"/>
                          <a:ea typeface="Noto Mono" panose="020B0609030804020204" pitchFamily="49" charset="0"/>
                          <a:cs typeface="Noto Mono" panose="020B0609030804020204" pitchFamily="49" charset="0"/>
                        </a:rPr>
                        <a:t>54.201.38.106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FB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6139101"/>
                  </a:ext>
                </a:extLst>
              </a:tr>
            </a:tbl>
          </a:graphicData>
        </a:graphic>
      </p:graphicFrame>
      <mc:AlternateContent xmlns:mc="http://schemas.openxmlformats.org/markup-compatibility/2006">
        <mc:Choice xmlns:a14="http://schemas.microsoft.com/office/drawing/2010/main" Requires="a14">
          <p:sp>
            <p:nvSpPr>
              <p:cNvPr id="6" name="Rectangle: Rounded Corners 5">
                <a:extLst>
                  <a:ext uri="{FF2B5EF4-FFF2-40B4-BE49-F238E27FC236}">
                    <a16:creationId xmlns:a16="http://schemas.microsoft.com/office/drawing/2014/main" id="{EE21784F-6AFD-492F-A425-308A5200A648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271390" y="3217917"/>
                <a:ext cx="5227599" cy="1137270"/>
              </a:xfrm>
              <a:prstGeom prst="roundRect">
                <a:avLst>
                  <a:gd name="adj" fmla="val 4626"/>
                </a:avLst>
              </a:prstGeom>
              <a:solidFill>
                <a:srgbClr val="F4F5F6"/>
              </a:solidFill>
              <a:ln w="19050">
                <a:solidFill>
                  <a:srgbClr val="70838B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>
                  <a:spcAft>
                    <a:spcPts val="500"/>
                  </a:spcAft>
                  <a:buClr>
                    <a:srgbClr val="619E64"/>
                  </a:buClr>
                  <a:buSzPct val="85000"/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kern="0" smtClean="0">
                          <a:solidFill>
                            <a:srgbClr val="546970"/>
                          </a:solidFill>
                          <a:latin typeface="Cambria Math" panose="02040503050406030204" pitchFamily="18" charset="0"/>
                          <a:ea typeface="Source Sans Pro" panose="020B0503030403020204" pitchFamily="34" charset="0"/>
                          <a:cs typeface="Calibri" panose="020F0502020204030204" pitchFamily="34" charset="0"/>
                        </a:rPr>
                        <m:t>𝑠</m:t>
                      </m:r>
                      <m:r>
                        <a:rPr lang="en-US" b="0" i="1" kern="0" smtClean="0">
                          <a:solidFill>
                            <a:srgbClr val="546970"/>
                          </a:solidFill>
                          <a:latin typeface="Cambria Math" panose="02040503050406030204" pitchFamily="18" charset="0"/>
                          <a:ea typeface="Source Sans Pro" panose="020B0503030403020204" pitchFamily="34" charset="0"/>
                          <a:cs typeface="Calibri" panose="020F0502020204030204" pitchFamily="34" charset="0"/>
                        </a:rPr>
                        <m:t>: </m:t>
                      </m:r>
                      <m:r>
                        <m:rPr>
                          <m:nor/>
                        </m:rPr>
                        <a:rPr lang="en-US" b="0" i="0" kern="0" smtClean="0">
                          <a:solidFill>
                            <a:srgbClr val="546970"/>
                          </a:solidFill>
                          <a:latin typeface="Lucida Sans Typewriter" panose="020B0509030504030204" pitchFamily="49" charset="0"/>
                          <a:ea typeface="Noto Mono" panose="020B0609030804020204" pitchFamily="49" charset="0"/>
                          <a:cs typeface="Noto Mono" panose="020B0609030804020204" pitchFamily="49" charset="0"/>
                        </a:rPr>
                        <m:t>ns</m:t>
                      </m:r>
                      <m:r>
                        <m:rPr>
                          <m:nor/>
                        </m:rPr>
                        <a:rPr lang="en-US" b="0" i="0" kern="0" smtClean="0">
                          <a:solidFill>
                            <a:srgbClr val="546970"/>
                          </a:solidFill>
                          <a:latin typeface="Lucida Sans Typewriter" panose="020B0509030504030204" pitchFamily="49" charset="0"/>
                          <a:ea typeface="Noto Mono" panose="020B0609030804020204" pitchFamily="49" charset="0"/>
                          <a:cs typeface="Noto Mono" panose="020B0609030804020204" pitchFamily="49" charset="0"/>
                        </a:rPr>
                        <m:t>1.</m:t>
                      </m:r>
                      <m:r>
                        <m:rPr>
                          <m:nor/>
                        </m:rPr>
                        <a:rPr lang="en-US" kern="0">
                          <a:solidFill>
                            <a:srgbClr val="546970"/>
                          </a:solidFill>
                          <a:latin typeface="Lucida Sans Typewriter" panose="020B0509030504030204" pitchFamily="49" charset="0"/>
                          <a:ea typeface="Noto Mono" panose="020B0609030804020204" pitchFamily="49" charset="0"/>
                          <a:cs typeface="Noto Mono" panose="020B0609030804020204" pitchFamily="49" charset="0"/>
                        </a:rPr>
                        <m:t>edu</m:t>
                      </m:r>
                      <m:r>
                        <m:rPr>
                          <m:nor/>
                        </m:rPr>
                        <a:rPr lang="en-US" kern="0">
                          <a:solidFill>
                            <a:srgbClr val="546970"/>
                          </a:solidFill>
                          <a:latin typeface="Lucida Sans Typewriter" panose="020B0509030504030204" pitchFamily="49" charset="0"/>
                          <a:ea typeface="Noto Mono" panose="020B0609030804020204" pitchFamily="49" charset="0"/>
                          <a:cs typeface="Noto Mono" panose="020B0609030804020204" pitchFamily="49" charset="0"/>
                        </a:rPr>
                        <m:t>.</m:t>
                      </m:r>
                    </m:oMath>
                  </m:oMathPara>
                </a14:m>
                <a:endParaRPr lang="en-US" kern="0" dirty="0">
                  <a:solidFill>
                    <a:srgbClr val="546970"/>
                  </a:solidFill>
                  <a:latin typeface="Lucida Sans Typewriter" panose="020B0509030504030204" pitchFamily="49" charset="0"/>
                  <a:ea typeface="Noto Mono" panose="020B0609030804020204" pitchFamily="49" charset="0"/>
                  <a:cs typeface="Noto Mono" panose="020B0609030804020204" pitchFamily="49" charset="0"/>
                </a:endParaRPr>
              </a:p>
              <a:p>
                <a:pPr>
                  <a:lnSpc>
                    <a:spcPct val="100000"/>
                  </a:lnSpc>
                  <a:spcAft>
                    <a:spcPts val="500"/>
                  </a:spcAft>
                  <a:buClr>
                    <a:srgbClr val="619E64"/>
                  </a:buClr>
                  <a:buSzPct val="85000"/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kern="0" smtClean="0">
                          <a:solidFill>
                            <a:srgbClr val="546970"/>
                          </a:solidFill>
                          <a:latin typeface="Cambria Math" panose="02040503050406030204" pitchFamily="18" charset="0"/>
                          <a:ea typeface="Source Sans Pro" panose="020B0503030403020204" pitchFamily="34" charset="0"/>
                          <a:cs typeface="Calibri" panose="020F0502020204030204" pitchFamily="34" charset="0"/>
                        </a:rPr>
                        <m:t>𝑞</m:t>
                      </m:r>
                      <m:r>
                        <a:rPr lang="en-US" b="0" i="1" kern="0" smtClean="0">
                          <a:solidFill>
                            <a:srgbClr val="546970"/>
                          </a:solidFill>
                          <a:latin typeface="Cambria Math" panose="02040503050406030204" pitchFamily="18" charset="0"/>
                          <a:ea typeface="Source Sans Pro" panose="020B0503030403020204" pitchFamily="34" charset="0"/>
                          <a:cs typeface="Calibri" panose="020F0502020204030204" pitchFamily="34" charset="0"/>
                        </a:rPr>
                        <m:t>: </m:t>
                      </m:r>
                      <m:d>
                        <m:dPr>
                          <m:begChr m:val="⟨"/>
                          <m:endChr m:val="〉"/>
                          <m:ctrlPr>
                            <a:rPr lang="en-US" b="0" i="1" kern="0" smtClean="0">
                              <a:solidFill>
                                <a:srgbClr val="546970"/>
                              </a:solidFill>
                              <a:latin typeface="Cambria Math" panose="02040503050406030204" pitchFamily="18" charset="0"/>
                              <a:ea typeface="Source Sans Pro" panose="020B0503030403020204" pitchFamily="34" charset="0"/>
                              <a:cs typeface="Calibri" panose="020F0502020204030204" pitchFamily="34" charset="0"/>
                            </a:rPr>
                          </m:ctrlPr>
                        </m:dPr>
                        <m:e>
                          <m:r>
                            <a:rPr lang="en-US" b="0" i="1" kern="0" smtClean="0">
                              <a:solidFill>
                                <a:srgbClr val="546970"/>
                              </a:solidFill>
                              <a:latin typeface="Cambria Math" panose="02040503050406030204" pitchFamily="18" charset="0"/>
                              <a:ea typeface="Source Sans Pro" panose="020B0503030403020204" pitchFamily="34" charset="0"/>
                              <a:cs typeface="Calibri" panose="020F0502020204030204" pitchFamily="34" charset="0"/>
                            </a:rPr>
                            <m:t> </m:t>
                          </m:r>
                          <m:r>
                            <a:rPr lang="en-US" b="0" i="1" kern="0" smtClean="0">
                              <a:solidFill>
                                <a:srgbClr val="546970"/>
                              </a:solidFill>
                              <a:latin typeface="Cambria Math" panose="02040503050406030204" pitchFamily="18" charset="0"/>
                              <a:ea typeface="Source Sans Pro" panose="020B0503030403020204" pitchFamily="34" charset="0"/>
                              <a:cs typeface="Calibri" panose="020F0502020204030204" pitchFamily="34" charset="0"/>
                            </a:rPr>
                            <m:t>𝛼</m:t>
                          </m:r>
                          <m:r>
                            <m:rPr>
                              <m:nor/>
                            </m:rPr>
                            <a:rPr lang="en-US" b="0" i="0" kern="0" smtClean="0">
                              <a:solidFill>
                                <a:srgbClr val="546970"/>
                              </a:solidFill>
                              <a:latin typeface="Lucida Sans Typewriter" panose="020B0509030504030204" pitchFamily="49" charset="0"/>
                              <a:ea typeface="Noto Mono" panose="020B0609030804020204" pitchFamily="49" charset="0"/>
                              <a:cs typeface="Noto Mono" panose="020B0609030804020204" pitchFamily="49" charset="0"/>
                            </a:rPr>
                            <m:t>.</m:t>
                          </m:r>
                          <m:r>
                            <m:rPr>
                              <m:nor/>
                            </m:rPr>
                            <a:rPr lang="en-US" b="0" i="0" kern="0" smtClean="0">
                              <a:solidFill>
                                <a:srgbClr val="546970"/>
                              </a:solidFill>
                              <a:latin typeface="Lucida Sans Typewriter" panose="020B0509030504030204" pitchFamily="49" charset="0"/>
                              <a:ea typeface="Noto Mono" panose="020B0609030804020204" pitchFamily="49" charset="0"/>
                              <a:cs typeface="Noto Mono" panose="020B0609030804020204" pitchFamily="49" charset="0"/>
                            </a:rPr>
                            <m:t>ucla</m:t>
                          </m:r>
                          <m:r>
                            <m:rPr>
                              <m:nor/>
                            </m:rPr>
                            <a:rPr lang="en-US" b="0" i="0" kern="0" smtClean="0">
                              <a:solidFill>
                                <a:srgbClr val="546970"/>
                              </a:solidFill>
                              <a:latin typeface="Lucida Sans Typewriter" panose="020B0509030504030204" pitchFamily="49" charset="0"/>
                              <a:ea typeface="Noto Mono" panose="020B0609030804020204" pitchFamily="49" charset="0"/>
                              <a:cs typeface="Noto Mono" panose="020B0609030804020204" pitchFamily="49" charset="0"/>
                            </a:rPr>
                            <m:t>.</m:t>
                          </m:r>
                          <m:r>
                            <m:rPr>
                              <m:nor/>
                            </m:rPr>
                            <a:rPr lang="en-US" b="0" i="0" kern="0" smtClean="0">
                              <a:solidFill>
                                <a:srgbClr val="546970"/>
                              </a:solidFill>
                              <a:latin typeface="Lucida Sans Typewriter" panose="020B0509030504030204" pitchFamily="49" charset="0"/>
                              <a:ea typeface="Noto Mono" panose="020B0609030804020204" pitchFamily="49" charset="0"/>
                              <a:cs typeface="Noto Mono" panose="020B0609030804020204" pitchFamily="49" charset="0"/>
                            </a:rPr>
                            <m:t>edu</m:t>
                          </m:r>
                          <m:r>
                            <m:rPr>
                              <m:nor/>
                            </m:rPr>
                            <a:rPr lang="en-US" b="0" i="0" kern="0" smtClean="0">
                              <a:solidFill>
                                <a:srgbClr val="546970"/>
                              </a:solidFill>
                              <a:latin typeface="Lucida Sans Typewriter" panose="020B0509030504030204" pitchFamily="49" charset="0"/>
                              <a:ea typeface="Noto Mono" panose="020B0609030804020204" pitchFamily="49" charset="0"/>
                              <a:cs typeface="Noto Mono" panose="020B0609030804020204" pitchFamily="49" charset="0"/>
                            </a:rPr>
                            <m:t>.,{</m:t>
                          </m:r>
                          <m:r>
                            <m:rPr>
                              <m:nor/>
                            </m:rPr>
                            <a:rPr lang="en-US" b="0" i="0" kern="0" smtClean="0">
                              <a:solidFill>
                                <a:srgbClr val="546970"/>
                              </a:solidFill>
                              <a:latin typeface="Lucida Sans Typewriter" panose="020B0509030504030204" pitchFamily="49" charset="0"/>
                              <a:ea typeface="Noto Mono" panose="020B0609030804020204" pitchFamily="49" charset="0"/>
                              <a:cs typeface="Noto Mono" panose="020B0609030804020204" pitchFamily="49" charset="0"/>
                            </a:rPr>
                            <m:t>A</m:t>
                          </m:r>
                          <m:r>
                            <m:rPr>
                              <m:nor/>
                            </m:rPr>
                            <a:rPr lang="en-US" b="0" i="0" kern="0" smtClean="0">
                              <a:solidFill>
                                <a:srgbClr val="546970"/>
                              </a:solidFill>
                              <a:latin typeface="Lucida Sans Typewriter" panose="020B0509030504030204" pitchFamily="49" charset="0"/>
                              <a:ea typeface="Noto Mono" panose="020B0609030804020204" pitchFamily="49" charset="0"/>
                              <a:cs typeface="Noto Mono" panose="020B0609030804020204" pitchFamily="49" charset="0"/>
                            </a:rPr>
                            <m:t>,</m:t>
                          </m:r>
                          <m:r>
                            <m:rPr>
                              <m:nor/>
                            </m:rPr>
                            <a:rPr lang="en-US" b="0" i="0" kern="0" smtClean="0">
                              <a:solidFill>
                                <a:srgbClr val="546970"/>
                              </a:solidFill>
                              <a:latin typeface="Lucida Sans Typewriter" panose="020B0509030504030204" pitchFamily="49" charset="0"/>
                              <a:ea typeface="Noto Mono" panose="020B0609030804020204" pitchFamily="49" charset="0"/>
                              <a:cs typeface="Noto Mono" panose="020B0609030804020204" pitchFamily="49" charset="0"/>
                            </a:rPr>
                            <m:t>NS</m:t>
                          </m:r>
                          <m:r>
                            <m:rPr>
                              <m:nor/>
                            </m:rPr>
                            <a:rPr lang="en-US" b="0" i="0" kern="0" smtClean="0">
                              <a:solidFill>
                                <a:srgbClr val="546970"/>
                              </a:solidFill>
                              <a:latin typeface="Lucida Sans Typewriter" panose="020B0509030504030204" pitchFamily="49" charset="0"/>
                              <a:ea typeface="Noto Mono" panose="020B0609030804020204" pitchFamily="49" charset="0"/>
                              <a:cs typeface="Noto Mono" panose="020B0609030804020204" pitchFamily="49" charset="0"/>
                            </a:rPr>
                            <m:t>,</m:t>
                          </m:r>
                          <m:r>
                            <m:rPr>
                              <m:nor/>
                            </m:rPr>
                            <a:rPr lang="en-US" b="0" i="0" kern="0" smtClean="0">
                              <a:solidFill>
                                <a:srgbClr val="546970"/>
                              </a:solidFill>
                              <a:latin typeface="Lucida Sans Typewriter" panose="020B0509030504030204" pitchFamily="49" charset="0"/>
                              <a:ea typeface="Noto Mono" panose="020B0609030804020204" pitchFamily="49" charset="0"/>
                              <a:cs typeface="Noto Mono" panose="020B0609030804020204" pitchFamily="49" charset="0"/>
                            </a:rPr>
                            <m:t>TXT</m:t>
                          </m:r>
                          <m:r>
                            <m:rPr>
                              <m:nor/>
                            </m:rPr>
                            <a:rPr lang="en-US" b="0" i="0" kern="0" smtClean="0">
                              <a:solidFill>
                                <a:srgbClr val="546970"/>
                              </a:solidFill>
                              <a:latin typeface="Lucida Sans Typewriter" panose="020B0509030504030204" pitchFamily="49" charset="0"/>
                              <a:ea typeface="Noto Mono" panose="020B0609030804020204" pitchFamily="49" charset="0"/>
                              <a:cs typeface="Noto Mono" panose="020B0609030804020204" pitchFamily="49" charset="0"/>
                            </a:rPr>
                            <m:t>}</m:t>
                          </m:r>
                        </m:e>
                      </m:d>
                    </m:oMath>
                  </m:oMathPara>
                </a14:m>
                <a:endParaRPr lang="en-US" b="0" kern="0" dirty="0">
                  <a:solidFill>
                    <a:srgbClr val="546970"/>
                  </a:solidFill>
                  <a:latin typeface="Lucida Sans Typewriter" panose="020B0509030504030204" pitchFamily="49" charset="0"/>
                  <a:ea typeface="Noto Mono" panose="020B0609030804020204" pitchFamily="49" charset="0"/>
                  <a:cs typeface="Noto Mono" panose="020B0609030804020204" pitchFamily="49" charset="0"/>
                </a:endParaRPr>
              </a:p>
              <a:p>
                <a:pPr>
                  <a:spcAft>
                    <a:spcPts val="500"/>
                  </a:spcAft>
                  <a:buClr>
                    <a:srgbClr val="619E64"/>
                  </a:buClr>
                  <a:buSzPct val="85000"/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F4F5F6"/>
                          </a:solidFill>
                          <a:latin typeface="Cambria Math" panose="02040503050406030204" pitchFamily="18" charset="0"/>
                          <a:ea typeface="Source Sans Pro" panose="020B0503030403020204" pitchFamily="34" charset="0"/>
                        </a:rPr>
                        <m:t>⟩</m:t>
                      </m:r>
                    </m:oMath>
                  </m:oMathPara>
                </a14:m>
                <a:endParaRPr lang="en-US" kern="0" dirty="0">
                  <a:solidFill>
                    <a:srgbClr val="546970"/>
                  </a:solidFill>
                  <a:latin typeface="Noto Mono" panose="020B0609030804020204" pitchFamily="49" charset="0"/>
                  <a:ea typeface="Noto Mono" panose="020B0609030804020204" pitchFamily="49" charset="0"/>
                  <a:cs typeface="Noto Mono" panose="020B0609030804020204" pitchFamily="49" charset="0"/>
                </a:endParaRPr>
              </a:p>
            </p:txBody>
          </p:sp>
        </mc:Choice>
        <mc:Fallback>
          <p:sp>
            <p:nvSpPr>
              <p:cNvPr id="6" name="Rectangle: Rounded Corners 5">
                <a:extLst>
                  <a:ext uri="{FF2B5EF4-FFF2-40B4-BE49-F238E27FC236}">
                    <a16:creationId xmlns:a16="http://schemas.microsoft.com/office/drawing/2014/main" id="{EE21784F-6AFD-492F-A425-308A5200A64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1390" y="3217917"/>
                <a:ext cx="5227599" cy="1137270"/>
              </a:xfrm>
              <a:prstGeom prst="roundRect">
                <a:avLst>
                  <a:gd name="adj" fmla="val 4626"/>
                </a:avLst>
              </a:prstGeom>
              <a:blipFill>
                <a:blip r:embed="rId5"/>
                <a:stretch>
                  <a:fillRect/>
                </a:stretch>
              </a:blipFill>
              <a:ln w="19050">
                <a:solidFill>
                  <a:srgbClr val="70838B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Rectangle: Rounded Corners 8">
                <a:extLst>
                  <a:ext uri="{FF2B5EF4-FFF2-40B4-BE49-F238E27FC236}">
                    <a16:creationId xmlns:a16="http://schemas.microsoft.com/office/drawing/2014/main" id="{BA8CC8A7-534A-430C-8314-67B393D691F9}"/>
                  </a:ext>
                </a:extLst>
              </p:cNvPr>
              <p:cNvSpPr/>
              <p:nvPr/>
            </p:nvSpPr>
            <p:spPr>
              <a:xfrm>
                <a:off x="6096000" y="3228228"/>
                <a:ext cx="3665499" cy="1137270"/>
              </a:xfrm>
              <a:prstGeom prst="roundRect">
                <a:avLst>
                  <a:gd name="adj" fmla="val 4626"/>
                </a:avLst>
              </a:prstGeom>
              <a:solidFill>
                <a:srgbClr val="F4F5F6"/>
              </a:solidFill>
              <a:ln w="19050">
                <a:solidFill>
                  <a:srgbClr val="70838B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wrap="square" rtlCol="0" anchor="ctr">
                <a:spAutoFit/>
              </a:bodyPr>
              <a:lstStyle/>
              <a:p>
                <a:pPr>
                  <a:spcAft>
                    <a:spcPts val="500"/>
                  </a:spcAft>
                  <a:buClr>
                    <a:srgbClr val="619E64"/>
                  </a:buClr>
                  <a:buSzPct val="85000"/>
                  <a:defRPr/>
                </a:pPr>
                <a14:m>
                  <m:oMath xmlns:m="http://schemas.openxmlformats.org/officeDocument/2006/math">
                    <m:r>
                      <a:rPr lang="en-US" b="0" i="1" kern="0" smtClean="0">
                        <a:solidFill>
                          <a:srgbClr val="546970"/>
                        </a:solidFill>
                        <a:latin typeface="Cambria Math" panose="02040503050406030204" pitchFamily="18" charset="0"/>
                        <a:ea typeface="Source Sans Pro" panose="020B0503030403020204" pitchFamily="34" charset="0"/>
                        <a:cs typeface="Calibri" panose="020F0502020204030204" pitchFamily="34" charset="0"/>
                      </a:rPr>
                      <m:t>𝑠</m:t>
                    </m:r>
                    <m:r>
                      <a:rPr lang="en-US" b="0" i="1" kern="0" smtClean="0">
                        <a:solidFill>
                          <a:srgbClr val="546970"/>
                        </a:solidFill>
                        <a:latin typeface="Cambria Math" panose="02040503050406030204" pitchFamily="18" charset="0"/>
                        <a:ea typeface="Source Sans Pro" panose="020B0503030403020204" pitchFamily="34" charset="0"/>
                        <a:cs typeface="Calibri" panose="020F0502020204030204" pitchFamily="34" charset="0"/>
                      </a:rPr>
                      <m:t>: </m:t>
                    </m:r>
                  </m:oMath>
                </a14:m>
                <a:r>
                  <a:rPr lang="en-US" kern="0" dirty="0">
                    <a:solidFill>
                      <a:srgbClr val="546970"/>
                    </a:solidFill>
                    <a:latin typeface="Noto Mono" panose="020B0609030804020204" pitchFamily="49" charset="0"/>
                    <a:ea typeface="Noto Mono" panose="020B0609030804020204" pitchFamily="49" charset="0"/>
                    <a:cs typeface="Noto Mono" panose="020B0609030804020204" pitchFamily="49" charset="0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kern="0">
                        <a:solidFill>
                          <a:srgbClr val="546970"/>
                        </a:solidFill>
                        <a:latin typeface="Lucida Sans Typewriter" panose="020B0509030504030204" pitchFamily="49" charset="0"/>
                        <a:ea typeface="Noto Mono" panose="020B0609030804020204" pitchFamily="49" charset="0"/>
                        <a:cs typeface="Noto Mono" panose="020B0609030804020204" pitchFamily="49" charset="0"/>
                      </a:rPr>
                      <m:t>ns</m:t>
                    </m:r>
                    <m:r>
                      <m:rPr>
                        <m:nor/>
                      </m:rPr>
                      <a:rPr lang="en-US" b="0" i="0" kern="0" smtClean="0">
                        <a:solidFill>
                          <a:srgbClr val="546970"/>
                        </a:solidFill>
                        <a:latin typeface="Lucida Sans Typewriter" panose="020B0509030504030204" pitchFamily="49" charset="0"/>
                        <a:ea typeface="Noto Mono" panose="020B0609030804020204" pitchFamily="49" charset="0"/>
                        <a:cs typeface="Noto Mono" panose="020B0609030804020204" pitchFamily="49" charset="0"/>
                      </a:rPr>
                      <m:t>2</m:t>
                    </m:r>
                    <m:r>
                      <m:rPr>
                        <m:nor/>
                      </m:rPr>
                      <a:rPr lang="en-US" kern="0">
                        <a:solidFill>
                          <a:srgbClr val="546970"/>
                        </a:solidFill>
                        <a:latin typeface="Lucida Sans Typewriter" panose="020B0509030504030204" pitchFamily="49" charset="0"/>
                        <a:ea typeface="Noto Mono" panose="020B0609030804020204" pitchFamily="49" charset="0"/>
                        <a:cs typeface="Noto Mono" panose="020B0609030804020204" pitchFamily="49" charset="0"/>
                      </a:rPr>
                      <m:t>.</m:t>
                    </m:r>
                    <m:r>
                      <m:rPr>
                        <m:nor/>
                      </m:rPr>
                      <a:rPr lang="en-US" kern="0">
                        <a:solidFill>
                          <a:srgbClr val="546970"/>
                        </a:solidFill>
                        <a:latin typeface="Lucida Sans Typewriter" panose="020B0509030504030204" pitchFamily="49" charset="0"/>
                        <a:ea typeface="Noto Mono" panose="020B0609030804020204" pitchFamily="49" charset="0"/>
                        <a:cs typeface="Noto Mono" panose="020B0609030804020204" pitchFamily="49" charset="0"/>
                      </a:rPr>
                      <m:t>edu</m:t>
                    </m:r>
                    <m:r>
                      <m:rPr>
                        <m:nor/>
                      </m:rPr>
                      <a:rPr lang="en-US" kern="0">
                        <a:solidFill>
                          <a:srgbClr val="546970"/>
                        </a:solidFill>
                        <a:latin typeface="Lucida Sans Typewriter" panose="020B0509030504030204" pitchFamily="49" charset="0"/>
                        <a:ea typeface="Noto Mono" panose="020B0609030804020204" pitchFamily="49" charset="0"/>
                        <a:cs typeface="Noto Mono" panose="020B0609030804020204" pitchFamily="49" charset="0"/>
                      </a:rPr>
                      <m:t>.</m:t>
                    </m:r>
                  </m:oMath>
                </a14:m>
                <a:endParaRPr lang="en-US" kern="0" dirty="0">
                  <a:solidFill>
                    <a:srgbClr val="546970"/>
                  </a:solidFill>
                  <a:latin typeface="Lucida Sans Typewriter" panose="020B0509030504030204" pitchFamily="49" charset="0"/>
                  <a:ea typeface="Noto Mono" panose="020B0609030804020204" pitchFamily="49" charset="0"/>
                  <a:cs typeface="Noto Mono" panose="020B0609030804020204" pitchFamily="49" charset="0"/>
                </a:endParaRPr>
              </a:p>
              <a:p>
                <a:pPr>
                  <a:lnSpc>
                    <a:spcPct val="100000"/>
                  </a:lnSpc>
                  <a:spcAft>
                    <a:spcPts val="500"/>
                  </a:spcAft>
                  <a:buClr>
                    <a:srgbClr val="619E64"/>
                  </a:buClr>
                  <a:buSzPct val="85000"/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kern="0" smtClean="0">
                          <a:solidFill>
                            <a:srgbClr val="546970"/>
                          </a:solidFill>
                          <a:latin typeface="Cambria Math" panose="02040503050406030204" pitchFamily="18" charset="0"/>
                          <a:ea typeface="Source Sans Pro" panose="020B0503030403020204" pitchFamily="34" charset="0"/>
                          <a:cs typeface="Calibri" panose="020F0502020204030204" pitchFamily="34" charset="0"/>
                        </a:rPr>
                        <m:t>𝑞</m:t>
                      </m:r>
                      <m:r>
                        <a:rPr lang="en-US" b="0" i="1" kern="0" smtClean="0">
                          <a:solidFill>
                            <a:srgbClr val="546970"/>
                          </a:solidFill>
                          <a:latin typeface="Cambria Math" panose="02040503050406030204" pitchFamily="18" charset="0"/>
                          <a:ea typeface="Source Sans Pro" panose="020B0503030403020204" pitchFamily="34" charset="0"/>
                          <a:cs typeface="Calibri" panose="020F0502020204030204" pitchFamily="34" charset="0"/>
                        </a:rPr>
                        <m:t>: </m:t>
                      </m:r>
                      <m:d>
                        <m:dPr>
                          <m:begChr m:val="⟨"/>
                          <m:endChr m:val="〉"/>
                          <m:ctrlPr>
                            <a:rPr lang="en-US" b="0" i="1" kern="0" smtClean="0">
                              <a:solidFill>
                                <a:srgbClr val="546970"/>
                              </a:solidFill>
                              <a:latin typeface="Cambria Math" panose="02040503050406030204" pitchFamily="18" charset="0"/>
                              <a:ea typeface="Source Sans Pro" panose="020B0503030403020204" pitchFamily="34" charset="0"/>
                              <a:cs typeface="Calibri" panose="020F0502020204030204" pitchFamily="34" charset="0"/>
                            </a:rPr>
                          </m:ctrlPr>
                        </m:dPr>
                        <m:e>
                          <m:r>
                            <a:rPr lang="en-US" b="0" i="1" kern="0" smtClean="0">
                              <a:solidFill>
                                <a:srgbClr val="546970"/>
                              </a:solidFill>
                              <a:latin typeface="Cambria Math" panose="02040503050406030204" pitchFamily="18" charset="0"/>
                              <a:ea typeface="Source Sans Pro" panose="020B0503030403020204" pitchFamily="34" charset="0"/>
                              <a:cs typeface="Calibri" panose="020F0502020204030204" pitchFamily="34" charset="0"/>
                            </a:rPr>
                            <m:t> </m:t>
                          </m:r>
                          <m:r>
                            <a:rPr lang="en-US" b="0" i="1" kern="0" smtClean="0">
                              <a:solidFill>
                                <a:srgbClr val="546970"/>
                              </a:solidFill>
                              <a:latin typeface="Cambria Math" panose="02040503050406030204" pitchFamily="18" charset="0"/>
                              <a:ea typeface="Source Sans Pro" panose="020B0503030403020204" pitchFamily="34" charset="0"/>
                              <a:cs typeface="Calibri" panose="020F0502020204030204" pitchFamily="34" charset="0"/>
                            </a:rPr>
                            <m:t>𝛼</m:t>
                          </m:r>
                          <m:r>
                            <m:rPr>
                              <m:nor/>
                            </m:rPr>
                            <a:rPr lang="en-US" b="0" i="0" kern="0" smtClean="0">
                              <a:solidFill>
                                <a:srgbClr val="546970"/>
                              </a:solidFill>
                              <a:latin typeface="Lucida Sans Typewriter" panose="020B0509030504030204" pitchFamily="49" charset="0"/>
                              <a:ea typeface="Noto Mono" panose="020B0609030804020204" pitchFamily="49" charset="0"/>
                              <a:cs typeface="Noto Mono" panose="020B0609030804020204" pitchFamily="49" charset="0"/>
                            </a:rPr>
                            <m:t>.</m:t>
                          </m:r>
                          <m:r>
                            <m:rPr>
                              <m:nor/>
                            </m:rPr>
                            <a:rPr lang="en-US" b="0" i="0" kern="0" smtClean="0">
                              <a:solidFill>
                                <a:srgbClr val="546970"/>
                              </a:solidFill>
                              <a:latin typeface="Lucida Sans Typewriter" panose="020B0509030504030204" pitchFamily="49" charset="0"/>
                              <a:ea typeface="Noto Mono" panose="020B0609030804020204" pitchFamily="49" charset="0"/>
                              <a:cs typeface="Noto Mono" panose="020B0609030804020204" pitchFamily="49" charset="0"/>
                            </a:rPr>
                            <m:t>ucla</m:t>
                          </m:r>
                          <m:r>
                            <m:rPr>
                              <m:nor/>
                            </m:rPr>
                            <a:rPr lang="en-US" b="0" i="0" kern="0" smtClean="0">
                              <a:solidFill>
                                <a:srgbClr val="546970"/>
                              </a:solidFill>
                              <a:latin typeface="Lucida Sans Typewriter" panose="020B0509030504030204" pitchFamily="49" charset="0"/>
                              <a:ea typeface="Noto Mono" panose="020B0609030804020204" pitchFamily="49" charset="0"/>
                              <a:cs typeface="Noto Mono" panose="020B0609030804020204" pitchFamily="49" charset="0"/>
                            </a:rPr>
                            <m:t>.</m:t>
                          </m:r>
                          <m:r>
                            <m:rPr>
                              <m:nor/>
                            </m:rPr>
                            <a:rPr lang="en-US" b="0" i="0" kern="0" smtClean="0">
                              <a:solidFill>
                                <a:srgbClr val="546970"/>
                              </a:solidFill>
                              <a:latin typeface="Lucida Sans Typewriter" panose="020B0509030504030204" pitchFamily="49" charset="0"/>
                              <a:ea typeface="Noto Mono" panose="020B0609030804020204" pitchFamily="49" charset="0"/>
                              <a:cs typeface="Noto Mono" panose="020B0609030804020204" pitchFamily="49" charset="0"/>
                            </a:rPr>
                            <m:t>edu</m:t>
                          </m:r>
                          <m:r>
                            <m:rPr>
                              <m:nor/>
                            </m:rPr>
                            <a:rPr lang="en-US" b="0" i="0" kern="0" smtClean="0">
                              <a:solidFill>
                                <a:srgbClr val="546970"/>
                              </a:solidFill>
                              <a:latin typeface="Lucida Sans Typewriter" panose="020B0509030504030204" pitchFamily="49" charset="0"/>
                              <a:ea typeface="Noto Mono" panose="020B0609030804020204" pitchFamily="49" charset="0"/>
                              <a:cs typeface="Noto Mono" panose="020B0609030804020204" pitchFamily="49" charset="0"/>
                            </a:rPr>
                            <m:t>.,{</m:t>
                          </m:r>
                          <m:r>
                            <m:rPr>
                              <m:nor/>
                            </m:rPr>
                            <a:rPr lang="en-US" b="0" i="0" kern="0" smtClean="0">
                              <a:solidFill>
                                <a:srgbClr val="546970"/>
                              </a:solidFill>
                              <a:latin typeface="Lucida Sans Typewriter" panose="020B0509030504030204" pitchFamily="49" charset="0"/>
                              <a:ea typeface="Noto Mono" panose="020B0609030804020204" pitchFamily="49" charset="0"/>
                              <a:cs typeface="Noto Mono" panose="020B0609030804020204" pitchFamily="49" charset="0"/>
                            </a:rPr>
                            <m:t>A</m:t>
                          </m:r>
                          <m:r>
                            <m:rPr>
                              <m:nor/>
                            </m:rPr>
                            <a:rPr lang="en-US" b="0" i="0" kern="0" smtClean="0">
                              <a:solidFill>
                                <a:srgbClr val="546970"/>
                              </a:solidFill>
                              <a:latin typeface="Lucida Sans Typewriter" panose="020B0509030504030204" pitchFamily="49" charset="0"/>
                              <a:ea typeface="Noto Mono" panose="020B0609030804020204" pitchFamily="49" charset="0"/>
                              <a:cs typeface="Noto Mono" panose="020B0609030804020204" pitchFamily="49" charset="0"/>
                            </a:rPr>
                            <m:t>,</m:t>
                          </m:r>
                          <m:r>
                            <m:rPr>
                              <m:nor/>
                            </m:rPr>
                            <a:rPr lang="en-US" b="0" i="0" kern="0" smtClean="0">
                              <a:solidFill>
                                <a:srgbClr val="546970"/>
                              </a:solidFill>
                              <a:latin typeface="Lucida Sans Typewriter" panose="020B0509030504030204" pitchFamily="49" charset="0"/>
                              <a:ea typeface="Noto Mono" panose="020B0609030804020204" pitchFamily="49" charset="0"/>
                              <a:cs typeface="Noto Mono" panose="020B0609030804020204" pitchFamily="49" charset="0"/>
                            </a:rPr>
                            <m:t>NS</m:t>
                          </m:r>
                          <m:r>
                            <m:rPr>
                              <m:nor/>
                            </m:rPr>
                            <a:rPr lang="en-US" b="0" i="0" kern="0" smtClean="0">
                              <a:solidFill>
                                <a:srgbClr val="546970"/>
                              </a:solidFill>
                              <a:latin typeface="Lucida Sans Typewriter" panose="020B0509030504030204" pitchFamily="49" charset="0"/>
                              <a:ea typeface="Noto Mono" panose="020B0609030804020204" pitchFamily="49" charset="0"/>
                              <a:cs typeface="Noto Mono" panose="020B0609030804020204" pitchFamily="49" charset="0"/>
                            </a:rPr>
                            <m:t>,</m:t>
                          </m:r>
                          <m:r>
                            <m:rPr>
                              <m:nor/>
                            </m:rPr>
                            <a:rPr lang="en-US" b="0" i="0" kern="0" smtClean="0">
                              <a:solidFill>
                                <a:srgbClr val="546970"/>
                              </a:solidFill>
                              <a:latin typeface="Lucida Sans Typewriter" panose="020B0509030504030204" pitchFamily="49" charset="0"/>
                              <a:ea typeface="Noto Mono" panose="020B0609030804020204" pitchFamily="49" charset="0"/>
                              <a:cs typeface="Noto Mono" panose="020B0609030804020204" pitchFamily="49" charset="0"/>
                            </a:rPr>
                            <m:t>TXT</m:t>
                          </m:r>
                          <m:r>
                            <m:rPr>
                              <m:nor/>
                            </m:rPr>
                            <a:rPr lang="en-US" b="0" i="0" kern="0" smtClean="0">
                              <a:solidFill>
                                <a:srgbClr val="546970"/>
                              </a:solidFill>
                              <a:latin typeface="Lucida Sans Typewriter" panose="020B0509030504030204" pitchFamily="49" charset="0"/>
                              <a:ea typeface="Noto Mono" panose="020B0609030804020204" pitchFamily="49" charset="0"/>
                              <a:cs typeface="Noto Mono" panose="020B0609030804020204" pitchFamily="49" charset="0"/>
                            </a:rPr>
                            <m:t>}</m:t>
                          </m:r>
                        </m:e>
                      </m:d>
                    </m:oMath>
                  </m:oMathPara>
                </a14:m>
                <a:endParaRPr lang="en-US" b="0" kern="0" dirty="0">
                  <a:solidFill>
                    <a:srgbClr val="546970"/>
                  </a:solidFill>
                  <a:latin typeface="Lucida Sans Typewriter" panose="020B0509030504030204" pitchFamily="49" charset="0"/>
                  <a:ea typeface="Noto Mono" panose="020B0609030804020204" pitchFamily="49" charset="0"/>
                  <a:cs typeface="Noto Mono" panose="020B0609030804020204" pitchFamily="49" charset="0"/>
                </a:endParaRPr>
              </a:p>
              <a:p>
                <a:pPr>
                  <a:spcAft>
                    <a:spcPts val="500"/>
                  </a:spcAft>
                  <a:buClr>
                    <a:srgbClr val="619E64"/>
                  </a:buClr>
                  <a:buSzPct val="85000"/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kern="0" smtClean="0">
                          <a:solidFill>
                            <a:srgbClr val="F4F5F6"/>
                          </a:solidFill>
                          <a:latin typeface="Cambria Math" panose="02040503050406030204" pitchFamily="18" charset="0"/>
                          <a:ea typeface="Source Sans Pro" panose="020B0503030403020204" pitchFamily="34" charset="0"/>
                          <a:cs typeface="Calibri" panose="020F0502020204030204" pitchFamily="34" charset="0"/>
                        </a:rPr>
                        <m:t>𝑎</m:t>
                      </m:r>
                      <m:r>
                        <a:rPr lang="en-US" b="0" i="1" kern="0" smtClean="0">
                          <a:solidFill>
                            <a:srgbClr val="F4F5F6"/>
                          </a:solidFill>
                          <a:latin typeface="Cambria Math" panose="02040503050406030204" pitchFamily="18" charset="0"/>
                          <a:ea typeface="Source Sans Pro" panose="020B0503030403020204" pitchFamily="34" charset="0"/>
                          <a:cs typeface="Calibri" panose="020F0502020204030204" pitchFamily="34" charset="0"/>
                        </a:rPr>
                        <m:t>: ⟨</m:t>
                      </m:r>
                      <m:r>
                        <m:rPr>
                          <m:nor/>
                        </m:rPr>
                        <a:rPr lang="en-US" b="0" i="0" cap="small" smtClean="0">
                          <a:solidFill>
                            <a:srgbClr val="F4F5F6"/>
                          </a:solidFill>
                          <a:latin typeface="Noto Mono" panose="020B0609030804020204" pitchFamily="49" charset="0"/>
                          <a:ea typeface="Noto Mono" panose="020B0609030804020204" pitchFamily="49" charset="0"/>
                          <a:cs typeface="Noto Mono" panose="020B0609030804020204" pitchFamily="49" charset="0"/>
                        </a:rPr>
                        <m:t>NX</m:t>
                      </m:r>
                      <m:r>
                        <a:rPr lang="en-US" i="1">
                          <a:solidFill>
                            <a:srgbClr val="F4F5F6"/>
                          </a:solidFill>
                          <a:latin typeface="Cambria Math" panose="02040503050406030204" pitchFamily="18" charset="0"/>
                          <a:ea typeface="Source Sans Pro" panose="020B0503030403020204" pitchFamily="34" charset="0"/>
                        </a:rPr>
                        <m:t>, </m:t>
                      </m:r>
                      <m:r>
                        <a:rPr lang="en-US" b="0" i="1" smtClean="0">
                          <a:solidFill>
                            <a:srgbClr val="F4F5F6"/>
                          </a:solidFill>
                          <a:latin typeface="Cambria Math" panose="02040503050406030204" pitchFamily="18" charset="0"/>
                          <a:ea typeface="Source Sans Pro" panose="020B0503030403020204" pitchFamily="34" charset="0"/>
                        </a:rPr>
                        <m:t>∅⟩</m:t>
                      </m:r>
                    </m:oMath>
                  </m:oMathPara>
                </a14:m>
                <a:endParaRPr lang="en-US" kern="0" dirty="0">
                  <a:solidFill>
                    <a:srgbClr val="F4F5F6"/>
                  </a:solidFill>
                  <a:latin typeface="Noto Mono" panose="020B0609030804020204" pitchFamily="49" charset="0"/>
                  <a:ea typeface="Noto Mono" panose="020B0609030804020204" pitchFamily="49" charset="0"/>
                  <a:cs typeface="Noto Mono" panose="020B0609030804020204" pitchFamily="49" charset="0"/>
                </a:endParaRPr>
              </a:p>
            </p:txBody>
          </p:sp>
        </mc:Choice>
        <mc:Fallback>
          <p:sp>
            <p:nvSpPr>
              <p:cNvPr id="9" name="Rectangle: Rounded Corners 8">
                <a:extLst>
                  <a:ext uri="{FF2B5EF4-FFF2-40B4-BE49-F238E27FC236}">
                    <a16:creationId xmlns:a16="http://schemas.microsoft.com/office/drawing/2014/main" id="{BA8CC8A7-534A-430C-8314-67B393D691F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0" y="3228228"/>
                <a:ext cx="3665499" cy="1137270"/>
              </a:xfrm>
              <a:prstGeom prst="roundRect">
                <a:avLst>
                  <a:gd name="adj" fmla="val 4626"/>
                </a:avLst>
              </a:prstGeom>
              <a:blipFill>
                <a:blip r:embed="rId6"/>
                <a:stretch>
                  <a:fillRect/>
                </a:stretch>
              </a:blipFill>
              <a:ln w="19050">
                <a:solidFill>
                  <a:srgbClr val="70838B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D98BA2A3-38F3-4C8F-A961-2BB33AC7B217}"/>
              </a:ext>
            </a:extLst>
          </p:cNvPr>
          <p:cNvCxnSpPr>
            <a:cxnSpLocks/>
            <a:endCxn id="6" idx="0"/>
          </p:cNvCxnSpPr>
          <p:nvPr/>
        </p:nvCxnSpPr>
        <p:spPr>
          <a:xfrm flipH="1">
            <a:off x="2885190" y="2600350"/>
            <a:ext cx="2618298" cy="617567"/>
          </a:xfrm>
          <a:prstGeom prst="straightConnector1">
            <a:avLst/>
          </a:prstGeom>
          <a:ln w="28575">
            <a:solidFill>
              <a:srgbClr val="54697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61D046A1-ECE3-4792-83CD-967F193B2339}"/>
              </a:ext>
            </a:extLst>
          </p:cNvPr>
          <p:cNvCxnSpPr>
            <a:cxnSpLocks/>
            <a:endCxn id="9" idx="0"/>
          </p:cNvCxnSpPr>
          <p:nvPr/>
        </p:nvCxnSpPr>
        <p:spPr>
          <a:xfrm>
            <a:off x="5503488" y="2600350"/>
            <a:ext cx="2425262" cy="627878"/>
          </a:xfrm>
          <a:prstGeom prst="straightConnector1">
            <a:avLst/>
          </a:prstGeom>
          <a:ln w="28575">
            <a:solidFill>
              <a:srgbClr val="54697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36338856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uiExpand="1" build="p" animBg="1"/>
      <p:bldP spid="6" grpId="0" animBg="1"/>
      <p:bldP spid="9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FB8A0090-BA36-4635-8623-C8290B056046}"/>
              </a:ext>
            </a:extLst>
          </p:cNvPr>
          <p:cNvSpPr/>
          <p:nvPr/>
        </p:nvSpPr>
        <p:spPr>
          <a:xfrm flipV="1">
            <a:off x="4145001" y="886094"/>
            <a:ext cx="3901998" cy="27432"/>
          </a:xfrm>
          <a:prstGeom prst="roundRect">
            <a:avLst/>
          </a:prstGeom>
          <a:solidFill>
            <a:srgbClr val="26A69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Google Shape;65;p14">
            <a:extLst>
              <a:ext uri="{FF2B5EF4-FFF2-40B4-BE49-F238E27FC236}">
                <a16:creationId xmlns:a16="http://schemas.microsoft.com/office/drawing/2014/main" id="{A0AB3814-E878-461B-98D4-58473E244F06}"/>
              </a:ext>
            </a:extLst>
          </p:cNvPr>
          <p:cNvSpPr txBox="1">
            <a:spLocks/>
          </p:cNvSpPr>
          <p:nvPr/>
        </p:nvSpPr>
        <p:spPr>
          <a:xfrm>
            <a:off x="2350924" y="209319"/>
            <a:ext cx="7490152" cy="800179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121900" tIns="121900" rIns="121900" bIns="12190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 b="0" i="0" u="none" strike="noStrike" cap="non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 b="0" i="0" u="none" strike="noStrike" cap="non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 b="0" i="0" u="none" strike="noStrike" cap="non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 b="0" i="0" u="none" strike="noStrike" cap="non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 b="0" i="0" u="none" strike="noStrike" cap="non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 b="0" i="0" u="none" strike="noStrike" cap="non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 b="0" i="0" u="none" strike="noStrike" cap="non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 b="0" i="0" u="none" strike="noStrike" cap="non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 b="0" i="0" u="none" strike="noStrike" cap="non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9pPr>
          </a:lstStyle>
          <a:p>
            <a:pPr defTabSz="914400"/>
            <a:r>
              <a:rPr lang="en-US" sz="3600" b="1" kern="0">
                <a:solidFill>
                  <a:srgbClr val="546970"/>
                </a:solidFill>
                <a:latin typeface="Bookman Old Style" panose="02050604050505020204" pitchFamily="18" charset="0"/>
              </a:rPr>
              <a:t>Interpretation Graph Example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Rectangle: Rounded Corners 7">
                <a:extLst>
                  <a:ext uri="{FF2B5EF4-FFF2-40B4-BE49-F238E27FC236}">
                    <a16:creationId xmlns:a16="http://schemas.microsoft.com/office/drawing/2014/main" id="{C48325F7-6294-4E56-BF88-EC2D19AFAE76}"/>
                  </a:ext>
                </a:extLst>
              </p:cNvPr>
              <p:cNvSpPr/>
              <p:nvPr/>
            </p:nvSpPr>
            <p:spPr>
              <a:xfrm>
                <a:off x="3644068" y="1463080"/>
                <a:ext cx="3718839" cy="1137270"/>
              </a:xfrm>
              <a:prstGeom prst="roundRect">
                <a:avLst>
                  <a:gd name="adj" fmla="val 4626"/>
                </a:avLst>
              </a:prstGeom>
              <a:solidFill>
                <a:srgbClr val="F4F5F6"/>
              </a:solidFill>
              <a:ln w="19050">
                <a:solidFill>
                  <a:srgbClr val="70838B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wrap="square" rtlCol="0" anchor="ctr">
                <a:spAutoFit/>
              </a:bodyPr>
              <a:lstStyle/>
              <a:p>
                <a:pPr>
                  <a:lnSpc>
                    <a:spcPct val="100000"/>
                  </a:lnSpc>
                  <a:spcAft>
                    <a:spcPts val="500"/>
                  </a:spcAft>
                  <a:buClr>
                    <a:srgbClr val="619E64"/>
                  </a:buClr>
                  <a:buSzPct val="85000"/>
                  <a:defRPr/>
                </a:pPr>
                <a14:m>
                  <m:oMath xmlns:m="http://schemas.openxmlformats.org/officeDocument/2006/math">
                    <m:r>
                      <a:rPr lang="en-US" b="0" i="1" kern="0" smtClean="0">
                        <a:solidFill>
                          <a:srgbClr val="546970"/>
                        </a:solidFill>
                        <a:latin typeface="Cambria Math" panose="02040503050406030204" pitchFamily="18" charset="0"/>
                        <a:ea typeface="Source Sans Pro" panose="020B0503030403020204" pitchFamily="34" charset="0"/>
                        <a:cs typeface="Calibri" panose="020F0502020204030204" pitchFamily="34" charset="0"/>
                      </a:rPr>
                      <m:t>𝑠</m:t>
                    </m:r>
                    <m:r>
                      <a:rPr lang="en-US" b="0" i="1" kern="0" smtClean="0">
                        <a:solidFill>
                          <a:srgbClr val="546970"/>
                        </a:solidFill>
                        <a:latin typeface="Cambria Math" panose="02040503050406030204" pitchFamily="18" charset="0"/>
                        <a:ea typeface="Source Sans Pro" panose="020B0503030403020204" pitchFamily="34" charset="0"/>
                        <a:cs typeface="Calibri" panose="020F0502020204030204" pitchFamily="34" charset="0"/>
                      </a:rPr>
                      <m:t>:</m:t>
                    </m:r>
                  </m:oMath>
                </a14:m>
                <a:r>
                  <a:rPr lang="en-US" kern="0" dirty="0">
                    <a:solidFill>
                      <a:srgbClr val="546970"/>
                    </a:solidFill>
                    <a:latin typeface="Noto Mono" panose="020B0609030804020204" pitchFamily="49" charset="0"/>
                    <a:ea typeface="Noto Mono" panose="020B0609030804020204" pitchFamily="49" charset="0"/>
                    <a:cs typeface="Noto Mono" panose="020B0609030804020204" pitchFamily="49" charset="0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b="0" i="0" kern="0" smtClean="0">
                        <a:solidFill>
                          <a:srgbClr val="546970"/>
                        </a:solidFill>
                        <a:latin typeface="Lucida Sans Typewriter" panose="020B0509030504030204" pitchFamily="49" charset="0"/>
                        <a:ea typeface="Noto Mono" panose="020B0609030804020204" pitchFamily="49" charset="0"/>
                        <a:cs typeface="Noto Mono" panose="020B0609030804020204" pitchFamily="49" charset="0"/>
                      </a:rPr>
                      <m:t>a</m:t>
                    </m:r>
                    <m:r>
                      <m:rPr>
                        <m:nor/>
                      </m:rPr>
                      <a:rPr lang="en-US" b="0" i="0" kern="0" smtClean="0">
                        <a:solidFill>
                          <a:srgbClr val="546970"/>
                        </a:solidFill>
                        <a:latin typeface="Lucida Sans Typewriter" panose="020B0509030504030204" pitchFamily="49" charset="0"/>
                        <a:ea typeface="Noto Mono" panose="020B0609030804020204" pitchFamily="49" charset="0"/>
                        <a:cs typeface="Noto Mono" panose="020B0609030804020204" pitchFamily="49" charset="0"/>
                      </a:rPr>
                      <m:t>.</m:t>
                    </m:r>
                    <m:r>
                      <m:rPr>
                        <m:nor/>
                      </m:rPr>
                      <a:rPr lang="en-US" b="0" i="0" kern="0" smtClean="0">
                        <a:solidFill>
                          <a:srgbClr val="546970"/>
                        </a:solidFill>
                        <a:latin typeface="Lucida Sans Typewriter" panose="020B0509030504030204" pitchFamily="49" charset="0"/>
                        <a:ea typeface="Noto Mono" panose="020B0609030804020204" pitchFamily="49" charset="0"/>
                        <a:cs typeface="Noto Mono" panose="020B0609030804020204" pitchFamily="49" charset="0"/>
                      </a:rPr>
                      <m:t>edu</m:t>
                    </m:r>
                    <m:r>
                      <m:rPr>
                        <m:nor/>
                      </m:rPr>
                      <a:rPr lang="en-US" b="0" i="0" kern="0" smtClean="0">
                        <a:solidFill>
                          <a:srgbClr val="546970"/>
                        </a:solidFill>
                        <a:latin typeface="Lucida Sans Typewriter" panose="020B0509030504030204" pitchFamily="49" charset="0"/>
                        <a:ea typeface="Noto Mono" panose="020B0609030804020204" pitchFamily="49" charset="0"/>
                        <a:cs typeface="Noto Mono" panose="020B0609030804020204" pitchFamily="49" charset="0"/>
                      </a:rPr>
                      <m:t>.</m:t>
                    </m:r>
                    <m:r>
                      <m:rPr>
                        <m:nor/>
                      </m:rPr>
                      <a:rPr lang="en-US" b="0" i="0" kern="0" smtClean="0">
                        <a:solidFill>
                          <a:srgbClr val="546970"/>
                        </a:solidFill>
                        <a:latin typeface="Lucida Sans Typewriter" panose="020B0509030504030204" pitchFamily="49" charset="0"/>
                        <a:ea typeface="Noto Mono" panose="020B0609030804020204" pitchFamily="49" charset="0"/>
                        <a:cs typeface="Noto Mono" panose="020B0609030804020204" pitchFamily="49" charset="0"/>
                      </a:rPr>
                      <m:t>net</m:t>
                    </m:r>
                  </m:oMath>
                </a14:m>
                <a:r>
                  <a:rPr lang="en-US" kern="0" dirty="0">
                    <a:solidFill>
                      <a:srgbClr val="546970"/>
                    </a:solidFill>
                    <a:latin typeface="Lucida Sans Typewriter" panose="020B0509030504030204" pitchFamily="49" charset="0"/>
                    <a:ea typeface="Noto Mono" panose="020B0609030804020204" pitchFamily="49" charset="0"/>
                    <a:cs typeface="Noto Mono" panose="020B0609030804020204" pitchFamily="49" charset="0"/>
                  </a:rPr>
                  <a:t>.</a:t>
                </a:r>
              </a:p>
              <a:p>
                <a:pPr>
                  <a:lnSpc>
                    <a:spcPct val="100000"/>
                  </a:lnSpc>
                  <a:spcAft>
                    <a:spcPts val="500"/>
                  </a:spcAft>
                  <a:buClr>
                    <a:srgbClr val="619E64"/>
                  </a:buClr>
                  <a:buSzPct val="85000"/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kern="0" smtClean="0">
                          <a:solidFill>
                            <a:srgbClr val="546970"/>
                          </a:solidFill>
                          <a:latin typeface="Cambria Math" panose="02040503050406030204" pitchFamily="18" charset="0"/>
                          <a:ea typeface="Source Sans Pro" panose="020B0503030403020204" pitchFamily="34" charset="0"/>
                          <a:cs typeface="Calibri" panose="020F0502020204030204" pitchFamily="34" charset="0"/>
                        </a:rPr>
                        <m:t>𝑞</m:t>
                      </m:r>
                      <m:r>
                        <a:rPr lang="en-US" b="0" i="1" kern="0" smtClean="0">
                          <a:solidFill>
                            <a:srgbClr val="546970"/>
                          </a:solidFill>
                          <a:latin typeface="Cambria Math" panose="02040503050406030204" pitchFamily="18" charset="0"/>
                          <a:ea typeface="Source Sans Pro" panose="020B0503030403020204" pitchFamily="34" charset="0"/>
                          <a:cs typeface="Calibri" panose="020F0502020204030204" pitchFamily="34" charset="0"/>
                        </a:rPr>
                        <m:t>: </m:t>
                      </m:r>
                      <m:d>
                        <m:dPr>
                          <m:begChr m:val="⟨"/>
                          <m:endChr m:val="〉"/>
                          <m:ctrlPr>
                            <a:rPr lang="en-US" b="0" i="1" kern="0" smtClean="0">
                              <a:solidFill>
                                <a:srgbClr val="546970"/>
                              </a:solidFill>
                              <a:latin typeface="Cambria Math" panose="02040503050406030204" pitchFamily="18" charset="0"/>
                              <a:ea typeface="Source Sans Pro" panose="020B0503030403020204" pitchFamily="34" charset="0"/>
                              <a:cs typeface="Calibri" panose="020F0502020204030204" pitchFamily="34" charset="0"/>
                            </a:rPr>
                          </m:ctrlPr>
                        </m:dPr>
                        <m:e>
                          <m:r>
                            <a:rPr lang="en-US" b="0" i="1" kern="0" smtClean="0">
                              <a:solidFill>
                                <a:srgbClr val="546970"/>
                              </a:solidFill>
                              <a:latin typeface="Cambria Math" panose="02040503050406030204" pitchFamily="18" charset="0"/>
                              <a:ea typeface="Source Sans Pro" panose="020B0503030403020204" pitchFamily="34" charset="0"/>
                              <a:cs typeface="Calibri" panose="020F0502020204030204" pitchFamily="34" charset="0"/>
                            </a:rPr>
                            <m:t> </m:t>
                          </m:r>
                          <m:r>
                            <a:rPr lang="en-US" b="0" i="1" kern="0" smtClean="0">
                              <a:solidFill>
                                <a:srgbClr val="546970"/>
                              </a:solidFill>
                              <a:latin typeface="Cambria Math" panose="02040503050406030204" pitchFamily="18" charset="0"/>
                              <a:ea typeface="Source Sans Pro" panose="020B0503030403020204" pitchFamily="34" charset="0"/>
                              <a:cs typeface="Calibri" panose="020F0502020204030204" pitchFamily="34" charset="0"/>
                            </a:rPr>
                            <m:t>𝛼</m:t>
                          </m:r>
                          <m:r>
                            <m:rPr>
                              <m:nor/>
                            </m:rPr>
                            <a:rPr lang="en-US" b="0" i="0" kern="0" smtClean="0">
                              <a:solidFill>
                                <a:srgbClr val="546970"/>
                              </a:solidFill>
                              <a:latin typeface="Lucida Sans Typewriter" panose="020B0509030504030204" pitchFamily="49" charset="0"/>
                              <a:ea typeface="Noto Mono" panose="020B0609030804020204" pitchFamily="49" charset="0"/>
                              <a:cs typeface="Noto Mono" panose="020B0609030804020204" pitchFamily="49" charset="0"/>
                            </a:rPr>
                            <m:t>.</m:t>
                          </m:r>
                          <m:r>
                            <m:rPr>
                              <m:nor/>
                            </m:rPr>
                            <a:rPr lang="en-US" b="0" i="0" kern="0" smtClean="0">
                              <a:solidFill>
                                <a:srgbClr val="546970"/>
                              </a:solidFill>
                              <a:latin typeface="Lucida Sans Typewriter" panose="020B0509030504030204" pitchFamily="49" charset="0"/>
                              <a:ea typeface="Noto Mono" panose="020B0609030804020204" pitchFamily="49" charset="0"/>
                              <a:cs typeface="Noto Mono" panose="020B0609030804020204" pitchFamily="49" charset="0"/>
                            </a:rPr>
                            <m:t>ucla</m:t>
                          </m:r>
                          <m:r>
                            <m:rPr>
                              <m:nor/>
                            </m:rPr>
                            <a:rPr lang="en-US" b="0" i="0" kern="0" smtClean="0">
                              <a:solidFill>
                                <a:srgbClr val="546970"/>
                              </a:solidFill>
                              <a:latin typeface="Lucida Sans Typewriter" panose="020B0509030504030204" pitchFamily="49" charset="0"/>
                              <a:ea typeface="Noto Mono" panose="020B0609030804020204" pitchFamily="49" charset="0"/>
                              <a:cs typeface="Noto Mono" panose="020B0609030804020204" pitchFamily="49" charset="0"/>
                            </a:rPr>
                            <m:t>.</m:t>
                          </m:r>
                          <m:r>
                            <m:rPr>
                              <m:nor/>
                            </m:rPr>
                            <a:rPr lang="en-US" b="0" i="0" kern="0" smtClean="0">
                              <a:solidFill>
                                <a:srgbClr val="546970"/>
                              </a:solidFill>
                              <a:latin typeface="Lucida Sans Typewriter" panose="020B0509030504030204" pitchFamily="49" charset="0"/>
                              <a:ea typeface="Noto Mono" panose="020B0609030804020204" pitchFamily="49" charset="0"/>
                              <a:cs typeface="Noto Mono" panose="020B0609030804020204" pitchFamily="49" charset="0"/>
                            </a:rPr>
                            <m:t>edu</m:t>
                          </m:r>
                          <m:r>
                            <m:rPr>
                              <m:nor/>
                            </m:rPr>
                            <a:rPr lang="en-US" b="0" i="0" kern="0" smtClean="0">
                              <a:solidFill>
                                <a:srgbClr val="546970"/>
                              </a:solidFill>
                              <a:latin typeface="Lucida Sans Typewriter" panose="020B0509030504030204" pitchFamily="49" charset="0"/>
                              <a:ea typeface="Noto Mono" panose="020B0609030804020204" pitchFamily="49" charset="0"/>
                              <a:cs typeface="Noto Mono" panose="020B0609030804020204" pitchFamily="49" charset="0"/>
                            </a:rPr>
                            <m:t>.,{</m:t>
                          </m:r>
                          <m:r>
                            <m:rPr>
                              <m:nor/>
                            </m:rPr>
                            <a:rPr lang="en-US" b="0" i="0" kern="0" smtClean="0">
                              <a:solidFill>
                                <a:srgbClr val="546970"/>
                              </a:solidFill>
                              <a:latin typeface="Lucida Sans Typewriter" panose="020B0509030504030204" pitchFamily="49" charset="0"/>
                              <a:ea typeface="Noto Mono" panose="020B0609030804020204" pitchFamily="49" charset="0"/>
                              <a:cs typeface="Noto Mono" panose="020B0609030804020204" pitchFamily="49" charset="0"/>
                            </a:rPr>
                            <m:t>A</m:t>
                          </m:r>
                          <m:r>
                            <m:rPr>
                              <m:nor/>
                            </m:rPr>
                            <a:rPr lang="en-US" b="0" i="0" kern="0" smtClean="0">
                              <a:solidFill>
                                <a:srgbClr val="546970"/>
                              </a:solidFill>
                              <a:latin typeface="Lucida Sans Typewriter" panose="020B0509030504030204" pitchFamily="49" charset="0"/>
                              <a:ea typeface="Noto Mono" panose="020B0609030804020204" pitchFamily="49" charset="0"/>
                              <a:cs typeface="Noto Mono" panose="020B0609030804020204" pitchFamily="49" charset="0"/>
                            </a:rPr>
                            <m:t>,</m:t>
                          </m:r>
                          <m:r>
                            <m:rPr>
                              <m:nor/>
                            </m:rPr>
                            <a:rPr lang="en-US" b="0" i="0" kern="0" smtClean="0">
                              <a:solidFill>
                                <a:srgbClr val="546970"/>
                              </a:solidFill>
                              <a:latin typeface="Lucida Sans Typewriter" panose="020B0509030504030204" pitchFamily="49" charset="0"/>
                              <a:ea typeface="Noto Mono" panose="020B0609030804020204" pitchFamily="49" charset="0"/>
                              <a:cs typeface="Noto Mono" panose="020B0609030804020204" pitchFamily="49" charset="0"/>
                            </a:rPr>
                            <m:t>NS</m:t>
                          </m:r>
                          <m:r>
                            <m:rPr>
                              <m:nor/>
                            </m:rPr>
                            <a:rPr lang="en-US" b="0" i="0" kern="0" smtClean="0">
                              <a:solidFill>
                                <a:srgbClr val="546970"/>
                              </a:solidFill>
                              <a:latin typeface="Lucida Sans Typewriter" panose="020B0509030504030204" pitchFamily="49" charset="0"/>
                              <a:ea typeface="Noto Mono" panose="020B0609030804020204" pitchFamily="49" charset="0"/>
                              <a:cs typeface="Noto Mono" panose="020B0609030804020204" pitchFamily="49" charset="0"/>
                            </a:rPr>
                            <m:t>,</m:t>
                          </m:r>
                          <m:r>
                            <m:rPr>
                              <m:nor/>
                            </m:rPr>
                            <a:rPr lang="en-US" b="0" i="0" kern="0" smtClean="0">
                              <a:solidFill>
                                <a:srgbClr val="546970"/>
                              </a:solidFill>
                              <a:latin typeface="Lucida Sans Typewriter" panose="020B0509030504030204" pitchFamily="49" charset="0"/>
                              <a:ea typeface="Noto Mono" panose="020B0609030804020204" pitchFamily="49" charset="0"/>
                              <a:cs typeface="Noto Mono" panose="020B0609030804020204" pitchFamily="49" charset="0"/>
                            </a:rPr>
                            <m:t>TXT</m:t>
                          </m:r>
                          <m:r>
                            <m:rPr>
                              <m:nor/>
                            </m:rPr>
                            <a:rPr lang="en-US" b="0" i="0" kern="0" smtClean="0">
                              <a:solidFill>
                                <a:srgbClr val="546970"/>
                              </a:solidFill>
                              <a:latin typeface="Lucida Sans Typewriter" panose="020B0509030504030204" pitchFamily="49" charset="0"/>
                              <a:ea typeface="Noto Mono" panose="020B0609030804020204" pitchFamily="49" charset="0"/>
                              <a:cs typeface="Noto Mono" panose="020B0609030804020204" pitchFamily="49" charset="0"/>
                            </a:rPr>
                            <m:t>}</m:t>
                          </m:r>
                        </m:e>
                      </m:d>
                    </m:oMath>
                  </m:oMathPara>
                </a14:m>
                <a:endParaRPr lang="en-US" b="0" kern="0" dirty="0">
                  <a:solidFill>
                    <a:srgbClr val="546970"/>
                  </a:solidFill>
                  <a:latin typeface="Lucida Sans Typewriter" panose="020B0509030504030204" pitchFamily="49" charset="0"/>
                  <a:ea typeface="Noto Mono" panose="020B0609030804020204" pitchFamily="49" charset="0"/>
                  <a:cs typeface="Noto Mono" panose="020B0609030804020204" pitchFamily="49" charset="0"/>
                </a:endParaRPr>
              </a:p>
              <a:p>
                <a:pPr>
                  <a:spcAft>
                    <a:spcPts val="500"/>
                  </a:spcAft>
                  <a:buClr>
                    <a:srgbClr val="619E64"/>
                  </a:buClr>
                  <a:buSzPct val="85000"/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kern="0" smtClean="0">
                          <a:solidFill>
                            <a:srgbClr val="546970"/>
                          </a:solidFill>
                          <a:latin typeface="Cambria Math" panose="02040503050406030204" pitchFamily="18" charset="0"/>
                          <a:ea typeface="Source Sans Pro" panose="020B0503030403020204" pitchFamily="34" charset="0"/>
                          <a:cs typeface="Calibri" panose="020F0502020204030204" pitchFamily="34" charset="0"/>
                        </a:rPr>
                        <m:t>𝑎</m:t>
                      </m:r>
                      <m:r>
                        <a:rPr lang="en-US" b="0" i="1" kern="0" smtClean="0">
                          <a:solidFill>
                            <a:srgbClr val="546970"/>
                          </a:solidFill>
                          <a:latin typeface="Cambria Math" panose="02040503050406030204" pitchFamily="18" charset="0"/>
                          <a:ea typeface="Source Sans Pro" panose="020B0503030403020204" pitchFamily="34" charset="0"/>
                          <a:cs typeface="Calibri" panose="020F0502020204030204" pitchFamily="34" charset="0"/>
                        </a:rPr>
                        <m:t>: ⟨</m:t>
                      </m:r>
                      <m:r>
                        <m:rPr>
                          <m:nor/>
                        </m:rPr>
                        <a:rPr lang="en-US" cap="small">
                          <a:solidFill>
                            <a:srgbClr val="546970"/>
                          </a:solidFill>
                          <a:latin typeface="Noto Mono" panose="020B0609030804020204" pitchFamily="49" charset="0"/>
                          <a:ea typeface="Noto Mono" panose="020B0609030804020204" pitchFamily="49" charset="0"/>
                          <a:cs typeface="Noto Mono" panose="020B0609030804020204" pitchFamily="49" charset="0"/>
                        </a:rPr>
                        <m:t>Ref</m:t>
                      </m:r>
                      <m:r>
                        <a:rPr lang="en-US" i="1">
                          <a:solidFill>
                            <a:srgbClr val="546970"/>
                          </a:solidFill>
                          <a:latin typeface="Cambria Math" panose="02040503050406030204" pitchFamily="18" charset="0"/>
                          <a:ea typeface="Source Sans Pro" panose="020B0503030403020204" pitchFamily="34" charset="0"/>
                        </a:rPr>
                        <m:t>, </m:t>
                      </m:r>
                      <m:r>
                        <a:rPr lang="en-US" b="0" i="1" smtClean="0">
                          <a:solidFill>
                            <a:srgbClr val="546970"/>
                          </a:solidFill>
                          <a:latin typeface="Cambria Math" panose="02040503050406030204" pitchFamily="18" charset="0"/>
                          <a:ea typeface="Source Sans Pro" panose="020B0503030403020204" pitchFamily="34" charset="0"/>
                        </a:rPr>
                        <m:t>{</m:t>
                      </m:r>
                      <m:r>
                        <m:rPr>
                          <m:nor/>
                        </m:rPr>
                        <a:rPr lang="en-US" b="0" i="0" smtClean="0">
                          <a:solidFill>
                            <a:srgbClr val="546970"/>
                          </a:solidFill>
                          <a:latin typeface="Lucida Sans Typewriter" panose="020B0509030504030204" pitchFamily="49" charset="0"/>
                          <a:ea typeface="Noto Mono" panose="020B0609030804020204" pitchFamily="49" charset="0"/>
                          <a:cs typeface="Noto Mono" panose="020B0609030804020204" pitchFamily="49" charset="0"/>
                        </a:rPr>
                        <m:t>ns</m:t>
                      </m:r>
                      <m:r>
                        <m:rPr>
                          <m:nor/>
                        </m:rPr>
                        <a:rPr lang="en-US" b="0" i="0" smtClean="0">
                          <a:solidFill>
                            <a:srgbClr val="546970"/>
                          </a:solidFill>
                          <a:latin typeface="Lucida Sans Typewriter" panose="020B0509030504030204" pitchFamily="49" charset="0"/>
                          <a:ea typeface="Noto Mono" panose="020B0609030804020204" pitchFamily="49" charset="0"/>
                          <a:cs typeface="Noto Mono" panose="020B0609030804020204" pitchFamily="49" charset="0"/>
                        </a:rPr>
                        <m:t>1.</m:t>
                      </m:r>
                      <m:r>
                        <m:rPr>
                          <m:nor/>
                        </m:rPr>
                        <a:rPr lang="en-US" b="0" i="0" smtClean="0">
                          <a:solidFill>
                            <a:srgbClr val="546970"/>
                          </a:solidFill>
                          <a:latin typeface="Lucida Sans Typewriter" panose="020B0509030504030204" pitchFamily="49" charset="0"/>
                          <a:ea typeface="Noto Mono" panose="020B0609030804020204" pitchFamily="49" charset="0"/>
                          <a:cs typeface="Noto Mono" panose="020B0609030804020204" pitchFamily="49" charset="0"/>
                        </a:rPr>
                        <m:t>edu</m:t>
                      </m:r>
                      <m:r>
                        <m:rPr>
                          <m:nor/>
                        </m:rPr>
                        <a:rPr lang="en-US" b="0" i="0" smtClean="0">
                          <a:solidFill>
                            <a:srgbClr val="546970"/>
                          </a:solidFill>
                          <a:latin typeface="Lucida Sans Typewriter" panose="020B0509030504030204" pitchFamily="49" charset="0"/>
                          <a:ea typeface="Noto Mono" panose="020B0609030804020204" pitchFamily="49" charset="0"/>
                          <a:cs typeface="Noto Mono" panose="020B0609030804020204" pitchFamily="49" charset="0"/>
                        </a:rPr>
                        <m:t>.,</m:t>
                      </m:r>
                      <m:r>
                        <m:rPr>
                          <m:nor/>
                        </m:rPr>
                        <a:rPr lang="en-US" b="0" i="0" smtClean="0">
                          <a:solidFill>
                            <a:srgbClr val="546970"/>
                          </a:solidFill>
                          <a:latin typeface="Lucida Sans Typewriter" panose="020B0509030504030204" pitchFamily="49" charset="0"/>
                          <a:ea typeface="Noto Mono" panose="020B0609030804020204" pitchFamily="49" charset="0"/>
                          <a:cs typeface="Noto Mono" panose="020B0609030804020204" pitchFamily="49" charset="0"/>
                        </a:rPr>
                        <m:t>ns</m:t>
                      </m:r>
                      <m:r>
                        <m:rPr>
                          <m:nor/>
                        </m:rPr>
                        <a:rPr lang="en-US" b="0" i="0" smtClean="0">
                          <a:solidFill>
                            <a:srgbClr val="546970"/>
                          </a:solidFill>
                          <a:latin typeface="Lucida Sans Typewriter" panose="020B0509030504030204" pitchFamily="49" charset="0"/>
                          <a:ea typeface="Noto Mono" panose="020B0609030804020204" pitchFamily="49" charset="0"/>
                          <a:cs typeface="Noto Mono" panose="020B0609030804020204" pitchFamily="49" charset="0"/>
                        </a:rPr>
                        <m:t>2.</m:t>
                      </m:r>
                      <m:r>
                        <m:rPr>
                          <m:nor/>
                        </m:rPr>
                        <a:rPr lang="en-US" b="0" i="0" smtClean="0">
                          <a:solidFill>
                            <a:srgbClr val="546970"/>
                          </a:solidFill>
                          <a:latin typeface="Lucida Sans Typewriter" panose="020B0509030504030204" pitchFamily="49" charset="0"/>
                          <a:ea typeface="Noto Mono" panose="020B0609030804020204" pitchFamily="49" charset="0"/>
                          <a:cs typeface="Noto Mono" panose="020B0609030804020204" pitchFamily="49" charset="0"/>
                        </a:rPr>
                        <m:t>edu</m:t>
                      </m:r>
                      <m:r>
                        <m:rPr>
                          <m:nor/>
                        </m:rPr>
                        <a:rPr lang="en-US" b="0" i="0" smtClean="0">
                          <a:solidFill>
                            <a:srgbClr val="546970"/>
                          </a:solidFill>
                          <a:latin typeface="Lucida Sans Typewriter" panose="020B0509030504030204" pitchFamily="49" charset="0"/>
                          <a:ea typeface="Noto Mono" panose="020B0609030804020204" pitchFamily="49" charset="0"/>
                          <a:cs typeface="Noto Mono" panose="020B0609030804020204" pitchFamily="49" charset="0"/>
                        </a:rPr>
                        <m:t>.</m:t>
                      </m:r>
                      <m:r>
                        <a:rPr lang="en-US" b="0" i="1" smtClean="0">
                          <a:solidFill>
                            <a:srgbClr val="546970"/>
                          </a:solidFill>
                          <a:latin typeface="Cambria Math" panose="02040503050406030204" pitchFamily="18" charset="0"/>
                          <a:ea typeface="Source Sans Pro" panose="020B0503030403020204" pitchFamily="34" charset="0"/>
                        </a:rPr>
                        <m:t>}⟩</m:t>
                      </m:r>
                    </m:oMath>
                  </m:oMathPara>
                </a14:m>
                <a:endParaRPr lang="en-US" kern="0" dirty="0">
                  <a:solidFill>
                    <a:srgbClr val="546970"/>
                  </a:solidFill>
                  <a:latin typeface="Noto Mono" panose="020B0609030804020204" pitchFamily="49" charset="0"/>
                  <a:ea typeface="Noto Mono" panose="020B0609030804020204" pitchFamily="49" charset="0"/>
                  <a:cs typeface="Noto Mono" panose="020B0609030804020204" pitchFamily="49" charset="0"/>
                </a:endParaRPr>
              </a:p>
            </p:txBody>
          </p:sp>
        </mc:Choice>
        <mc:Fallback>
          <p:sp>
            <p:nvSpPr>
              <p:cNvPr id="8" name="Rectangle: Rounded Corners 7">
                <a:extLst>
                  <a:ext uri="{FF2B5EF4-FFF2-40B4-BE49-F238E27FC236}">
                    <a16:creationId xmlns:a16="http://schemas.microsoft.com/office/drawing/2014/main" id="{C48325F7-6294-4E56-BF88-EC2D19AFAE7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44068" y="1463080"/>
                <a:ext cx="3718839" cy="1137270"/>
              </a:xfrm>
              <a:prstGeom prst="roundRect">
                <a:avLst>
                  <a:gd name="adj" fmla="val 4626"/>
                </a:avLst>
              </a:prstGeom>
              <a:blipFill>
                <a:blip r:embed="rId4"/>
                <a:stretch>
                  <a:fillRect/>
                </a:stretch>
              </a:blipFill>
              <a:ln w="19050">
                <a:solidFill>
                  <a:srgbClr val="70838B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Rectangle: Rounded Corners 5">
                <a:extLst>
                  <a:ext uri="{FF2B5EF4-FFF2-40B4-BE49-F238E27FC236}">
                    <a16:creationId xmlns:a16="http://schemas.microsoft.com/office/drawing/2014/main" id="{EE21784F-6AFD-492F-A425-308A5200A648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271390" y="3217917"/>
                <a:ext cx="5227599" cy="1137270"/>
              </a:xfrm>
              <a:prstGeom prst="roundRect">
                <a:avLst>
                  <a:gd name="adj" fmla="val 4626"/>
                </a:avLst>
              </a:prstGeom>
              <a:solidFill>
                <a:srgbClr val="F4F5F6"/>
              </a:solidFill>
              <a:ln w="19050">
                <a:solidFill>
                  <a:srgbClr val="70838B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>
                  <a:spcAft>
                    <a:spcPts val="500"/>
                  </a:spcAft>
                  <a:buClr>
                    <a:srgbClr val="619E64"/>
                  </a:buClr>
                  <a:buSzPct val="85000"/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kern="0" smtClean="0">
                          <a:solidFill>
                            <a:srgbClr val="546970"/>
                          </a:solidFill>
                          <a:latin typeface="Cambria Math" panose="02040503050406030204" pitchFamily="18" charset="0"/>
                          <a:ea typeface="Source Sans Pro" panose="020B0503030403020204" pitchFamily="34" charset="0"/>
                          <a:cs typeface="Calibri" panose="020F0502020204030204" pitchFamily="34" charset="0"/>
                        </a:rPr>
                        <m:t>𝑠</m:t>
                      </m:r>
                      <m:r>
                        <a:rPr lang="en-US" b="0" i="1" kern="0" smtClean="0">
                          <a:solidFill>
                            <a:srgbClr val="546970"/>
                          </a:solidFill>
                          <a:latin typeface="Cambria Math" panose="02040503050406030204" pitchFamily="18" charset="0"/>
                          <a:ea typeface="Source Sans Pro" panose="020B0503030403020204" pitchFamily="34" charset="0"/>
                          <a:cs typeface="Calibri" panose="020F0502020204030204" pitchFamily="34" charset="0"/>
                        </a:rPr>
                        <m:t>: </m:t>
                      </m:r>
                      <m:r>
                        <m:rPr>
                          <m:nor/>
                        </m:rPr>
                        <a:rPr lang="en-US" b="0" i="0" kern="0" smtClean="0">
                          <a:solidFill>
                            <a:srgbClr val="546970"/>
                          </a:solidFill>
                          <a:latin typeface="Lucida Sans Typewriter" panose="020B0509030504030204" pitchFamily="49" charset="0"/>
                          <a:ea typeface="Noto Mono" panose="020B0609030804020204" pitchFamily="49" charset="0"/>
                          <a:cs typeface="Noto Mono" panose="020B0609030804020204" pitchFamily="49" charset="0"/>
                        </a:rPr>
                        <m:t>ns</m:t>
                      </m:r>
                      <m:r>
                        <m:rPr>
                          <m:nor/>
                        </m:rPr>
                        <a:rPr lang="en-US" b="0" i="0" kern="0" smtClean="0">
                          <a:solidFill>
                            <a:srgbClr val="546970"/>
                          </a:solidFill>
                          <a:latin typeface="Lucida Sans Typewriter" panose="020B0509030504030204" pitchFamily="49" charset="0"/>
                          <a:ea typeface="Noto Mono" panose="020B0609030804020204" pitchFamily="49" charset="0"/>
                          <a:cs typeface="Noto Mono" panose="020B0609030804020204" pitchFamily="49" charset="0"/>
                        </a:rPr>
                        <m:t>1.</m:t>
                      </m:r>
                      <m:r>
                        <m:rPr>
                          <m:nor/>
                        </m:rPr>
                        <a:rPr lang="en-US" kern="0">
                          <a:solidFill>
                            <a:srgbClr val="546970"/>
                          </a:solidFill>
                          <a:latin typeface="Lucida Sans Typewriter" panose="020B0509030504030204" pitchFamily="49" charset="0"/>
                          <a:ea typeface="Noto Mono" panose="020B0609030804020204" pitchFamily="49" charset="0"/>
                          <a:cs typeface="Noto Mono" panose="020B0609030804020204" pitchFamily="49" charset="0"/>
                        </a:rPr>
                        <m:t>edu</m:t>
                      </m:r>
                      <m:r>
                        <m:rPr>
                          <m:nor/>
                        </m:rPr>
                        <a:rPr lang="en-US" kern="0">
                          <a:solidFill>
                            <a:srgbClr val="546970"/>
                          </a:solidFill>
                          <a:latin typeface="Lucida Sans Typewriter" panose="020B0509030504030204" pitchFamily="49" charset="0"/>
                          <a:ea typeface="Noto Mono" panose="020B0609030804020204" pitchFamily="49" charset="0"/>
                          <a:cs typeface="Noto Mono" panose="020B0609030804020204" pitchFamily="49" charset="0"/>
                        </a:rPr>
                        <m:t>.</m:t>
                      </m:r>
                    </m:oMath>
                  </m:oMathPara>
                </a14:m>
                <a:endParaRPr lang="en-US" kern="0" dirty="0">
                  <a:solidFill>
                    <a:srgbClr val="546970"/>
                  </a:solidFill>
                  <a:latin typeface="Lucida Sans Typewriter" panose="020B0509030504030204" pitchFamily="49" charset="0"/>
                  <a:ea typeface="Noto Mono" panose="020B0609030804020204" pitchFamily="49" charset="0"/>
                  <a:cs typeface="Noto Mono" panose="020B0609030804020204" pitchFamily="49" charset="0"/>
                </a:endParaRPr>
              </a:p>
              <a:p>
                <a:pPr>
                  <a:lnSpc>
                    <a:spcPct val="100000"/>
                  </a:lnSpc>
                  <a:spcAft>
                    <a:spcPts val="500"/>
                  </a:spcAft>
                  <a:buClr>
                    <a:srgbClr val="619E64"/>
                  </a:buClr>
                  <a:buSzPct val="85000"/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kern="0" smtClean="0">
                          <a:solidFill>
                            <a:srgbClr val="546970"/>
                          </a:solidFill>
                          <a:latin typeface="Cambria Math" panose="02040503050406030204" pitchFamily="18" charset="0"/>
                          <a:ea typeface="Source Sans Pro" panose="020B0503030403020204" pitchFamily="34" charset="0"/>
                          <a:cs typeface="Calibri" panose="020F0502020204030204" pitchFamily="34" charset="0"/>
                        </a:rPr>
                        <m:t>𝑞</m:t>
                      </m:r>
                      <m:r>
                        <a:rPr lang="en-US" b="0" i="1" kern="0" smtClean="0">
                          <a:solidFill>
                            <a:srgbClr val="546970"/>
                          </a:solidFill>
                          <a:latin typeface="Cambria Math" panose="02040503050406030204" pitchFamily="18" charset="0"/>
                          <a:ea typeface="Source Sans Pro" panose="020B0503030403020204" pitchFamily="34" charset="0"/>
                          <a:cs typeface="Calibri" panose="020F0502020204030204" pitchFamily="34" charset="0"/>
                        </a:rPr>
                        <m:t>: </m:t>
                      </m:r>
                      <m:d>
                        <m:dPr>
                          <m:begChr m:val="⟨"/>
                          <m:endChr m:val="〉"/>
                          <m:ctrlPr>
                            <a:rPr lang="en-US" b="0" i="1" kern="0" smtClean="0">
                              <a:solidFill>
                                <a:srgbClr val="546970"/>
                              </a:solidFill>
                              <a:latin typeface="Cambria Math" panose="02040503050406030204" pitchFamily="18" charset="0"/>
                              <a:ea typeface="Source Sans Pro" panose="020B0503030403020204" pitchFamily="34" charset="0"/>
                              <a:cs typeface="Calibri" panose="020F0502020204030204" pitchFamily="34" charset="0"/>
                            </a:rPr>
                          </m:ctrlPr>
                        </m:dPr>
                        <m:e>
                          <m:r>
                            <a:rPr lang="en-US" b="0" i="1" kern="0" smtClean="0">
                              <a:solidFill>
                                <a:srgbClr val="546970"/>
                              </a:solidFill>
                              <a:latin typeface="Cambria Math" panose="02040503050406030204" pitchFamily="18" charset="0"/>
                              <a:ea typeface="Source Sans Pro" panose="020B0503030403020204" pitchFamily="34" charset="0"/>
                              <a:cs typeface="Calibri" panose="020F0502020204030204" pitchFamily="34" charset="0"/>
                            </a:rPr>
                            <m:t> </m:t>
                          </m:r>
                          <m:r>
                            <a:rPr lang="en-US" b="0" i="1" kern="0" smtClean="0">
                              <a:solidFill>
                                <a:srgbClr val="546970"/>
                              </a:solidFill>
                              <a:latin typeface="Cambria Math" panose="02040503050406030204" pitchFamily="18" charset="0"/>
                              <a:ea typeface="Source Sans Pro" panose="020B0503030403020204" pitchFamily="34" charset="0"/>
                              <a:cs typeface="Calibri" panose="020F0502020204030204" pitchFamily="34" charset="0"/>
                            </a:rPr>
                            <m:t>𝛼</m:t>
                          </m:r>
                          <m:r>
                            <m:rPr>
                              <m:nor/>
                            </m:rPr>
                            <a:rPr lang="en-US" b="0" i="0" kern="0" smtClean="0">
                              <a:solidFill>
                                <a:srgbClr val="546970"/>
                              </a:solidFill>
                              <a:latin typeface="Lucida Sans Typewriter" panose="020B0509030504030204" pitchFamily="49" charset="0"/>
                              <a:ea typeface="Noto Mono" panose="020B0609030804020204" pitchFamily="49" charset="0"/>
                              <a:cs typeface="Noto Mono" panose="020B0609030804020204" pitchFamily="49" charset="0"/>
                            </a:rPr>
                            <m:t>.</m:t>
                          </m:r>
                          <m:r>
                            <m:rPr>
                              <m:nor/>
                            </m:rPr>
                            <a:rPr lang="en-US" b="0" i="0" kern="0" smtClean="0">
                              <a:solidFill>
                                <a:srgbClr val="546970"/>
                              </a:solidFill>
                              <a:latin typeface="Lucida Sans Typewriter" panose="020B0509030504030204" pitchFamily="49" charset="0"/>
                              <a:ea typeface="Noto Mono" panose="020B0609030804020204" pitchFamily="49" charset="0"/>
                              <a:cs typeface="Noto Mono" panose="020B0609030804020204" pitchFamily="49" charset="0"/>
                            </a:rPr>
                            <m:t>ucla</m:t>
                          </m:r>
                          <m:r>
                            <m:rPr>
                              <m:nor/>
                            </m:rPr>
                            <a:rPr lang="en-US" b="0" i="0" kern="0" smtClean="0">
                              <a:solidFill>
                                <a:srgbClr val="546970"/>
                              </a:solidFill>
                              <a:latin typeface="Lucida Sans Typewriter" panose="020B0509030504030204" pitchFamily="49" charset="0"/>
                              <a:ea typeface="Noto Mono" panose="020B0609030804020204" pitchFamily="49" charset="0"/>
                              <a:cs typeface="Noto Mono" panose="020B0609030804020204" pitchFamily="49" charset="0"/>
                            </a:rPr>
                            <m:t>.</m:t>
                          </m:r>
                          <m:r>
                            <m:rPr>
                              <m:nor/>
                            </m:rPr>
                            <a:rPr lang="en-US" b="0" i="0" kern="0" smtClean="0">
                              <a:solidFill>
                                <a:srgbClr val="546970"/>
                              </a:solidFill>
                              <a:latin typeface="Lucida Sans Typewriter" panose="020B0509030504030204" pitchFamily="49" charset="0"/>
                              <a:ea typeface="Noto Mono" panose="020B0609030804020204" pitchFamily="49" charset="0"/>
                              <a:cs typeface="Noto Mono" panose="020B0609030804020204" pitchFamily="49" charset="0"/>
                            </a:rPr>
                            <m:t>edu</m:t>
                          </m:r>
                          <m:r>
                            <m:rPr>
                              <m:nor/>
                            </m:rPr>
                            <a:rPr lang="en-US" b="0" i="0" kern="0" smtClean="0">
                              <a:solidFill>
                                <a:srgbClr val="546970"/>
                              </a:solidFill>
                              <a:latin typeface="Lucida Sans Typewriter" panose="020B0509030504030204" pitchFamily="49" charset="0"/>
                              <a:ea typeface="Noto Mono" panose="020B0609030804020204" pitchFamily="49" charset="0"/>
                              <a:cs typeface="Noto Mono" panose="020B0609030804020204" pitchFamily="49" charset="0"/>
                            </a:rPr>
                            <m:t>.,{</m:t>
                          </m:r>
                          <m:r>
                            <m:rPr>
                              <m:nor/>
                            </m:rPr>
                            <a:rPr lang="en-US" b="0" i="0" kern="0" smtClean="0">
                              <a:solidFill>
                                <a:srgbClr val="546970"/>
                              </a:solidFill>
                              <a:latin typeface="Lucida Sans Typewriter" panose="020B0509030504030204" pitchFamily="49" charset="0"/>
                              <a:ea typeface="Noto Mono" panose="020B0609030804020204" pitchFamily="49" charset="0"/>
                              <a:cs typeface="Noto Mono" panose="020B0609030804020204" pitchFamily="49" charset="0"/>
                            </a:rPr>
                            <m:t>A</m:t>
                          </m:r>
                          <m:r>
                            <m:rPr>
                              <m:nor/>
                            </m:rPr>
                            <a:rPr lang="en-US" b="0" i="0" kern="0" smtClean="0">
                              <a:solidFill>
                                <a:srgbClr val="546970"/>
                              </a:solidFill>
                              <a:latin typeface="Lucida Sans Typewriter" panose="020B0509030504030204" pitchFamily="49" charset="0"/>
                              <a:ea typeface="Noto Mono" panose="020B0609030804020204" pitchFamily="49" charset="0"/>
                              <a:cs typeface="Noto Mono" panose="020B0609030804020204" pitchFamily="49" charset="0"/>
                            </a:rPr>
                            <m:t>,</m:t>
                          </m:r>
                          <m:r>
                            <m:rPr>
                              <m:nor/>
                            </m:rPr>
                            <a:rPr lang="en-US" b="0" i="0" kern="0" smtClean="0">
                              <a:solidFill>
                                <a:srgbClr val="546970"/>
                              </a:solidFill>
                              <a:latin typeface="Lucida Sans Typewriter" panose="020B0509030504030204" pitchFamily="49" charset="0"/>
                              <a:ea typeface="Noto Mono" panose="020B0609030804020204" pitchFamily="49" charset="0"/>
                              <a:cs typeface="Noto Mono" panose="020B0609030804020204" pitchFamily="49" charset="0"/>
                            </a:rPr>
                            <m:t>NS</m:t>
                          </m:r>
                          <m:r>
                            <m:rPr>
                              <m:nor/>
                            </m:rPr>
                            <a:rPr lang="en-US" b="0" i="0" kern="0" smtClean="0">
                              <a:solidFill>
                                <a:srgbClr val="546970"/>
                              </a:solidFill>
                              <a:latin typeface="Lucida Sans Typewriter" panose="020B0509030504030204" pitchFamily="49" charset="0"/>
                              <a:ea typeface="Noto Mono" panose="020B0609030804020204" pitchFamily="49" charset="0"/>
                              <a:cs typeface="Noto Mono" panose="020B0609030804020204" pitchFamily="49" charset="0"/>
                            </a:rPr>
                            <m:t>,</m:t>
                          </m:r>
                          <m:r>
                            <m:rPr>
                              <m:nor/>
                            </m:rPr>
                            <a:rPr lang="en-US" b="0" i="0" kern="0" smtClean="0">
                              <a:solidFill>
                                <a:srgbClr val="546970"/>
                              </a:solidFill>
                              <a:latin typeface="Lucida Sans Typewriter" panose="020B0509030504030204" pitchFamily="49" charset="0"/>
                              <a:ea typeface="Noto Mono" panose="020B0609030804020204" pitchFamily="49" charset="0"/>
                              <a:cs typeface="Noto Mono" panose="020B0609030804020204" pitchFamily="49" charset="0"/>
                            </a:rPr>
                            <m:t>TXT</m:t>
                          </m:r>
                          <m:r>
                            <m:rPr>
                              <m:nor/>
                            </m:rPr>
                            <a:rPr lang="en-US" b="0" i="0" kern="0" smtClean="0">
                              <a:solidFill>
                                <a:srgbClr val="546970"/>
                              </a:solidFill>
                              <a:latin typeface="Lucida Sans Typewriter" panose="020B0509030504030204" pitchFamily="49" charset="0"/>
                              <a:ea typeface="Noto Mono" panose="020B0609030804020204" pitchFamily="49" charset="0"/>
                              <a:cs typeface="Noto Mono" panose="020B0609030804020204" pitchFamily="49" charset="0"/>
                            </a:rPr>
                            <m:t>}</m:t>
                          </m:r>
                        </m:e>
                      </m:d>
                    </m:oMath>
                  </m:oMathPara>
                </a14:m>
                <a:endParaRPr lang="en-US" b="0" kern="0" dirty="0">
                  <a:solidFill>
                    <a:srgbClr val="546970"/>
                  </a:solidFill>
                  <a:latin typeface="Lucida Sans Typewriter" panose="020B0509030504030204" pitchFamily="49" charset="0"/>
                  <a:ea typeface="Noto Mono" panose="020B0609030804020204" pitchFamily="49" charset="0"/>
                  <a:cs typeface="Noto Mono" panose="020B0609030804020204" pitchFamily="49" charset="0"/>
                </a:endParaRPr>
              </a:p>
              <a:p>
                <a:pPr>
                  <a:spcAft>
                    <a:spcPts val="500"/>
                  </a:spcAft>
                  <a:buClr>
                    <a:srgbClr val="619E64"/>
                  </a:buClr>
                  <a:buSzPct val="85000"/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F4F5F6"/>
                          </a:solidFill>
                          <a:latin typeface="Cambria Math" panose="02040503050406030204" pitchFamily="18" charset="0"/>
                          <a:ea typeface="Source Sans Pro" panose="020B0503030403020204" pitchFamily="34" charset="0"/>
                        </a:rPr>
                        <m:t>⟩</m:t>
                      </m:r>
                    </m:oMath>
                  </m:oMathPara>
                </a14:m>
                <a:endParaRPr lang="en-US" kern="0" dirty="0">
                  <a:solidFill>
                    <a:srgbClr val="546970"/>
                  </a:solidFill>
                  <a:latin typeface="Noto Mono" panose="020B0609030804020204" pitchFamily="49" charset="0"/>
                  <a:ea typeface="Noto Mono" panose="020B0609030804020204" pitchFamily="49" charset="0"/>
                  <a:cs typeface="Noto Mono" panose="020B0609030804020204" pitchFamily="49" charset="0"/>
                </a:endParaRPr>
              </a:p>
            </p:txBody>
          </p:sp>
        </mc:Choice>
        <mc:Fallback>
          <p:sp>
            <p:nvSpPr>
              <p:cNvPr id="6" name="Rectangle: Rounded Corners 5">
                <a:extLst>
                  <a:ext uri="{FF2B5EF4-FFF2-40B4-BE49-F238E27FC236}">
                    <a16:creationId xmlns:a16="http://schemas.microsoft.com/office/drawing/2014/main" id="{EE21784F-6AFD-492F-A425-308A5200A64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1390" y="3217917"/>
                <a:ext cx="5227599" cy="1137270"/>
              </a:xfrm>
              <a:prstGeom prst="roundRect">
                <a:avLst>
                  <a:gd name="adj" fmla="val 4626"/>
                </a:avLst>
              </a:prstGeom>
              <a:blipFill>
                <a:blip r:embed="rId5"/>
                <a:stretch>
                  <a:fillRect/>
                </a:stretch>
              </a:blipFill>
              <a:ln w="19050">
                <a:solidFill>
                  <a:srgbClr val="70838B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Rectangle: Rounded Corners 8">
                <a:extLst>
                  <a:ext uri="{FF2B5EF4-FFF2-40B4-BE49-F238E27FC236}">
                    <a16:creationId xmlns:a16="http://schemas.microsoft.com/office/drawing/2014/main" id="{BA8CC8A7-534A-430C-8314-67B393D691F9}"/>
                  </a:ext>
                </a:extLst>
              </p:cNvPr>
              <p:cNvSpPr/>
              <p:nvPr/>
            </p:nvSpPr>
            <p:spPr>
              <a:xfrm>
                <a:off x="6096000" y="3228228"/>
                <a:ext cx="3665499" cy="1137270"/>
              </a:xfrm>
              <a:prstGeom prst="roundRect">
                <a:avLst>
                  <a:gd name="adj" fmla="val 4626"/>
                </a:avLst>
              </a:prstGeom>
              <a:solidFill>
                <a:srgbClr val="F4F5F6"/>
              </a:solidFill>
              <a:ln w="19050">
                <a:solidFill>
                  <a:srgbClr val="70838B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wrap="square" rtlCol="0" anchor="ctr">
                <a:spAutoFit/>
              </a:bodyPr>
              <a:lstStyle/>
              <a:p>
                <a:pPr>
                  <a:spcAft>
                    <a:spcPts val="500"/>
                  </a:spcAft>
                  <a:buClr>
                    <a:srgbClr val="619E64"/>
                  </a:buClr>
                  <a:buSzPct val="85000"/>
                  <a:defRPr/>
                </a:pPr>
                <a14:m>
                  <m:oMath xmlns:m="http://schemas.openxmlformats.org/officeDocument/2006/math">
                    <m:r>
                      <a:rPr lang="en-US" b="0" i="1" kern="0" smtClean="0">
                        <a:solidFill>
                          <a:srgbClr val="546970"/>
                        </a:solidFill>
                        <a:latin typeface="Cambria Math" panose="02040503050406030204" pitchFamily="18" charset="0"/>
                        <a:ea typeface="Source Sans Pro" panose="020B0503030403020204" pitchFamily="34" charset="0"/>
                        <a:cs typeface="Calibri" panose="020F0502020204030204" pitchFamily="34" charset="0"/>
                      </a:rPr>
                      <m:t>𝑠</m:t>
                    </m:r>
                    <m:r>
                      <a:rPr lang="en-US" b="0" i="1" kern="0" smtClean="0">
                        <a:solidFill>
                          <a:srgbClr val="546970"/>
                        </a:solidFill>
                        <a:latin typeface="Cambria Math" panose="02040503050406030204" pitchFamily="18" charset="0"/>
                        <a:ea typeface="Source Sans Pro" panose="020B0503030403020204" pitchFamily="34" charset="0"/>
                        <a:cs typeface="Calibri" panose="020F0502020204030204" pitchFamily="34" charset="0"/>
                      </a:rPr>
                      <m:t>: </m:t>
                    </m:r>
                  </m:oMath>
                </a14:m>
                <a:r>
                  <a:rPr lang="en-US" kern="0" dirty="0">
                    <a:solidFill>
                      <a:srgbClr val="546970"/>
                    </a:solidFill>
                    <a:latin typeface="Noto Mono" panose="020B0609030804020204" pitchFamily="49" charset="0"/>
                    <a:ea typeface="Noto Mono" panose="020B0609030804020204" pitchFamily="49" charset="0"/>
                    <a:cs typeface="Noto Mono" panose="020B0609030804020204" pitchFamily="49" charset="0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kern="0">
                        <a:solidFill>
                          <a:srgbClr val="546970"/>
                        </a:solidFill>
                        <a:latin typeface="Lucida Sans Typewriter" panose="020B0509030504030204" pitchFamily="49" charset="0"/>
                        <a:ea typeface="Noto Mono" panose="020B0609030804020204" pitchFamily="49" charset="0"/>
                        <a:cs typeface="Noto Mono" panose="020B0609030804020204" pitchFamily="49" charset="0"/>
                      </a:rPr>
                      <m:t>ns</m:t>
                    </m:r>
                    <m:r>
                      <m:rPr>
                        <m:nor/>
                      </m:rPr>
                      <a:rPr lang="en-US" b="0" i="0" kern="0" smtClean="0">
                        <a:solidFill>
                          <a:srgbClr val="546970"/>
                        </a:solidFill>
                        <a:latin typeface="Lucida Sans Typewriter" panose="020B0509030504030204" pitchFamily="49" charset="0"/>
                        <a:ea typeface="Noto Mono" panose="020B0609030804020204" pitchFamily="49" charset="0"/>
                        <a:cs typeface="Noto Mono" panose="020B0609030804020204" pitchFamily="49" charset="0"/>
                      </a:rPr>
                      <m:t>2</m:t>
                    </m:r>
                    <m:r>
                      <m:rPr>
                        <m:nor/>
                      </m:rPr>
                      <a:rPr lang="en-US" kern="0">
                        <a:solidFill>
                          <a:srgbClr val="546970"/>
                        </a:solidFill>
                        <a:latin typeface="Lucida Sans Typewriter" panose="020B0509030504030204" pitchFamily="49" charset="0"/>
                        <a:ea typeface="Noto Mono" panose="020B0609030804020204" pitchFamily="49" charset="0"/>
                        <a:cs typeface="Noto Mono" panose="020B0609030804020204" pitchFamily="49" charset="0"/>
                      </a:rPr>
                      <m:t>.</m:t>
                    </m:r>
                    <m:r>
                      <m:rPr>
                        <m:nor/>
                      </m:rPr>
                      <a:rPr lang="en-US" kern="0">
                        <a:solidFill>
                          <a:srgbClr val="546970"/>
                        </a:solidFill>
                        <a:latin typeface="Lucida Sans Typewriter" panose="020B0509030504030204" pitchFamily="49" charset="0"/>
                        <a:ea typeface="Noto Mono" panose="020B0609030804020204" pitchFamily="49" charset="0"/>
                        <a:cs typeface="Noto Mono" panose="020B0609030804020204" pitchFamily="49" charset="0"/>
                      </a:rPr>
                      <m:t>edu</m:t>
                    </m:r>
                    <m:r>
                      <m:rPr>
                        <m:nor/>
                      </m:rPr>
                      <a:rPr lang="en-US" kern="0">
                        <a:solidFill>
                          <a:srgbClr val="546970"/>
                        </a:solidFill>
                        <a:latin typeface="Lucida Sans Typewriter" panose="020B0509030504030204" pitchFamily="49" charset="0"/>
                        <a:ea typeface="Noto Mono" panose="020B0609030804020204" pitchFamily="49" charset="0"/>
                        <a:cs typeface="Noto Mono" panose="020B0609030804020204" pitchFamily="49" charset="0"/>
                      </a:rPr>
                      <m:t>.</m:t>
                    </m:r>
                  </m:oMath>
                </a14:m>
                <a:endParaRPr lang="en-US" kern="0" dirty="0">
                  <a:solidFill>
                    <a:srgbClr val="546970"/>
                  </a:solidFill>
                  <a:latin typeface="Lucida Sans Typewriter" panose="020B0509030504030204" pitchFamily="49" charset="0"/>
                  <a:ea typeface="Noto Mono" panose="020B0609030804020204" pitchFamily="49" charset="0"/>
                  <a:cs typeface="Noto Mono" panose="020B0609030804020204" pitchFamily="49" charset="0"/>
                </a:endParaRPr>
              </a:p>
              <a:p>
                <a:pPr>
                  <a:lnSpc>
                    <a:spcPct val="100000"/>
                  </a:lnSpc>
                  <a:spcAft>
                    <a:spcPts val="500"/>
                  </a:spcAft>
                  <a:buClr>
                    <a:srgbClr val="619E64"/>
                  </a:buClr>
                  <a:buSzPct val="85000"/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kern="0" smtClean="0">
                          <a:solidFill>
                            <a:srgbClr val="546970"/>
                          </a:solidFill>
                          <a:latin typeface="Cambria Math" panose="02040503050406030204" pitchFamily="18" charset="0"/>
                          <a:ea typeface="Source Sans Pro" panose="020B0503030403020204" pitchFamily="34" charset="0"/>
                          <a:cs typeface="Calibri" panose="020F0502020204030204" pitchFamily="34" charset="0"/>
                        </a:rPr>
                        <m:t>𝑞</m:t>
                      </m:r>
                      <m:r>
                        <a:rPr lang="en-US" b="0" i="1" kern="0" smtClean="0">
                          <a:solidFill>
                            <a:srgbClr val="546970"/>
                          </a:solidFill>
                          <a:latin typeface="Cambria Math" panose="02040503050406030204" pitchFamily="18" charset="0"/>
                          <a:ea typeface="Source Sans Pro" panose="020B0503030403020204" pitchFamily="34" charset="0"/>
                          <a:cs typeface="Calibri" panose="020F0502020204030204" pitchFamily="34" charset="0"/>
                        </a:rPr>
                        <m:t>: </m:t>
                      </m:r>
                      <m:d>
                        <m:dPr>
                          <m:begChr m:val="⟨"/>
                          <m:endChr m:val="〉"/>
                          <m:ctrlPr>
                            <a:rPr lang="en-US" b="0" i="1" kern="0" smtClean="0">
                              <a:solidFill>
                                <a:srgbClr val="546970"/>
                              </a:solidFill>
                              <a:latin typeface="Cambria Math" panose="02040503050406030204" pitchFamily="18" charset="0"/>
                              <a:ea typeface="Source Sans Pro" panose="020B0503030403020204" pitchFamily="34" charset="0"/>
                              <a:cs typeface="Calibri" panose="020F0502020204030204" pitchFamily="34" charset="0"/>
                            </a:rPr>
                          </m:ctrlPr>
                        </m:dPr>
                        <m:e>
                          <m:r>
                            <a:rPr lang="en-US" b="0" i="1" kern="0" smtClean="0">
                              <a:solidFill>
                                <a:srgbClr val="546970"/>
                              </a:solidFill>
                              <a:latin typeface="Cambria Math" panose="02040503050406030204" pitchFamily="18" charset="0"/>
                              <a:ea typeface="Source Sans Pro" panose="020B0503030403020204" pitchFamily="34" charset="0"/>
                              <a:cs typeface="Calibri" panose="020F0502020204030204" pitchFamily="34" charset="0"/>
                            </a:rPr>
                            <m:t> </m:t>
                          </m:r>
                          <m:r>
                            <a:rPr lang="en-US" b="0" i="1" kern="0" smtClean="0">
                              <a:solidFill>
                                <a:srgbClr val="546970"/>
                              </a:solidFill>
                              <a:latin typeface="Cambria Math" panose="02040503050406030204" pitchFamily="18" charset="0"/>
                              <a:ea typeface="Source Sans Pro" panose="020B0503030403020204" pitchFamily="34" charset="0"/>
                              <a:cs typeface="Calibri" panose="020F0502020204030204" pitchFamily="34" charset="0"/>
                            </a:rPr>
                            <m:t>𝛼</m:t>
                          </m:r>
                          <m:r>
                            <m:rPr>
                              <m:nor/>
                            </m:rPr>
                            <a:rPr lang="en-US" b="0" i="0" kern="0" smtClean="0">
                              <a:solidFill>
                                <a:srgbClr val="546970"/>
                              </a:solidFill>
                              <a:latin typeface="Lucida Sans Typewriter" panose="020B0509030504030204" pitchFamily="49" charset="0"/>
                              <a:ea typeface="Noto Mono" panose="020B0609030804020204" pitchFamily="49" charset="0"/>
                              <a:cs typeface="Noto Mono" panose="020B0609030804020204" pitchFamily="49" charset="0"/>
                            </a:rPr>
                            <m:t>.</m:t>
                          </m:r>
                          <m:r>
                            <m:rPr>
                              <m:nor/>
                            </m:rPr>
                            <a:rPr lang="en-US" b="0" i="0" kern="0" smtClean="0">
                              <a:solidFill>
                                <a:srgbClr val="546970"/>
                              </a:solidFill>
                              <a:latin typeface="Lucida Sans Typewriter" panose="020B0509030504030204" pitchFamily="49" charset="0"/>
                              <a:ea typeface="Noto Mono" panose="020B0609030804020204" pitchFamily="49" charset="0"/>
                              <a:cs typeface="Noto Mono" panose="020B0609030804020204" pitchFamily="49" charset="0"/>
                            </a:rPr>
                            <m:t>ucla</m:t>
                          </m:r>
                          <m:r>
                            <m:rPr>
                              <m:nor/>
                            </m:rPr>
                            <a:rPr lang="en-US" b="0" i="0" kern="0" smtClean="0">
                              <a:solidFill>
                                <a:srgbClr val="546970"/>
                              </a:solidFill>
                              <a:latin typeface="Lucida Sans Typewriter" panose="020B0509030504030204" pitchFamily="49" charset="0"/>
                              <a:ea typeface="Noto Mono" panose="020B0609030804020204" pitchFamily="49" charset="0"/>
                              <a:cs typeface="Noto Mono" panose="020B0609030804020204" pitchFamily="49" charset="0"/>
                            </a:rPr>
                            <m:t>.</m:t>
                          </m:r>
                          <m:r>
                            <m:rPr>
                              <m:nor/>
                            </m:rPr>
                            <a:rPr lang="en-US" b="0" i="0" kern="0" smtClean="0">
                              <a:solidFill>
                                <a:srgbClr val="546970"/>
                              </a:solidFill>
                              <a:latin typeface="Lucida Sans Typewriter" panose="020B0509030504030204" pitchFamily="49" charset="0"/>
                              <a:ea typeface="Noto Mono" panose="020B0609030804020204" pitchFamily="49" charset="0"/>
                              <a:cs typeface="Noto Mono" panose="020B0609030804020204" pitchFamily="49" charset="0"/>
                            </a:rPr>
                            <m:t>edu</m:t>
                          </m:r>
                          <m:r>
                            <m:rPr>
                              <m:nor/>
                            </m:rPr>
                            <a:rPr lang="en-US" b="0" i="0" kern="0" smtClean="0">
                              <a:solidFill>
                                <a:srgbClr val="546970"/>
                              </a:solidFill>
                              <a:latin typeface="Lucida Sans Typewriter" panose="020B0509030504030204" pitchFamily="49" charset="0"/>
                              <a:ea typeface="Noto Mono" panose="020B0609030804020204" pitchFamily="49" charset="0"/>
                              <a:cs typeface="Noto Mono" panose="020B0609030804020204" pitchFamily="49" charset="0"/>
                            </a:rPr>
                            <m:t>.,{</m:t>
                          </m:r>
                          <m:r>
                            <m:rPr>
                              <m:nor/>
                            </m:rPr>
                            <a:rPr lang="en-US" b="0" i="0" kern="0" smtClean="0">
                              <a:solidFill>
                                <a:srgbClr val="546970"/>
                              </a:solidFill>
                              <a:latin typeface="Lucida Sans Typewriter" panose="020B0509030504030204" pitchFamily="49" charset="0"/>
                              <a:ea typeface="Noto Mono" panose="020B0609030804020204" pitchFamily="49" charset="0"/>
                              <a:cs typeface="Noto Mono" panose="020B0609030804020204" pitchFamily="49" charset="0"/>
                            </a:rPr>
                            <m:t>A</m:t>
                          </m:r>
                          <m:r>
                            <m:rPr>
                              <m:nor/>
                            </m:rPr>
                            <a:rPr lang="en-US" b="0" i="0" kern="0" smtClean="0">
                              <a:solidFill>
                                <a:srgbClr val="546970"/>
                              </a:solidFill>
                              <a:latin typeface="Lucida Sans Typewriter" panose="020B0509030504030204" pitchFamily="49" charset="0"/>
                              <a:ea typeface="Noto Mono" panose="020B0609030804020204" pitchFamily="49" charset="0"/>
                              <a:cs typeface="Noto Mono" panose="020B0609030804020204" pitchFamily="49" charset="0"/>
                            </a:rPr>
                            <m:t>,</m:t>
                          </m:r>
                          <m:r>
                            <m:rPr>
                              <m:nor/>
                            </m:rPr>
                            <a:rPr lang="en-US" b="0" i="0" kern="0" smtClean="0">
                              <a:solidFill>
                                <a:srgbClr val="546970"/>
                              </a:solidFill>
                              <a:latin typeface="Lucida Sans Typewriter" panose="020B0509030504030204" pitchFamily="49" charset="0"/>
                              <a:ea typeface="Noto Mono" panose="020B0609030804020204" pitchFamily="49" charset="0"/>
                              <a:cs typeface="Noto Mono" panose="020B0609030804020204" pitchFamily="49" charset="0"/>
                            </a:rPr>
                            <m:t>NS</m:t>
                          </m:r>
                          <m:r>
                            <m:rPr>
                              <m:nor/>
                            </m:rPr>
                            <a:rPr lang="en-US" b="0" i="0" kern="0" smtClean="0">
                              <a:solidFill>
                                <a:srgbClr val="546970"/>
                              </a:solidFill>
                              <a:latin typeface="Lucida Sans Typewriter" panose="020B0509030504030204" pitchFamily="49" charset="0"/>
                              <a:ea typeface="Noto Mono" panose="020B0609030804020204" pitchFamily="49" charset="0"/>
                              <a:cs typeface="Noto Mono" panose="020B0609030804020204" pitchFamily="49" charset="0"/>
                            </a:rPr>
                            <m:t>,</m:t>
                          </m:r>
                          <m:r>
                            <m:rPr>
                              <m:nor/>
                            </m:rPr>
                            <a:rPr lang="en-US" b="0" i="0" kern="0" smtClean="0">
                              <a:solidFill>
                                <a:srgbClr val="546970"/>
                              </a:solidFill>
                              <a:latin typeface="Lucida Sans Typewriter" panose="020B0509030504030204" pitchFamily="49" charset="0"/>
                              <a:ea typeface="Noto Mono" panose="020B0609030804020204" pitchFamily="49" charset="0"/>
                              <a:cs typeface="Noto Mono" panose="020B0609030804020204" pitchFamily="49" charset="0"/>
                            </a:rPr>
                            <m:t>TXT</m:t>
                          </m:r>
                          <m:r>
                            <m:rPr>
                              <m:nor/>
                            </m:rPr>
                            <a:rPr lang="en-US" b="0" i="0" kern="0" smtClean="0">
                              <a:solidFill>
                                <a:srgbClr val="546970"/>
                              </a:solidFill>
                              <a:latin typeface="Lucida Sans Typewriter" panose="020B0509030504030204" pitchFamily="49" charset="0"/>
                              <a:ea typeface="Noto Mono" panose="020B0609030804020204" pitchFamily="49" charset="0"/>
                              <a:cs typeface="Noto Mono" panose="020B0609030804020204" pitchFamily="49" charset="0"/>
                            </a:rPr>
                            <m:t>}</m:t>
                          </m:r>
                        </m:e>
                      </m:d>
                    </m:oMath>
                  </m:oMathPara>
                </a14:m>
                <a:endParaRPr lang="en-US" b="0" kern="0" dirty="0">
                  <a:solidFill>
                    <a:srgbClr val="546970"/>
                  </a:solidFill>
                  <a:latin typeface="Lucida Sans Typewriter" panose="020B0509030504030204" pitchFamily="49" charset="0"/>
                  <a:ea typeface="Noto Mono" panose="020B0609030804020204" pitchFamily="49" charset="0"/>
                  <a:cs typeface="Noto Mono" panose="020B0609030804020204" pitchFamily="49" charset="0"/>
                </a:endParaRPr>
              </a:p>
              <a:p>
                <a:pPr>
                  <a:spcAft>
                    <a:spcPts val="500"/>
                  </a:spcAft>
                  <a:buClr>
                    <a:srgbClr val="619E64"/>
                  </a:buClr>
                  <a:buSzPct val="85000"/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kern="0" smtClean="0">
                          <a:solidFill>
                            <a:srgbClr val="F4F5F6"/>
                          </a:solidFill>
                          <a:latin typeface="Cambria Math" panose="02040503050406030204" pitchFamily="18" charset="0"/>
                          <a:ea typeface="Source Sans Pro" panose="020B0503030403020204" pitchFamily="34" charset="0"/>
                          <a:cs typeface="Calibri" panose="020F0502020204030204" pitchFamily="34" charset="0"/>
                        </a:rPr>
                        <m:t>𝑎</m:t>
                      </m:r>
                      <m:r>
                        <a:rPr lang="en-US" b="0" i="1" kern="0" smtClean="0">
                          <a:solidFill>
                            <a:srgbClr val="F4F5F6"/>
                          </a:solidFill>
                          <a:latin typeface="Cambria Math" panose="02040503050406030204" pitchFamily="18" charset="0"/>
                          <a:ea typeface="Source Sans Pro" panose="020B0503030403020204" pitchFamily="34" charset="0"/>
                          <a:cs typeface="Calibri" panose="020F0502020204030204" pitchFamily="34" charset="0"/>
                        </a:rPr>
                        <m:t>: ⟨</m:t>
                      </m:r>
                      <m:r>
                        <m:rPr>
                          <m:nor/>
                        </m:rPr>
                        <a:rPr lang="en-US" b="0" i="0" cap="small" smtClean="0">
                          <a:solidFill>
                            <a:srgbClr val="F4F5F6"/>
                          </a:solidFill>
                          <a:latin typeface="Noto Mono" panose="020B0609030804020204" pitchFamily="49" charset="0"/>
                          <a:ea typeface="Noto Mono" panose="020B0609030804020204" pitchFamily="49" charset="0"/>
                          <a:cs typeface="Noto Mono" panose="020B0609030804020204" pitchFamily="49" charset="0"/>
                        </a:rPr>
                        <m:t>NX</m:t>
                      </m:r>
                      <m:r>
                        <a:rPr lang="en-US" i="1">
                          <a:solidFill>
                            <a:srgbClr val="F4F5F6"/>
                          </a:solidFill>
                          <a:latin typeface="Cambria Math" panose="02040503050406030204" pitchFamily="18" charset="0"/>
                          <a:ea typeface="Source Sans Pro" panose="020B0503030403020204" pitchFamily="34" charset="0"/>
                        </a:rPr>
                        <m:t>, </m:t>
                      </m:r>
                      <m:r>
                        <a:rPr lang="en-US" b="0" i="1" smtClean="0">
                          <a:solidFill>
                            <a:srgbClr val="F4F5F6"/>
                          </a:solidFill>
                          <a:latin typeface="Cambria Math" panose="02040503050406030204" pitchFamily="18" charset="0"/>
                          <a:ea typeface="Source Sans Pro" panose="020B0503030403020204" pitchFamily="34" charset="0"/>
                        </a:rPr>
                        <m:t>∅⟩</m:t>
                      </m:r>
                    </m:oMath>
                  </m:oMathPara>
                </a14:m>
                <a:endParaRPr lang="en-US" kern="0" dirty="0">
                  <a:solidFill>
                    <a:srgbClr val="F4F5F6"/>
                  </a:solidFill>
                  <a:latin typeface="Noto Mono" panose="020B0609030804020204" pitchFamily="49" charset="0"/>
                  <a:ea typeface="Noto Mono" panose="020B0609030804020204" pitchFamily="49" charset="0"/>
                  <a:cs typeface="Noto Mono" panose="020B0609030804020204" pitchFamily="49" charset="0"/>
                </a:endParaRPr>
              </a:p>
            </p:txBody>
          </p:sp>
        </mc:Choice>
        <mc:Fallback>
          <p:sp>
            <p:nvSpPr>
              <p:cNvPr id="9" name="Rectangle: Rounded Corners 8">
                <a:extLst>
                  <a:ext uri="{FF2B5EF4-FFF2-40B4-BE49-F238E27FC236}">
                    <a16:creationId xmlns:a16="http://schemas.microsoft.com/office/drawing/2014/main" id="{BA8CC8A7-534A-430C-8314-67B393D691F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0" y="3228228"/>
                <a:ext cx="3665499" cy="1137270"/>
              </a:xfrm>
              <a:prstGeom prst="roundRect">
                <a:avLst>
                  <a:gd name="adj" fmla="val 4626"/>
                </a:avLst>
              </a:prstGeom>
              <a:blipFill>
                <a:blip r:embed="rId6"/>
                <a:stretch>
                  <a:fillRect/>
                </a:stretch>
              </a:blipFill>
              <a:ln w="19050">
                <a:solidFill>
                  <a:srgbClr val="70838B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D98BA2A3-38F3-4C8F-A961-2BB33AC7B217}"/>
              </a:ext>
            </a:extLst>
          </p:cNvPr>
          <p:cNvCxnSpPr>
            <a:cxnSpLocks/>
            <a:endCxn id="6" idx="0"/>
          </p:cNvCxnSpPr>
          <p:nvPr/>
        </p:nvCxnSpPr>
        <p:spPr>
          <a:xfrm flipH="1">
            <a:off x="2885190" y="2600350"/>
            <a:ext cx="2618298" cy="617567"/>
          </a:xfrm>
          <a:prstGeom prst="straightConnector1">
            <a:avLst/>
          </a:prstGeom>
          <a:ln w="28575">
            <a:solidFill>
              <a:srgbClr val="54697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61D046A1-ECE3-4792-83CD-967F193B2339}"/>
              </a:ext>
            </a:extLst>
          </p:cNvPr>
          <p:cNvCxnSpPr>
            <a:cxnSpLocks/>
            <a:endCxn id="9" idx="0"/>
          </p:cNvCxnSpPr>
          <p:nvPr/>
        </p:nvCxnSpPr>
        <p:spPr>
          <a:xfrm>
            <a:off x="5503488" y="2600350"/>
            <a:ext cx="2425262" cy="627878"/>
          </a:xfrm>
          <a:prstGeom prst="straightConnector1">
            <a:avLst/>
          </a:prstGeom>
          <a:ln w="28575">
            <a:solidFill>
              <a:srgbClr val="54697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" name="Table 31">
            <a:extLst>
              <a:ext uri="{FF2B5EF4-FFF2-40B4-BE49-F238E27FC236}">
                <a16:creationId xmlns:a16="http://schemas.microsoft.com/office/drawing/2014/main" id="{C2EB5C97-DC3C-4EBE-BF9C-052695E058E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75340417"/>
              </p:ext>
            </p:extLst>
          </p:nvPr>
        </p:nvGraphicFramePr>
        <p:xfrm>
          <a:off x="7566107" y="1239867"/>
          <a:ext cx="4555555" cy="1046544"/>
        </p:xfrm>
        <a:graphic>
          <a:graphicData uri="http://schemas.openxmlformats.org/drawingml/2006/table">
            <a:tbl>
              <a:tblPr firstRow="1" bandRow="1">
                <a:effectLst>
                  <a:outerShdw blurRad="50800" sx="101000" sy="101000" algn="ctr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681437">
                  <a:extLst>
                    <a:ext uri="{9D8B030D-6E8A-4147-A177-3AD203B41FA5}">
                      <a16:colId xmlns:a16="http://schemas.microsoft.com/office/drawing/2014/main" val="448935893"/>
                    </a:ext>
                  </a:extLst>
                </a:gridCol>
                <a:gridCol w="732702">
                  <a:extLst>
                    <a:ext uri="{9D8B030D-6E8A-4147-A177-3AD203B41FA5}">
                      <a16:colId xmlns:a16="http://schemas.microsoft.com/office/drawing/2014/main" val="3392558462"/>
                    </a:ext>
                  </a:extLst>
                </a:gridCol>
                <a:gridCol w="2141416">
                  <a:extLst>
                    <a:ext uri="{9D8B030D-6E8A-4147-A177-3AD203B41FA5}">
                      <a16:colId xmlns:a16="http://schemas.microsoft.com/office/drawing/2014/main" val="3314790156"/>
                    </a:ext>
                  </a:extLst>
                </a:gridCol>
              </a:tblGrid>
              <a:tr h="145588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657B83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Domain Name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FB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rgbClr val="657B83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Type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FB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rgbClr val="657B83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Data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FB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15431099"/>
                  </a:ext>
                </a:extLst>
              </a:tr>
              <a:tr h="326102"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rgbClr val="657B83"/>
                          </a:solidFill>
                          <a:latin typeface="Lucida Sans Typewriter" panose="020B0509030504030204" pitchFamily="49" charset="0"/>
                          <a:ea typeface="Noto Mono" panose="020B0609030804020204" pitchFamily="49" charset="0"/>
                          <a:cs typeface="Noto Mono" panose="020B0609030804020204" pitchFamily="49" charset="0"/>
                        </a:rPr>
                        <a:t>ucla.edu.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FB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657B83"/>
                          </a:solidFill>
                          <a:latin typeface="Lucida Sans Typewriter" panose="020B0509030504030204" pitchFamily="49" charset="0"/>
                          <a:ea typeface="Noto Mono" panose="020B0609030804020204" pitchFamily="49" charset="0"/>
                          <a:cs typeface="Noto Mono" panose="020B0609030804020204" pitchFamily="49" charset="0"/>
                        </a:rPr>
                        <a:t>SOA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FB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600" dirty="0">
                          <a:solidFill>
                            <a:srgbClr val="657B83"/>
                          </a:solidFill>
                          <a:latin typeface="Lucida Sans Typewriter" panose="020B0509030504030204" pitchFamily="49" charset="0"/>
                          <a:ea typeface="Noto Mono" panose="020B0609030804020204" pitchFamily="49" charset="0"/>
                          <a:cs typeface="Noto Mono" panose="020B0609030804020204" pitchFamily="49" charset="0"/>
                        </a:rPr>
                        <a:t>sb1.ucla.edu. …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FB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35477995"/>
                  </a:ext>
                </a:extLst>
              </a:tr>
              <a:tr h="326102">
                <a:tc>
                  <a:txBody>
                    <a:bodyPr/>
                    <a:lstStyle/>
                    <a:p>
                      <a:r>
                        <a:rPr lang="en-US" sz="1600">
                          <a:solidFill>
                            <a:srgbClr val="657B83"/>
                          </a:solidFill>
                          <a:latin typeface="Lucida Sans Typewriter" panose="020B0509030504030204" pitchFamily="49" charset="0"/>
                          <a:ea typeface="Noto Mono" panose="020B0609030804020204" pitchFamily="49" charset="0"/>
                          <a:cs typeface="Noto Mono" panose="020B0609030804020204" pitchFamily="49" charset="0"/>
                        </a:rPr>
                        <a:t>ucla.edu.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FB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solidFill>
                            <a:srgbClr val="657B83"/>
                          </a:solidFill>
                          <a:latin typeface="Lucida Sans Typewriter" panose="020B0509030504030204" pitchFamily="49" charset="0"/>
                          <a:ea typeface="Noto Mono" panose="020B0609030804020204" pitchFamily="49" charset="0"/>
                          <a:cs typeface="Noto Mono" panose="020B0609030804020204" pitchFamily="49" charset="0"/>
                        </a:rPr>
                        <a:t>A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FB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rgbClr val="657B83"/>
                          </a:solidFill>
                          <a:latin typeface="Lucida Sans Typewriter" panose="020B0509030504030204" pitchFamily="49" charset="0"/>
                          <a:ea typeface="Noto Mono" panose="020B0609030804020204" pitchFamily="49" charset="0"/>
                          <a:cs typeface="Noto Mono" panose="020B0609030804020204" pitchFamily="49" charset="0"/>
                        </a:rPr>
                        <a:t>128.97.27.37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FB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8576890"/>
                  </a:ext>
                </a:extLst>
              </a:tr>
            </a:tbl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18838252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FB8A0090-BA36-4635-8623-C8290B056046}"/>
              </a:ext>
            </a:extLst>
          </p:cNvPr>
          <p:cNvSpPr/>
          <p:nvPr/>
        </p:nvSpPr>
        <p:spPr>
          <a:xfrm flipV="1">
            <a:off x="4145001" y="886094"/>
            <a:ext cx="3901998" cy="27432"/>
          </a:xfrm>
          <a:prstGeom prst="roundRect">
            <a:avLst/>
          </a:prstGeom>
          <a:solidFill>
            <a:srgbClr val="26A69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Google Shape;65;p14">
            <a:extLst>
              <a:ext uri="{FF2B5EF4-FFF2-40B4-BE49-F238E27FC236}">
                <a16:creationId xmlns:a16="http://schemas.microsoft.com/office/drawing/2014/main" id="{A0AB3814-E878-461B-98D4-58473E244F06}"/>
              </a:ext>
            </a:extLst>
          </p:cNvPr>
          <p:cNvSpPr txBox="1">
            <a:spLocks/>
          </p:cNvSpPr>
          <p:nvPr/>
        </p:nvSpPr>
        <p:spPr>
          <a:xfrm>
            <a:off x="2350924" y="209319"/>
            <a:ext cx="7490152" cy="800179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121900" tIns="121900" rIns="121900" bIns="12190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 b="0" i="0" u="none" strike="noStrike" cap="non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 b="0" i="0" u="none" strike="noStrike" cap="non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 b="0" i="0" u="none" strike="noStrike" cap="non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 b="0" i="0" u="none" strike="noStrike" cap="non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 b="0" i="0" u="none" strike="noStrike" cap="non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 b="0" i="0" u="none" strike="noStrike" cap="non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 b="0" i="0" u="none" strike="noStrike" cap="non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 b="0" i="0" u="none" strike="noStrike" cap="non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 b="0" i="0" u="none" strike="noStrike" cap="non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9pPr>
          </a:lstStyle>
          <a:p>
            <a:pPr defTabSz="914400"/>
            <a:r>
              <a:rPr lang="en-US" sz="3600" b="1" kern="0">
                <a:solidFill>
                  <a:srgbClr val="546970"/>
                </a:solidFill>
                <a:latin typeface="Bookman Old Style" panose="02050604050505020204" pitchFamily="18" charset="0"/>
              </a:rPr>
              <a:t>Interpretation Graph Example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Rectangle: Rounded Corners 7">
                <a:extLst>
                  <a:ext uri="{FF2B5EF4-FFF2-40B4-BE49-F238E27FC236}">
                    <a16:creationId xmlns:a16="http://schemas.microsoft.com/office/drawing/2014/main" id="{C48325F7-6294-4E56-BF88-EC2D19AFAE76}"/>
                  </a:ext>
                </a:extLst>
              </p:cNvPr>
              <p:cNvSpPr/>
              <p:nvPr/>
            </p:nvSpPr>
            <p:spPr>
              <a:xfrm>
                <a:off x="3644068" y="1463080"/>
                <a:ext cx="3718839" cy="1137270"/>
              </a:xfrm>
              <a:prstGeom prst="roundRect">
                <a:avLst>
                  <a:gd name="adj" fmla="val 4626"/>
                </a:avLst>
              </a:prstGeom>
              <a:solidFill>
                <a:srgbClr val="F4F5F6"/>
              </a:solidFill>
              <a:ln w="19050">
                <a:solidFill>
                  <a:srgbClr val="70838B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wrap="square" rtlCol="0" anchor="ctr">
                <a:spAutoFit/>
              </a:bodyPr>
              <a:lstStyle/>
              <a:p>
                <a:pPr>
                  <a:lnSpc>
                    <a:spcPct val="100000"/>
                  </a:lnSpc>
                  <a:spcAft>
                    <a:spcPts val="500"/>
                  </a:spcAft>
                  <a:buClr>
                    <a:srgbClr val="619E64"/>
                  </a:buClr>
                  <a:buSzPct val="85000"/>
                  <a:defRPr/>
                </a:pPr>
                <a14:m>
                  <m:oMath xmlns:m="http://schemas.openxmlformats.org/officeDocument/2006/math">
                    <m:r>
                      <a:rPr lang="en-US" b="0" i="1" kern="0" smtClean="0">
                        <a:solidFill>
                          <a:srgbClr val="546970"/>
                        </a:solidFill>
                        <a:latin typeface="Cambria Math" panose="02040503050406030204" pitchFamily="18" charset="0"/>
                        <a:ea typeface="Source Sans Pro" panose="020B0503030403020204" pitchFamily="34" charset="0"/>
                        <a:cs typeface="Calibri" panose="020F0502020204030204" pitchFamily="34" charset="0"/>
                      </a:rPr>
                      <m:t>𝑠</m:t>
                    </m:r>
                    <m:r>
                      <a:rPr lang="en-US" b="0" i="1" kern="0" smtClean="0">
                        <a:solidFill>
                          <a:srgbClr val="546970"/>
                        </a:solidFill>
                        <a:latin typeface="Cambria Math" panose="02040503050406030204" pitchFamily="18" charset="0"/>
                        <a:ea typeface="Source Sans Pro" panose="020B0503030403020204" pitchFamily="34" charset="0"/>
                        <a:cs typeface="Calibri" panose="020F0502020204030204" pitchFamily="34" charset="0"/>
                      </a:rPr>
                      <m:t>:</m:t>
                    </m:r>
                  </m:oMath>
                </a14:m>
                <a:r>
                  <a:rPr lang="en-US" kern="0" dirty="0">
                    <a:solidFill>
                      <a:srgbClr val="546970"/>
                    </a:solidFill>
                    <a:latin typeface="Noto Mono" panose="020B0609030804020204" pitchFamily="49" charset="0"/>
                    <a:ea typeface="Noto Mono" panose="020B0609030804020204" pitchFamily="49" charset="0"/>
                    <a:cs typeface="Noto Mono" panose="020B0609030804020204" pitchFamily="49" charset="0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b="0" i="0" kern="0" smtClean="0">
                        <a:solidFill>
                          <a:srgbClr val="546970"/>
                        </a:solidFill>
                        <a:latin typeface="Lucida Sans Typewriter" panose="020B0509030504030204" pitchFamily="49" charset="0"/>
                        <a:ea typeface="Noto Mono" panose="020B0609030804020204" pitchFamily="49" charset="0"/>
                        <a:cs typeface="Noto Mono" panose="020B0609030804020204" pitchFamily="49" charset="0"/>
                      </a:rPr>
                      <m:t>a</m:t>
                    </m:r>
                    <m:r>
                      <m:rPr>
                        <m:nor/>
                      </m:rPr>
                      <a:rPr lang="en-US" b="0" i="0" kern="0" smtClean="0">
                        <a:solidFill>
                          <a:srgbClr val="546970"/>
                        </a:solidFill>
                        <a:latin typeface="Lucida Sans Typewriter" panose="020B0509030504030204" pitchFamily="49" charset="0"/>
                        <a:ea typeface="Noto Mono" panose="020B0609030804020204" pitchFamily="49" charset="0"/>
                        <a:cs typeface="Noto Mono" panose="020B0609030804020204" pitchFamily="49" charset="0"/>
                      </a:rPr>
                      <m:t>.</m:t>
                    </m:r>
                    <m:r>
                      <m:rPr>
                        <m:nor/>
                      </m:rPr>
                      <a:rPr lang="en-US" b="0" i="0" kern="0" smtClean="0">
                        <a:solidFill>
                          <a:srgbClr val="546970"/>
                        </a:solidFill>
                        <a:latin typeface="Lucida Sans Typewriter" panose="020B0509030504030204" pitchFamily="49" charset="0"/>
                        <a:ea typeface="Noto Mono" panose="020B0609030804020204" pitchFamily="49" charset="0"/>
                        <a:cs typeface="Noto Mono" panose="020B0609030804020204" pitchFamily="49" charset="0"/>
                      </a:rPr>
                      <m:t>edu</m:t>
                    </m:r>
                    <m:r>
                      <m:rPr>
                        <m:nor/>
                      </m:rPr>
                      <a:rPr lang="en-US" b="0" i="0" kern="0" smtClean="0">
                        <a:solidFill>
                          <a:srgbClr val="546970"/>
                        </a:solidFill>
                        <a:latin typeface="Lucida Sans Typewriter" panose="020B0509030504030204" pitchFamily="49" charset="0"/>
                        <a:ea typeface="Noto Mono" panose="020B0609030804020204" pitchFamily="49" charset="0"/>
                        <a:cs typeface="Noto Mono" panose="020B0609030804020204" pitchFamily="49" charset="0"/>
                      </a:rPr>
                      <m:t>.</m:t>
                    </m:r>
                    <m:r>
                      <m:rPr>
                        <m:nor/>
                      </m:rPr>
                      <a:rPr lang="en-US" b="0" i="0" kern="0" smtClean="0">
                        <a:solidFill>
                          <a:srgbClr val="546970"/>
                        </a:solidFill>
                        <a:latin typeface="Lucida Sans Typewriter" panose="020B0509030504030204" pitchFamily="49" charset="0"/>
                        <a:ea typeface="Noto Mono" panose="020B0609030804020204" pitchFamily="49" charset="0"/>
                        <a:cs typeface="Noto Mono" panose="020B0609030804020204" pitchFamily="49" charset="0"/>
                      </a:rPr>
                      <m:t>net</m:t>
                    </m:r>
                  </m:oMath>
                </a14:m>
                <a:r>
                  <a:rPr lang="en-US" kern="0" dirty="0">
                    <a:solidFill>
                      <a:srgbClr val="546970"/>
                    </a:solidFill>
                    <a:latin typeface="Lucida Sans Typewriter" panose="020B0509030504030204" pitchFamily="49" charset="0"/>
                    <a:ea typeface="Noto Mono" panose="020B0609030804020204" pitchFamily="49" charset="0"/>
                    <a:cs typeface="Noto Mono" panose="020B0609030804020204" pitchFamily="49" charset="0"/>
                  </a:rPr>
                  <a:t>.</a:t>
                </a:r>
              </a:p>
              <a:p>
                <a:pPr>
                  <a:lnSpc>
                    <a:spcPct val="100000"/>
                  </a:lnSpc>
                  <a:spcAft>
                    <a:spcPts val="500"/>
                  </a:spcAft>
                  <a:buClr>
                    <a:srgbClr val="619E64"/>
                  </a:buClr>
                  <a:buSzPct val="85000"/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kern="0" smtClean="0">
                          <a:solidFill>
                            <a:srgbClr val="546970"/>
                          </a:solidFill>
                          <a:latin typeface="Cambria Math" panose="02040503050406030204" pitchFamily="18" charset="0"/>
                          <a:ea typeface="Source Sans Pro" panose="020B0503030403020204" pitchFamily="34" charset="0"/>
                          <a:cs typeface="Calibri" panose="020F0502020204030204" pitchFamily="34" charset="0"/>
                        </a:rPr>
                        <m:t>𝑞</m:t>
                      </m:r>
                      <m:r>
                        <a:rPr lang="en-US" b="0" i="1" kern="0" smtClean="0">
                          <a:solidFill>
                            <a:srgbClr val="546970"/>
                          </a:solidFill>
                          <a:latin typeface="Cambria Math" panose="02040503050406030204" pitchFamily="18" charset="0"/>
                          <a:ea typeface="Source Sans Pro" panose="020B0503030403020204" pitchFamily="34" charset="0"/>
                          <a:cs typeface="Calibri" panose="020F0502020204030204" pitchFamily="34" charset="0"/>
                        </a:rPr>
                        <m:t>: </m:t>
                      </m:r>
                      <m:d>
                        <m:dPr>
                          <m:begChr m:val="⟨"/>
                          <m:endChr m:val="〉"/>
                          <m:ctrlPr>
                            <a:rPr lang="en-US" b="0" i="1" kern="0" smtClean="0">
                              <a:solidFill>
                                <a:srgbClr val="546970"/>
                              </a:solidFill>
                              <a:latin typeface="Cambria Math" panose="02040503050406030204" pitchFamily="18" charset="0"/>
                              <a:ea typeface="Source Sans Pro" panose="020B0503030403020204" pitchFamily="34" charset="0"/>
                              <a:cs typeface="Calibri" panose="020F0502020204030204" pitchFamily="34" charset="0"/>
                            </a:rPr>
                          </m:ctrlPr>
                        </m:dPr>
                        <m:e>
                          <m:r>
                            <a:rPr lang="en-US" b="0" i="1" kern="0" smtClean="0">
                              <a:solidFill>
                                <a:srgbClr val="546970"/>
                              </a:solidFill>
                              <a:latin typeface="Cambria Math" panose="02040503050406030204" pitchFamily="18" charset="0"/>
                              <a:ea typeface="Source Sans Pro" panose="020B0503030403020204" pitchFamily="34" charset="0"/>
                              <a:cs typeface="Calibri" panose="020F0502020204030204" pitchFamily="34" charset="0"/>
                            </a:rPr>
                            <m:t> </m:t>
                          </m:r>
                          <m:r>
                            <a:rPr lang="en-US" b="0" i="1" kern="0" smtClean="0">
                              <a:solidFill>
                                <a:srgbClr val="546970"/>
                              </a:solidFill>
                              <a:latin typeface="Cambria Math" panose="02040503050406030204" pitchFamily="18" charset="0"/>
                              <a:ea typeface="Source Sans Pro" panose="020B0503030403020204" pitchFamily="34" charset="0"/>
                              <a:cs typeface="Calibri" panose="020F0502020204030204" pitchFamily="34" charset="0"/>
                            </a:rPr>
                            <m:t>𝛼</m:t>
                          </m:r>
                          <m:r>
                            <m:rPr>
                              <m:nor/>
                            </m:rPr>
                            <a:rPr lang="en-US" b="0" i="0" kern="0" smtClean="0">
                              <a:solidFill>
                                <a:srgbClr val="546970"/>
                              </a:solidFill>
                              <a:latin typeface="Lucida Sans Typewriter" panose="020B0509030504030204" pitchFamily="49" charset="0"/>
                              <a:ea typeface="Noto Mono" panose="020B0609030804020204" pitchFamily="49" charset="0"/>
                              <a:cs typeface="Noto Mono" panose="020B0609030804020204" pitchFamily="49" charset="0"/>
                            </a:rPr>
                            <m:t>.</m:t>
                          </m:r>
                          <m:r>
                            <m:rPr>
                              <m:nor/>
                            </m:rPr>
                            <a:rPr lang="en-US" b="0" i="0" kern="0" smtClean="0">
                              <a:solidFill>
                                <a:srgbClr val="546970"/>
                              </a:solidFill>
                              <a:latin typeface="Lucida Sans Typewriter" panose="020B0509030504030204" pitchFamily="49" charset="0"/>
                              <a:ea typeface="Noto Mono" panose="020B0609030804020204" pitchFamily="49" charset="0"/>
                              <a:cs typeface="Noto Mono" panose="020B0609030804020204" pitchFamily="49" charset="0"/>
                            </a:rPr>
                            <m:t>ucla</m:t>
                          </m:r>
                          <m:r>
                            <m:rPr>
                              <m:nor/>
                            </m:rPr>
                            <a:rPr lang="en-US" b="0" i="0" kern="0" smtClean="0">
                              <a:solidFill>
                                <a:srgbClr val="546970"/>
                              </a:solidFill>
                              <a:latin typeface="Lucida Sans Typewriter" panose="020B0509030504030204" pitchFamily="49" charset="0"/>
                              <a:ea typeface="Noto Mono" panose="020B0609030804020204" pitchFamily="49" charset="0"/>
                              <a:cs typeface="Noto Mono" panose="020B0609030804020204" pitchFamily="49" charset="0"/>
                            </a:rPr>
                            <m:t>.</m:t>
                          </m:r>
                          <m:r>
                            <m:rPr>
                              <m:nor/>
                            </m:rPr>
                            <a:rPr lang="en-US" b="0" i="0" kern="0" smtClean="0">
                              <a:solidFill>
                                <a:srgbClr val="546970"/>
                              </a:solidFill>
                              <a:latin typeface="Lucida Sans Typewriter" panose="020B0509030504030204" pitchFamily="49" charset="0"/>
                              <a:ea typeface="Noto Mono" panose="020B0609030804020204" pitchFamily="49" charset="0"/>
                              <a:cs typeface="Noto Mono" panose="020B0609030804020204" pitchFamily="49" charset="0"/>
                            </a:rPr>
                            <m:t>edu</m:t>
                          </m:r>
                          <m:r>
                            <m:rPr>
                              <m:nor/>
                            </m:rPr>
                            <a:rPr lang="en-US" b="0" i="0" kern="0" smtClean="0">
                              <a:solidFill>
                                <a:srgbClr val="546970"/>
                              </a:solidFill>
                              <a:latin typeface="Lucida Sans Typewriter" panose="020B0509030504030204" pitchFamily="49" charset="0"/>
                              <a:ea typeface="Noto Mono" panose="020B0609030804020204" pitchFamily="49" charset="0"/>
                              <a:cs typeface="Noto Mono" panose="020B0609030804020204" pitchFamily="49" charset="0"/>
                            </a:rPr>
                            <m:t>.,{</m:t>
                          </m:r>
                          <m:r>
                            <m:rPr>
                              <m:nor/>
                            </m:rPr>
                            <a:rPr lang="en-US" b="0" i="0" kern="0" smtClean="0">
                              <a:solidFill>
                                <a:srgbClr val="546970"/>
                              </a:solidFill>
                              <a:latin typeface="Lucida Sans Typewriter" panose="020B0509030504030204" pitchFamily="49" charset="0"/>
                              <a:ea typeface="Noto Mono" panose="020B0609030804020204" pitchFamily="49" charset="0"/>
                              <a:cs typeface="Noto Mono" panose="020B0609030804020204" pitchFamily="49" charset="0"/>
                            </a:rPr>
                            <m:t>A</m:t>
                          </m:r>
                          <m:r>
                            <m:rPr>
                              <m:nor/>
                            </m:rPr>
                            <a:rPr lang="en-US" b="0" i="0" kern="0" smtClean="0">
                              <a:solidFill>
                                <a:srgbClr val="546970"/>
                              </a:solidFill>
                              <a:latin typeface="Lucida Sans Typewriter" panose="020B0509030504030204" pitchFamily="49" charset="0"/>
                              <a:ea typeface="Noto Mono" panose="020B0609030804020204" pitchFamily="49" charset="0"/>
                              <a:cs typeface="Noto Mono" panose="020B0609030804020204" pitchFamily="49" charset="0"/>
                            </a:rPr>
                            <m:t>,</m:t>
                          </m:r>
                          <m:r>
                            <m:rPr>
                              <m:nor/>
                            </m:rPr>
                            <a:rPr lang="en-US" b="0" i="0" kern="0" smtClean="0">
                              <a:solidFill>
                                <a:srgbClr val="546970"/>
                              </a:solidFill>
                              <a:latin typeface="Lucida Sans Typewriter" panose="020B0509030504030204" pitchFamily="49" charset="0"/>
                              <a:ea typeface="Noto Mono" panose="020B0609030804020204" pitchFamily="49" charset="0"/>
                              <a:cs typeface="Noto Mono" panose="020B0609030804020204" pitchFamily="49" charset="0"/>
                            </a:rPr>
                            <m:t>NS</m:t>
                          </m:r>
                          <m:r>
                            <m:rPr>
                              <m:nor/>
                            </m:rPr>
                            <a:rPr lang="en-US" b="0" i="0" kern="0" smtClean="0">
                              <a:solidFill>
                                <a:srgbClr val="546970"/>
                              </a:solidFill>
                              <a:latin typeface="Lucida Sans Typewriter" panose="020B0509030504030204" pitchFamily="49" charset="0"/>
                              <a:ea typeface="Noto Mono" panose="020B0609030804020204" pitchFamily="49" charset="0"/>
                              <a:cs typeface="Noto Mono" panose="020B0609030804020204" pitchFamily="49" charset="0"/>
                            </a:rPr>
                            <m:t>,</m:t>
                          </m:r>
                          <m:r>
                            <m:rPr>
                              <m:nor/>
                            </m:rPr>
                            <a:rPr lang="en-US" b="0" i="0" kern="0" smtClean="0">
                              <a:solidFill>
                                <a:srgbClr val="546970"/>
                              </a:solidFill>
                              <a:latin typeface="Lucida Sans Typewriter" panose="020B0509030504030204" pitchFamily="49" charset="0"/>
                              <a:ea typeface="Noto Mono" panose="020B0609030804020204" pitchFamily="49" charset="0"/>
                              <a:cs typeface="Noto Mono" panose="020B0609030804020204" pitchFamily="49" charset="0"/>
                            </a:rPr>
                            <m:t>TXT</m:t>
                          </m:r>
                          <m:r>
                            <m:rPr>
                              <m:nor/>
                            </m:rPr>
                            <a:rPr lang="en-US" b="0" i="0" kern="0" smtClean="0">
                              <a:solidFill>
                                <a:srgbClr val="546970"/>
                              </a:solidFill>
                              <a:latin typeface="Lucida Sans Typewriter" panose="020B0509030504030204" pitchFamily="49" charset="0"/>
                              <a:ea typeface="Noto Mono" panose="020B0609030804020204" pitchFamily="49" charset="0"/>
                              <a:cs typeface="Noto Mono" panose="020B0609030804020204" pitchFamily="49" charset="0"/>
                            </a:rPr>
                            <m:t>}</m:t>
                          </m:r>
                        </m:e>
                      </m:d>
                    </m:oMath>
                  </m:oMathPara>
                </a14:m>
                <a:endParaRPr lang="en-US" b="0" kern="0" dirty="0">
                  <a:solidFill>
                    <a:srgbClr val="546970"/>
                  </a:solidFill>
                  <a:latin typeface="Lucida Sans Typewriter" panose="020B0509030504030204" pitchFamily="49" charset="0"/>
                  <a:ea typeface="Noto Mono" panose="020B0609030804020204" pitchFamily="49" charset="0"/>
                  <a:cs typeface="Noto Mono" panose="020B0609030804020204" pitchFamily="49" charset="0"/>
                </a:endParaRPr>
              </a:p>
              <a:p>
                <a:pPr>
                  <a:spcAft>
                    <a:spcPts val="500"/>
                  </a:spcAft>
                  <a:buClr>
                    <a:srgbClr val="619E64"/>
                  </a:buClr>
                  <a:buSzPct val="85000"/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kern="0" smtClean="0">
                          <a:solidFill>
                            <a:srgbClr val="546970"/>
                          </a:solidFill>
                          <a:latin typeface="Cambria Math" panose="02040503050406030204" pitchFamily="18" charset="0"/>
                          <a:ea typeface="Source Sans Pro" panose="020B0503030403020204" pitchFamily="34" charset="0"/>
                          <a:cs typeface="Calibri" panose="020F0502020204030204" pitchFamily="34" charset="0"/>
                        </a:rPr>
                        <m:t>𝑎</m:t>
                      </m:r>
                      <m:r>
                        <a:rPr lang="en-US" b="0" i="1" kern="0" smtClean="0">
                          <a:solidFill>
                            <a:srgbClr val="546970"/>
                          </a:solidFill>
                          <a:latin typeface="Cambria Math" panose="02040503050406030204" pitchFamily="18" charset="0"/>
                          <a:ea typeface="Source Sans Pro" panose="020B0503030403020204" pitchFamily="34" charset="0"/>
                          <a:cs typeface="Calibri" panose="020F0502020204030204" pitchFamily="34" charset="0"/>
                        </a:rPr>
                        <m:t>: ⟨</m:t>
                      </m:r>
                      <m:r>
                        <m:rPr>
                          <m:nor/>
                        </m:rPr>
                        <a:rPr lang="en-US" cap="small">
                          <a:solidFill>
                            <a:srgbClr val="546970"/>
                          </a:solidFill>
                          <a:latin typeface="Noto Mono" panose="020B0609030804020204" pitchFamily="49" charset="0"/>
                          <a:ea typeface="Noto Mono" panose="020B0609030804020204" pitchFamily="49" charset="0"/>
                          <a:cs typeface="Noto Mono" panose="020B0609030804020204" pitchFamily="49" charset="0"/>
                        </a:rPr>
                        <m:t>Ref</m:t>
                      </m:r>
                      <m:r>
                        <a:rPr lang="en-US" i="1">
                          <a:solidFill>
                            <a:srgbClr val="546970"/>
                          </a:solidFill>
                          <a:latin typeface="Cambria Math" panose="02040503050406030204" pitchFamily="18" charset="0"/>
                          <a:ea typeface="Source Sans Pro" panose="020B0503030403020204" pitchFamily="34" charset="0"/>
                        </a:rPr>
                        <m:t>, </m:t>
                      </m:r>
                      <m:r>
                        <a:rPr lang="en-US" b="0" i="1" smtClean="0">
                          <a:solidFill>
                            <a:srgbClr val="546970"/>
                          </a:solidFill>
                          <a:latin typeface="Cambria Math" panose="02040503050406030204" pitchFamily="18" charset="0"/>
                          <a:ea typeface="Source Sans Pro" panose="020B0503030403020204" pitchFamily="34" charset="0"/>
                        </a:rPr>
                        <m:t>{</m:t>
                      </m:r>
                      <m:r>
                        <m:rPr>
                          <m:nor/>
                        </m:rPr>
                        <a:rPr lang="en-US" b="0" i="0" smtClean="0">
                          <a:solidFill>
                            <a:srgbClr val="546970"/>
                          </a:solidFill>
                          <a:latin typeface="Lucida Sans Typewriter" panose="020B0509030504030204" pitchFamily="49" charset="0"/>
                          <a:ea typeface="Noto Mono" panose="020B0609030804020204" pitchFamily="49" charset="0"/>
                          <a:cs typeface="Noto Mono" panose="020B0609030804020204" pitchFamily="49" charset="0"/>
                        </a:rPr>
                        <m:t>ns</m:t>
                      </m:r>
                      <m:r>
                        <m:rPr>
                          <m:nor/>
                        </m:rPr>
                        <a:rPr lang="en-US" b="0" i="0" smtClean="0">
                          <a:solidFill>
                            <a:srgbClr val="546970"/>
                          </a:solidFill>
                          <a:latin typeface="Lucida Sans Typewriter" panose="020B0509030504030204" pitchFamily="49" charset="0"/>
                          <a:ea typeface="Noto Mono" panose="020B0609030804020204" pitchFamily="49" charset="0"/>
                          <a:cs typeface="Noto Mono" panose="020B0609030804020204" pitchFamily="49" charset="0"/>
                        </a:rPr>
                        <m:t>1.</m:t>
                      </m:r>
                      <m:r>
                        <m:rPr>
                          <m:nor/>
                        </m:rPr>
                        <a:rPr lang="en-US" b="0" i="0" smtClean="0">
                          <a:solidFill>
                            <a:srgbClr val="546970"/>
                          </a:solidFill>
                          <a:latin typeface="Lucida Sans Typewriter" panose="020B0509030504030204" pitchFamily="49" charset="0"/>
                          <a:ea typeface="Noto Mono" panose="020B0609030804020204" pitchFamily="49" charset="0"/>
                          <a:cs typeface="Noto Mono" panose="020B0609030804020204" pitchFamily="49" charset="0"/>
                        </a:rPr>
                        <m:t>edu</m:t>
                      </m:r>
                      <m:r>
                        <m:rPr>
                          <m:nor/>
                        </m:rPr>
                        <a:rPr lang="en-US" b="0" i="0" smtClean="0">
                          <a:solidFill>
                            <a:srgbClr val="546970"/>
                          </a:solidFill>
                          <a:latin typeface="Lucida Sans Typewriter" panose="020B0509030504030204" pitchFamily="49" charset="0"/>
                          <a:ea typeface="Noto Mono" panose="020B0609030804020204" pitchFamily="49" charset="0"/>
                          <a:cs typeface="Noto Mono" panose="020B0609030804020204" pitchFamily="49" charset="0"/>
                        </a:rPr>
                        <m:t>.,</m:t>
                      </m:r>
                      <m:r>
                        <m:rPr>
                          <m:nor/>
                        </m:rPr>
                        <a:rPr lang="en-US" b="0" i="0" smtClean="0">
                          <a:solidFill>
                            <a:srgbClr val="546970"/>
                          </a:solidFill>
                          <a:latin typeface="Lucida Sans Typewriter" panose="020B0509030504030204" pitchFamily="49" charset="0"/>
                          <a:ea typeface="Noto Mono" panose="020B0609030804020204" pitchFamily="49" charset="0"/>
                          <a:cs typeface="Noto Mono" panose="020B0609030804020204" pitchFamily="49" charset="0"/>
                        </a:rPr>
                        <m:t>ns</m:t>
                      </m:r>
                      <m:r>
                        <m:rPr>
                          <m:nor/>
                        </m:rPr>
                        <a:rPr lang="en-US" b="0" i="0" smtClean="0">
                          <a:solidFill>
                            <a:srgbClr val="546970"/>
                          </a:solidFill>
                          <a:latin typeface="Lucida Sans Typewriter" panose="020B0509030504030204" pitchFamily="49" charset="0"/>
                          <a:ea typeface="Noto Mono" panose="020B0609030804020204" pitchFamily="49" charset="0"/>
                          <a:cs typeface="Noto Mono" panose="020B0609030804020204" pitchFamily="49" charset="0"/>
                        </a:rPr>
                        <m:t>2.</m:t>
                      </m:r>
                      <m:r>
                        <m:rPr>
                          <m:nor/>
                        </m:rPr>
                        <a:rPr lang="en-US" b="0" i="0" smtClean="0">
                          <a:solidFill>
                            <a:srgbClr val="546970"/>
                          </a:solidFill>
                          <a:latin typeface="Lucida Sans Typewriter" panose="020B0509030504030204" pitchFamily="49" charset="0"/>
                          <a:ea typeface="Noto Mono" panose="020B0609030804020204" pitchFamily="49" charset="0"/>
                          <a:cs typeface="Noto Mono" panose="020B0609030804020204" pitchFamily="49" charset="0"/>
                        </a:rPr>
                        <m:t>edu</m:t>
                      </m:r>
                      <m:r>
                        <m:rPr>
                          <m:nor/>
                        </m:rPr>
                        <a:rPr lang="en-US" b="0" i="0" smtClean="0">
                          <a:solidFill>
                            <a:srgbClr val="546970"/>
                          </a:solidFill>
                          <a:latin typeface="Lucida Sans Typewriter" panose="020B0509030504030204" pitchFamily="49" charset="0"/>
                          <a:ea typeface="Noto Mono" panose="020B0609030804020204" pitchFamily="49" charset="0"/>
                          <a:cs typeface="Noto Mono" panose="020B0609030804020204" pitchFamily="49" charset="0"/>
                        </a:rPr>
                        <m:t>.</m:t>
                      </m:r>
                      <m:r>
                        <a:rPr lang="en-US" b="0" i="1" smtClean="0">
                          <a:solidFill>
                            <a:srgbClr val="546970"/>
                          </a:solidFill>
                          <a:latin typeface="Cambria Math" panose="02040503050406030204" pitchFamily="18" charset="0"/>
                          <a:ea typeface="Source Sans Pro" panose="020B0503030403020204" pitchFamily="34" charset="0"/>
                        </a:rPr>
                        <m:t>}⟩</m:t>
                      </m:r>
                    </m:oMath>
                  </m:oMathPara>
                </a14:m>
                <a:endParaRPr lang="en-US" kern="0" dirty="0">
                  <a:solidFill>
                    <a:srgbClr val="546970"/>
                  </a:solidFill>
                  <a:latin typeface="Noto Mono" panose="020B0609030804020204" pitchFamily="49" charset="0"/>
                  <a:ea typeface="Noto Mono" panose="020B0609030804020204" pitchFamily="49" charset="0"/>
                  <a:cs typeface="Noto Mono" panose="020B0609030804020204" pitchFamily="49" charset="0"/>
                </a:endParaRPr>
              </a:p>
            </p:txBody>
          </p:sp>
        </mc:Choice>
        <mc:Fallback>
          <p:sp>
            <p:nvSpPr>
              <p:cNvPr id="8" name="Rectangle: Rounded Corners 7">
                <a:extLst>
                  <a:ext uri="{FF2B5EF4-FFF2-40B4-BE49-F238E27FC236}">
                    <a16:creationId xmlns:a16="http://schemas.microsoft.com/office/drawing/2014/main" id="{C48325F7-6294-4E56-BF88-EC2D19AFAE7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44068" y="1463080"/>
                <a:ext cx="3718839" cy="1137270"/>
              </a:xfrm>
              <a:prstGeom prst="roundRect">
                <a:avLst>
                  <a:gd name="adj" fmla="val 4626"/>
                </a:avLst>
              </a:prstGeom>
              <a:blipFill>
                <a:blip r:embed="rId4"/>
                <a:stretch>
                  <a:fillRect/>
                </a:stretch>
              </a:blipFill>
              <a:ln w="19050">
                <a:solidFill>
                  <a:srgbClr val="70838B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Rectangle: Rounded Corners 5">
                <a:extLst>
                  <a:ext uri="{FF2B5EF4-FFF2-40B4-BE49-F238E27FC236}">
                    <a16:creationId xmlns:a16="http://schemas.microsoft.com/office/drawing/2014/main" id="{EE21784F-6AFD-492F-A425-308A5200A648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271390" y="3217917"/>
                <a:ext cx="5227599" cy="1137270"/>
              </a:xfrm>
              <a:prstGeom prst="roundRect">
                <a:avLst>
                  <a:gd name="adj" fmla="val 4626"/>
                </a:avLst>
              </a:prstGeom>
              <a:solidFill>
                <a:srgbClr val="F4F5F6"/>
              </a:solidFill>
              <a:ln w="19050">
                <a:solidFill>
                  <a:srgbClr val="70838B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>
                  <a:spcAft>
                    <a:spcPts val="500"/>
                  </a:spcAft>
                  <a:buClr>
                    <a:srgbClr val="619E64"/>
                  </a:buClr>
                  <a:buSzPct val="85000"/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kern="0" smtClean="0">
                          <a:solidFill>
                            <a:srgbClr val="546970"/>
                          </a:solidFill>
                          <a:latin typeface="Cambria Math" panose="02040503050406030204" pitchFamily="18" charset="0"/>
                          <a:ea typeface="Source Sans Pro" panose="020B0503030403020204" pitchFamily="34" charset="0"/>
                          <a:cs typeface="Calibri" panose="020F0502020204030204" pitchFamily="34" charset="0"/>
                        </a:rPr>
                        <m:t>𝑠</m:t>
                      </m:r>
                      <m:r>
                        <a:rPr lang="en-US" b="0" i="1" kern="0" smtClean="0">
                          <a:solidFill>
                            <a:srgbClr val="546970"/>
                          </a:solidFill>
                          <a:latin typeface="Cambria Math" panose="02040503050406030204" pitchFamily="18" charset="0"/>
                          <a:ea typeface="Source Sans Pro" panose="020B0503030403020204" pitchFamily="34" charset="0"/>
                          <a:cs typeface="Calibri" panose="020F0502020204030204" pitchFamily="34" charset="0"/>
                        </a:rPr>
                        <m:t>: </m:t>
                      </m:r>
                      <m:r>
                        <m:rPr>
                          <m:nor/>
                        </m:rPr>
                        <a:rPr lang="en-US" b="0" i="0" kern="0" smtClean="0">
                          <a:solidFill>
                            <a:srgbClr val="546970"/>
                          </a:solidFill>
                          <a:latin typeface="Lucida Sans Typewriter" panose="020B0509030504030204" pitchFamily="49" charset="0"/>
                          <a:ea typeface="Noto Mono" panose="020B0609030804020204" pitchFamily="49" charset="0"/>
                          <a:cs typeface="Noto Mono" panose="020B0609030804020204" pitchFamily="49" charset="0"/>
                        </a:rPr>
                        <m:t>ns</m:t>
                      </m:r>
                      <m:r>
                        <m:rPr>
                          <m:nor/>
                        </m:rPr>
                        <a:rPr lang="en-US" b="0" i="0" kern="0" smtClean="0">
                          <a:solidFill>
                            <a:srgbClr val="546970"/>
                          </a:solidFill>
                          <a:latin typeface="Lucida Sans Typewriter" panose="020B0509030504030204" pitchFamily="49" charset="0"/>
                          <a:ea typeface="Noto Mono" panose="020B0609030804020204" pitchFamily="49" charset="0"/>
                          <a:cs typeface="Noto Mono" panose="020B0609030804020204" pitchFamily="49" charset="0"/>
                        </a:rPr>
                        <m:t>1.</m:t>
                      </m:r>
                      <m:r>
                        <m:rPr>
                          <m:nor/>
                        </m:rPr>
                        <a:rPr lang="en-US" kern="0">
                          <a:solidFill>
                            <a:srgbClr val="546970"/>
                          </a:solidFill>
                          <a:latin typeface="Lucida Sans Typewriter" panose="020B0509030504030204" pitchFamily="49" charset="0"/>
                          <a:ea typeface="Noto Mono" panose="020B0609030804020204" pitchFamily="49" charset="0"/>
                          <a:cs typeface="Noto Mono" panose="020B0609030804020204" pitchFamily="49" charset="0"/>
                        </a:rPr>
                        <m:t>edu</m:t>
                      </m:r>
                      <m:r>
                        <m:rPr>
                          <m:nor/>
                        </m:rPr>
                        <a:rPr lang="en-US" kern="0">
                          <a:solidFill>
                            <a:srgbClr val="546970"/>
                          </a:solidFill>
                          <a:latin typeface="Lucida Sans Typewriter" panose="020B0509030504030204" pitchFamily="49" charset="0"/>
                          <a:ea typeface="Noto Mono" panose="020B0609030804020204" pitchFamily="49" charset="0"/>
                          <a:cs typeface="Noto Mono" panose="020B0609030804020204" pitchFamily="49" charset="0"/>
                        </a:rPr>
                        <m:t>.</m:t>
                      </m:r>
                    </m:oMath>
                  </m:oMathPara>
                </a14:m>
                <a:endParaRPr lang="en-US" kern="0" dirty="0">
                  <a:solidFill>
                    <a:srgbClr val="546970"/>
                  </a:solidFill>
                  <a:latin typeface="Lucida Sans Typewriter" panose="020B0509030504030204" pitchFamily="49" charset="0"/>
                  <a:ea typeface="Noto Mono" panose="020B0609030804020204" pitchFamily="49" charset="0"/>
                  <a:cs typeface="Noto Mono" panose="020B0609030804020204" pitchFamily="49" charset="0"/>
                </a:endParaRPr>
              </a:p>
              <a:p>
                <a:pPr>
                  <a:lnSpc>
                    <a:spcPct val="100000"/>
                  </a:lnSpc>
                  <a:spcAft>
                    <a:spcPts val="500"/>
                  </a:spcAft>
                  <a:buClr>
                    <a:srgbClr val="619E64"/>
                  </a:buClr>
                  <a:buSzPct val="85000"/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kern="0" smtClean="0">
                          <a:solidFill>
                            <a:srgbClr val="546970"/>
                          </a:solidFill>
                          <a:latin typeface="Cambria Math" panose="02040503050406030204" pitchFamily="18" charset="0"/>
                          <a:ea typeface="Source Sans Pro" panose="020B0503030403020204" pitchFamily="34" charset="0"/>
                          <a:cs typeface="Calibri" panose="020F0502020204030204" pitchFamily="34" charset="0"/>
                        </a:rPr>
                        <m:t>𝑞</m:t>
                      </m:r>
                      <m:r>
                        <a:rPr lang="en-US" b="0" i="1" kern="0" smtClean="0">
                          <a:solidFill>
                            <a:srgbClr val="546970"/>
                          </a:solidFill>
                          <a:latin typeface="Cambria Math" panose="02040503050406030204" pitchFamily="18" charset="0"/>
                          <a:ea typeface="Source Sans Pro" panose="020B0503030403020204" pitchFamily="34" charset="0"/>
                          <a:cs typeface="Calibri" panose="020F0502020204030204" pitchFamily="34" charset="0"/>
                        </a:rPr>
                        <m:t>: </m:t>
                      </m:r>
                      <m:d>
                        <m:dPr>
                          <m:begChr m:val="⟨"/>
                          <m:endChr m:val="〉"/>
                          <m:ctrlPr>
                            <a:rPr lang="en-US" b="0" i="1" kern="0" smtClean="0">
                              <a:solidFill>
                                <a:srgbClr val="546970"/>
                              </a:solidFill>
                              <a:latin typeface="Cambria Math" panose="02040503050406030204" pitchFamily="18" charset="0"/>
                              <a:ea typeface="Source Sans Pro" panose="020B0503030403020204" pitchFamily="34" charset="0"/>
                              <a:cs typeface="Calibri" panose="020F0502020204030204" pitchFamily="34" charset="0"/>
                            </a:rPr>
                          </m:ctrlPr>
                        </m:dPr>
                        <m:e>
                          <m:r>
                            <a:rPr lang="en-US" b="0" i="1" kern="0" smtClean="0">
                              <a:solidFill>
                                <a:srgbClr val="546970"/>
                              </a:solidFill>
                              <a:latin typeface="Cambria Math" panose="02040503050406030204" pitchFamily="18" charset="0"/>
                              <a:ea typeface="Source Sans Pro" panose="020B0503030403020204" pitchFamily="34" charset="0"/>
                              <a:cs typeface="Calibri" panose="020F0502020204030204" pitchFamily="34" charset="0"/>
                            </a:rPr>
                            <m:t> </m:t>
                          </m:r>
                          <m:r>
                            <a:rPr lang="en-US" b="0" i="1" kern="0" smtClean="0">
                              <a:solidFill>
                                <a:srgbClr val="546970"/>
                              </a:solidFill>
                              <a:latin typeface="Cambria Math" panose="02040503050406030204" pitchFamily="18" charset="0"/>
                              <a:ea typeface="Source Sans Pro" panose="020B0503030403020204" pitchFamily="34" charset="0"/>
                              <a:cs typeface="Calibri" panose="020F0502020204030204" pitchFamily="34" charset="0"/>
                            </a:rPr>
                            <m:t>𝛼</m:t>
                          </m:r>
                          <m:r>
                            <m:rPr>
                              <m:nor/>
                            </m:rPr>
                            <a:rPr lang="en-US" b="0" i="0" kern="0" smtClean="0">
                              <a:solidFill>
                                <a:srgbClr val="546970"/>
                              </a:solidFill>
                              <a:latin typeface="Lucida Sans Typewriter" panose="020B0509030504030204" pitchFamily="49" charset="0"/>
                              <a:ea typeface="Noto Mono" panose="020B0609030804020204" pitchFamily="49" charset="0"/>
                              <a:cs typeface="Noto Mono" panose="020B0609030804020204" pitchFamily="49" charset="0"/>
                            </a:rPr>
                            <m:t>.</m:t>
                          </m:r>
                          <m:r>
                            <m:rPr>
                              <m:nor/>
                            </m:rPr>
                            <a:rPr lang="en-US" b="0" i="0" kern="0" smtClean="0">
                              <a:solidFill>
                                <a:srgbClr val="546970"/>
                              </a:solidFill>
                              <a:latin typeface="Lucida Sans Typewriter" panose="020B0509030504030204" pitchFamily="49" charset="0"/>
                              <a:ea typeface="Noto Mono" panose="020B0609030804020204" pitchFamily="49" charset="0"/>
                              <a:cs typeface="Noto Mono" panose="020B0609030804020204" pitchFamily="49" charset="0"/>
                            </a:rPr>
                            <m:t>ucla</m:t>
                          </m:r>
                          <m:r>
                            <m:rPr>
                              <m:nor/>
                            </m:rPr>
                            <a:rPr lang="en-US" b="0" i="0" kern="0" smtClean="0">
                              <a:solidFill>
                                <a:srgbClr val="546970"/>
                              </a:solidFill>
                              <a:latin typeface="Lucida Sans Typewriter" panose="020B0509030504030204" pitchFamily="49" charset="0"/>
                              <a:ea typeface="Noto Mono" panose="020B0609030804020204" pitchFamily="49" charset="0"/>
                              <a:cs typeface="Noto Mono" panose="020B0609030804020204" pitchFamily="49" charset="0"/>
                            </a:rPr>
                            <m:t>.</m:t>
                          </m:r>
                          <m:r>
                            <m:rPr>
                              <m:nor/>
                            </m:rPr>
                            <a:rPr lang="en-US" b="0" i="0" kern="0" smtClean="0">
                              <a:solidFill>
                                <a:srgbClr val="546970"/>
                              </a:solidFill>
                              <a:latin typeface="Lucida Sans Typewriter" panose="020B0509030504030204" pitchFamily="49" charset="0"/>
                              <a:ea typeface="Noto Mono" panose="020B0609030804020204" pitchFamily="49" charset="0"/>
                              <a:cs typeface="Noto Mono" panose="020B0609030804020204" pitchFamily="49" charset="0"/>
                            </a:rPr>
                            <m:t>edu</m:t>
                          </m:r>
                          <m:r>
                            <m:rPr>
                              <m:nor/>
                            </m:rPr>
                            <a:rPr lang="en-US" b="0" i="0" kern="0" smtClean="0">
                              <a:solidFill>
                                <a:srgbClr val="546970"/>
                              </a:solidFill>
                              <a:latin typeface="Lucida Sans Typewriter" panose="020B0509030504030204" pitchFamily="49" charset="0"/>
                              <a:ea typeface="Noto Mono" panose="020B0609030804020204" pitchFamily="49" charset="0"/>
                              <a:cs typeface="Noto Mono" panose="020B0609030804020204" pitchFamily="49" charset="0"/>
                            </a:rPr>
                            <m:t>.,{</m:t>
                          </m:r>
                          <m:r>
                            <m:rPr>
                              <m:nor/>
                            </m:rPr>
                            <a:rPr lang="en-US" b="0" i="0" kern="0" smtClean="0">
                              <a:solidFill>
                                <a:srgbClr val="546970"/>
                              </a:solidFill>
                              <a:latin typeface="Lucida Sans Typewriter" panose="020B0509030504030204" pitchFamily="49" charset="0"/>
                              <a:ea typeface="Noto Mono" panose="020B0609030804020204" pitchFamily="49" charset="0"/>
                              <a:cs typeface="Noto Mono" panose="020B0609030804020204" pitchFamily="49" charset="0"/>
                            </a:rPr>
                            <m:t>A</m:t>
                          </m:r>
                          <m:r>
                            <m:rPr>
                              <m:nor/>
                            </m:rPr>
                            <a:rPr lang="en-US" b="0" i="0" kern="0" smtClean="0">
                              <a:solidFill>
                                <a:srgbClr val="546970"/>
                              </a:solidFill>
                              <a:latin typeface="Lucida Sans Typewriter" panose="020B0509030504030204" pitchFamily="49" charset="0"/>
                              <a:ea typeface="Noto Mono" panose="020B0609030804020204" pitchFamily="49" charset="0"/>
                              <a:cs typeface="Noto Mono" panose="020B0609030804020204" pitchFamily="49" charset="0"/>
                            </a:rPr>
                            <m:t>,</m:t>
                          </m:r>
                          <m:r>
                            <m:rPr>
                              <m:nor/>
                            </m:rPr>
                            <a:rPr lang="en-US" b="0" i="0" kern="0" smtClean="0">
                              <a:solidFill>
                                <a:srgbClr val="546970"/>
                              </a:solidFill>
                              <a:latin typeface="Lucida Sans Typewriter" panose="020B0509030504030204" pitchFamily="49" charset="0"/>
                              <a:ea typeface="Noto Mono" panose="020B0609030804020204" pitchFamily="49" charset="0"/>
                              <a:cs typeface="Noto Mono" panose="020B0609030804020204" pitchFamily="49" charset="0"/>
                            </a:rPr>
                            <m:t>NS</m:t>
                          </m:r>
                          <m:r>
                            <m:rPr>
                              <m:nor/>
                            </m:rPr>
                            <a:rPr lang="en-US" b="0" i="0" kern="0" smtClean="0">
                              <a:solidFill>
                                <a:srgbClr val="546970"/>
                              </a:solidFill>
                              <a:latin typeface="Lucida Sans Typewriter" panose="020B0509030504030204" pitchFamily="49" charset="0"/>
                              <a:ea typeface="Noto Mono" panose="020B0609030804020204" pitchFamily="49" charset="0"/>
                              <a:cs typeface="Noto Mono" panose="020B0609030804020204" pitchFamily="49" charset="0"/>
                            </a:rPr>
                            <m:t>,</m:t>
                          </m:r>
                          <m:r>
                            <m:rPr>
                              <m:nor/>
                            </m:rPr>
                            <a:rPr lang="en-US" b="0" i="0" kern="0" smtClean="0">
                              <a:solidFill>
                                <a:srgbClr val="546970"/>
                              </a:solidFill>
                              <a:latin typeface="Lucida Sans Typewriter" panose="020B0509030504030204" pitchFamily="49" charset="0"/>
                              <a:ea typeface="Noto Mono" panose="020B0609030804020204" pitchFamily="49" charset="0"/>
                              <a:cs typeface="Noto Mono" panose="020B0609030804020204" pitchFamily="49" charset="0"/>
                            </a:rPr>
                            <m:t>TXT</m:t>
                          </m:r>
                          <m:r>
                            <m:rPr>
                              <m:nor/>
                            </m:rPr>
                            <a:rPr lang="en-US" b="0" i="0" kern="0" smtClean="0">
                              <a:solidFill>
                                <a:srgbClr val="546970"/>
                              </a:solidFill>
                              <a:latin typeface="Lucida Sans Typewriter" panose="020B0509030504030204" pitchFamily="49" charset="0"/>
                              <a:ea typeface="Noto Mono" panose="020B0609030804020204" pitchFamily="49" charset="0"/>
                              <a:cs typeface="Noto Mono" panose="020B0609030804020204" pitchFamily="49" charset="0"/>
                            </a:rPr>
                            <m:t>}</m:t>
                          </m:r>
                        </m:e>
                      </m:d>
                    </m:oMath>
                  </m:oMathPara>
                </a14:m>
                <a:endParaRPr lang="en-US" b="0" kern="0" dirty="0">
                  <a:solidFill>
                    <a:srgbClr val="546970"/>
                  </a:solidFill>
                  <a:latin typeface="Lucida Sans Typewriter" panose="020B0509030504030204" pitchFamily="49" charset="0"/>
                  <a:ea typeface="Noto Mono" panose="020B0609030804020204" pitchFamily="49" charset="0"/>
                  <a:cs typeface="Noto Mono" panose="020B0609030804020204" pitchFamily="49" charset="0"/>
                </a:endParaRPr>
              </a:p>
              <a:p>
                <a:pPr>
                  <a:spcAft>
                    <a:spcPts val="500"/>
                  </a:spcAft>
                  <a:buClr>
                    <a:srgbClr val="619E64"/>
                  </a:buClr>
                  <a:buSzPct val="85000"/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F4F5F6"/>
                          </a:solidFill>
                          <a:latin typeface="Cambria Math" panose="02040503050406030204" pitchFamily="18" charset="0"/>
                          <a:ea typeface="Source Sans Pro" panose="020B0503030403020204" pitchFamily="34" charset="0"/>
                        </a:rPr>
                        <m:t>⟩</m:t>
                      </m:r>
                    </m:oMath>
                  </m:oMathPara>
                </a14:m>
                <a:endParaRPr lang="en-US" kern="0" dirty="0">
                  <a:solidFill>
                    <a:srgbClr val="546970"/>
                  </a:solidFill>
                  <a:latin typeface="Noto Mono" panose="020B0609030804020204" pitchFamily="49" charset="0"/>
                  <a:ea typeface="Noto Mono" panose="020B0609030804020204" pitchFamily="49" charset="0"/>
                  <a:cs typeface="Noto Mono" panose="020B0609030804020204" pitchFamily="49" charset="0"/>
                </a:endParaRPr>
              </a:p>
            </p:txBody>
          </p:sp>
        </mc:Choice>
        <mc:Fallback>
          <p:sp>
            <p:nvSpPr>
              <p:cNvPr id="6" name="Rectangle: Rounded Corners 5">
                <a:extLst>
                  <a:ext uri="{FF2B5EF4-FFF2-40B4-BE49-F238E27FC236}">
                    <a16:creationId xmlns:a16="http://schemas.microsoft.com/office/drawing/2014/main" id="{EE21784F-6AFD-492F-A425-308A5200A64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1390" y="3217917"/>
                <a:ext cx="5227599" cy="1137270"/>
              </a:xfrm>
              <a:prstGeom prst="roundRect">
                <a:avLst>
                  <a:gd name="adj" fmla="val 4626"/>
                </a:avLst>
              </a:prstGeom>
              <a:blipFill>
                <a:blip r:embed="rId5"/>
                <a:stretch>
                  <a:fillRect/>
                </a:stretch>
              </a:blipFill>
              <a:ln w="19050">
                <a:solidFill>
                  <a:srgbClr val="70838B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Rectangle: Rounded Corners 8">
                <a:extLst>
                  <a:ext uri="{FF2B5EF4-FFF2-40B4-BE49-F238E27FC236}">
                    <a16:creationId xmlns:a16="http://schemas.microsoft.com/office/drawing/2014/main" id="{BA8CC8A7-534A-430C-8314-67B393D691F9}"/>
                  </a:ext>
                </a:extLst>
              </p:cNvPr>
              <p:cNvSpPr/>
              <p:nvPr/>
            </p:nvSpPr>
            <p:spPr>
              <a:xfrm>
                <a:off x="6096000" y="3228228"/>
                <a:ext cx="3665499" cy="1137270"/>
              </a:xfrm>
              <a:prstGeom prst="roundRect">
                <a:avLst>
                  <a:gd name="adj" fmla="val 4626"/>
                </a:avLst>
              </a:prstGeom>
              <a:solidFill>
                <a:srgbClr val="F4F5F6"/>
              </a:solidFill>
              <a:ln w="19050">
                <a:solidFill>
                  <a:srgbClr val="70838B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wrap="square" rtlCol="0" anchor="ctr">
                <a:spAutoFit/>
              </a:bodyPr>
              <a:lstStyle/>
              <a:p>
                <a:pPr>
                  <a:spcAft>
                    <a:spcPts val="500"/>
                  </a:spcAft>
                  <a:buClr>
                    <a:srgbClr val="619E64"/>
                  </a:buClr>
                  <a:buSzPct val="85000"/>
                  <a:defRPr/>
                </a:pPr>
                <a14:m>
                  <m:oMath xmlns:m="http://schemas.openxmlformats.org/officeDocument/2006/math">
                    <m:r>
                      <a:rPr lang="en-US" b="0" i="1" kern="0" smtClean="0">
                        <a:solidFill>
                          <a:srgbClr val="546970"/>
                        </a:solidFill>
                        <a:latin typeface="Cambria Math" panose="02040503050406030204" pitchFamily="18" charset="0"/>
                        <a:ea typeface="Source Sans Pro" panose="020B0503030403020204" pitchFamily="34" charset="0"/>
                        <a:cs typeface="Calibri" panose="020F0502020204030204" pitchFamily="34" charset="0"/>
                      </a:rPr>
                      <m:t>𝑠</m:t>
                    </m:r>
                    <m:r>
                      <a:rPr lang="en-US" b="0" i="1" kern="0" smtClean="0">
                        <a:solidFill>
                          <a:srgbClr val="546970"/>
                        </a:solidFill>
                        <a:latin typeface="Cambria Math" panose="02040503050406030204" pitchFamily="18" charset="0"/>
                        <a:ea typeface="Source Sans Pro" panose="020B0503030403020204" pitchFamily="34" charset="0"/>
                        <a:cs typeface="Calibri" panose="020F0502020204030204" pitchFamily="34" charset="0"/>
                      </a:rPr>
                      <m:t>: </m:t>
                    </m:r>
                  </m:oMath>
                </a14:m>
                <a:r>
                  <a:rPr lang="en-US" kern="0" dirty="0">
                    <a:solidFill>
                      <a:srgbClr val="546970"/>
                    </a:solidFill>
                    <a:latin typeface="Noto Mono" panose="020B0609030804020204" pitchFamily="49" charset="0"/>
                    <a:ea typeface="Noto Mono" panose="020B0609030804020204" pitchFamily="49" charset="0"/>
                    <a:cs typeface="Noto Mono" panose="020B0609030804020204" pitchFamily="49" charset="0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kern="0">
                        <a:solidFill>
                          <a:srgbClr val="546970"/>
                        </a:solidFill>
                        <a:latin typeface="Lucida Sans Typewriter" panose="020B0509030504030204" pitchFamily="49" charset="0"/>
                        <a:ea typeface="Noto Mono" panose="020B0609030804020204" pitchFamily="49" charset="0"/>
                        <a:cs typeface="Noto Mono" panose="020B0609030804020204" pitchFamily="49" charset="0"/>
                      </a:rPr>
                      <m:t>ns</m:t>
                    </m:r>
                    <m:r>
                      <m:rPr>
                        <m:nor/>
                      </m:rPr>
                      <a:rPr lang="en-US" b="0" i="0" kern="0" smtClean="0">
                        <a:solidFill>
                          <a:srgbClr val="546970"/>
                        </a:solidFill>
                        <a:latin typeface="Lucida Sans Typewriter" panose="020B0509030504030204" pitchFamily="49" charset="0"/>
                        <a:ea typeface="Noto Mono" panose="020B0609030804020204" pitchFamily="49" charset="0"/>
                        <a:cs typeface="Noto Mono" panose="020B0609030804020204" pitchFamily="49" charset="0"/>
                      </a:rPr>
                      <m:t>2</m:t>
                    </m:r>
                    <m:r>
                      <m:rPr>
                        <m:nor/>
                      </m:rPr>
                      <a:rPr lang="en-US" kern="0">
                        <a:solidFill>
                          <a:srgbClr val="546970"/>
                        </a:solidFill>
                        <a:latin typeface="Lucida Sans Typewriter" panose="020B0509030504030204" pitchFamily="49" charset="0"/>
                        <a:ea typeface="Noto Mono" panose="020B0609030804020204" pitchFamily="49" charset="0"/>
                        <a:cs typeface="Noto Mono" panose="020B0609030804020204" pitchFamily="49" charset="0"/>
                      </a:rPr>
                      <m:t>.</m:t>
                    </m:r>
                    <m:r>
                      <m:rPr>
                        <m:nor/>
                      </m:rPr>
                      <a:rPr lang="en-US" kern="0">
                        <a:solidFill>
                          <a:srgbClr val="546970"/>
                        </a:solidFill>
                        <a:latin typeface="Lucida Sans Typewriter" panose="020B0509030504030204" pitchFamily="49" charset="0"/>
                        <a:ea typeface="Noto Mono" panose="020B0609030804020204" pitchFamily="49" charset="0"/>
                        <a:cs typeface="Noto Mono" panose="020B0609030804020204" pitchFamily="49" charset="0"/>
                      </a:rPr>
                      <m:t>edu</m:t>
                    </m:r>
                    <m:r>
                      <m:rPr>
                        <m:nor/>
                      </m:rPr>
                      <a:rPr lang="en-US" kern="0">
                        <a:solidFill>
                          <a:srgbClr val="546970"/>
                        </a:solidFill>
                        <a:latin typeface="Lucida Sans Typewriter" panose="020B0509030504030204" pitchFamily="49" charset="0"/>
                        <a:ea typeface="Noto Mono" panose="020B0609030804020204" pitchFamily="49" charset="0"/>
                        <a:cs typeface="Noto Mono" panose="020B0609030804020204" pitchFamily="49" charset="0"/>
                      </a:rPr>
                      <m:t>.</m:t>
                    </m:r>
                  </m:oMath>
                </a14:m>
                <a:endParaRPr lang="en-US" kern="0" dirty="0">
                  <a:solidFill>
                    <a:srgbClr val="546970"/>
                  </a:solidFill>
                  <a:latin typeface="Lucida Sans Typewriter" panose="020B0509030504030204" pitchFamily="49" charset="0"/>
                  <a:ea typeface="Noto Mono" panose="020B0609030804020204" pitchFamily="49" charset="0"/>
                  <a:cs typeface="Noto Mono" panose="020B0609030804020204" pitchFamily="49" charset="0"/>
                </a:endParaRPr>
              </a:p>
              <a:p>
                <a:pPr>
                  <a:lnSpc>
                    <a:spcPct val="100000"/>
                  </a:lnSpc>
                  <a:spcAft>
                    <a:spcPts val="500"/>
                  </a:spcAft>
                  <a:buClr>
                    <a:srgbClr val="619E64"/>
                  </a:buClr>
                  <a:buSzPct val="85000"/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kern="0" smtClean="0">
                          <a:solidFill>
                            <a:srgbClr val="546970"/>
                          </a:solidFill>
                          <a:latin typeface="Cambria Math" panose="02040503050406030204" pitchFamily="18" charset="0"/>
                          <a:ea typeface="Source Sans Pro" panose="020B0503030403020204" pitchFamily="34" charset="0"/>
                          <a:cs typeface="Calibri" panose="020F0502020204030204" pitchFamily="34" charset="0"/>
                        </a:rPr>
                        <m:t>𝑞</m:t>
                      </m:r>
                      <m:r>
                        <a:rPr lang="en-US" b="0" i="1" kern="0" smtClean="0">
                          <a:solidFill>
                            <a:srgbClr val="546970"/>
                          </a:solidFill>
                          <a:latin typeface="Cambria Math" panose="02040503050406030204" pitchFamily="18" charset="0"/>
                          <a:ea typeface="Source Sans Pro" panose="020B0503030403020204" pitchFamily="34" charset="0"/>
                          <a:cs typeface="Calibri" panose="020F0502020204030204" pitchFamily="34" charset="0"/>
                        </a:rPr>
                        <m:t>: </m:t>
                      </m:r>
                      <m:d>
                        <m:dPr>
                          <m:begChr m:val="⟨"/>
                          <m:endChr m:val="〉"/>
                          <m:ctrlPr>
                            <a:rPr lang="en-US" b="0" i="1" kern="0" smtClean="0">
                              <a:solidFill>
                                <a:srgbClr val="546970"/>
                              </a:solidFill>
                              <a:latin typeface="Cambria Math" panose="02040503050406030204" pitchFamily="18" charset="0"/>
                              <a:ea typeface="Source Sans Pro" panose="020B0503030403020204" pitchFamily="34" charset="0"/>
                              <a:cs typeface="Calibri" panose="020F0502020204030204" pitchFamily="34" charset="0"/>
                            </a:rPr>
                          </m:ctrlPr>
                        </m:dPr>
                        <m:e>
                          <m:r>
                            <a:rPr lang="en-US" b="0" i="1" kern="0" smtClean="0">
                              <a:solidFill>
                                <a:srgbClr val="546970"/>
                              </a:solidFill>
                              <a:latin typeface="Cambria Math" panose="02040503050406030204" pitchFamily="18" charset="0"/>
                              <a:ea typeface="Source Sans Pro" panose="020B0503030403020204" pitchFamily="34" charset="0"/>
                              <a:cs typeface="Calibri" panose="020F0502020204030204" pitchFamily="34" charset="0"/>
                            </a:rPr>
                            <m:t> </m:t>
                          </m:r>
                          <m:r>
                            <a:rPr lang="en-US" b="0" i="1" kern="0" smtClean="0">
                              <a:solidFill>
                                <a:srgbClr val="546970"/>
                              </a:solidFill>
                              <a:latin typeface="Cambria Math" panose="02040503050406030204" pitchFamily="18" charset="0"/>
                              <a:ea typeface="Source Sans Pro" panose="020B0503030403020204" pitchFamily="34" charset="0"/>
                              <a:cs typeface="Calibri" panose="020F0502020204030204" pitchFamily="34" charset="0"/>
                            </a:rPr>
                            <m:t>𝛼</m:t>
                          </m:r>
                          <m:r>
                            <m:rPr>
                              <m:nor/>
                            </m:rPr>
                            <a:rPr lang="en-US" b="0" i="0" kern="0" smtClean="0">
                              <a:solidFill>
                                <a:srgbClr val="546970"/>
                              </a:solidFill>
                              <a:latin typeface="Lucida Sans Typewriter" panose="020B0509030504030204" pitchFamily="49" charset="0"/>
                              <a:ea typeface="Noto Mono" panose="020B0609030804020204" pitchFamily="49" charset="0"/>
                              <a:cs typeface="Noto Mono" panose="020B0609030804020204" pitchFamily="49" charset="0"/>
                            </a:rPr>
                            <m:t>.</m:t>
                          </m:r>
                          <m:r>
                            <m:rPr>
                              <m:nor/>
                            </m:rPr>
                            <a:rPr lang="en-US" b="0" i="0" kern="0" smtClean="0">
                              <a:solidFill>
                                <a:srgbClr val="546970"/>
                              </a:solidFill>
                              <a:latin typeface="Lucida Sans Typewriter" panose="020B0509030504030204" pitchFamily="49" charset="0"/>
                              <a:ea typeface="Noto Mono" panose="020B0609030804020204" pitchFamily="49" charset="0"/>
                              <a:cs typeface="Noto Mono" panose="020B0609030804020204" pitchFamily="49" charset="0"/>
                            </a:rPr>
                            <m:t>ucla</m:t>
                          </m:r>
                          <m:r>
                            <m:rPr>
                              <m:nor/>
                            </m:rPr>
                            <a:rPr lang="en-US" b="0" i="0" kern="0" smtClean="0">
                              <a:solidFill>
                                <a:srgbClr val="546970"/>
                              </a:solidFill>
                              <a:latin typeface="Lucida Sans Typewriter" panose="020B0509030504030204" pitchFamily="49" charset="0"/>
                              <a:ea typeface="Noto Mono" panose="020B0609030804020204" pitchFamily="49" charset="0"/>
                              <a:cs typeface="Noto Mono" panose="020B0609030804020204" pitchFamily="49" charset="0"/>
                            </a:rPr>
                            <m:t>.</m:t>
                          </m:r>
                          <m:r>
                            <m:rPr>
                              <m:nor/>
                            </m:rPr>
                            <a:rPr lang="en-US" b="0" i="0" kern="0" smtClean="0">
                              <a:solidFill>
                                <a:srgbClr val="546970"/>
                              </a:solidFill>
                              <a:latin typeface="Lucida Sans Typewriter" panose="020B0509030504030204" pitchFamily="49" charset="0"/>
                              <a:ea typeface="Noto Mono" panose="020B0609030804020204" pitchFamily="49" charset="0"/>
                              <a:cs typeface="Noto Mono" panose="020B0609030804020204" pitchFamily="49" charset="0"/>
                            </a:rPr>
                            <m:t>edu</m:t>
                          </m:r>
                          <m:r>
                            <m:rPr>
                              <m:nor/>
                            </m:rPr>
                            <a:rPr lang="en-US" b="0" i="0" kern="0" smtClean="0">
                              <a:solidFill>
                                <a:srgbClr val="546970"/>
                              </a:solidFill>
                              <a:latin typeface="Lucida Sans Typewriter" panose="020B0509030504030204" pitchFamily="49" charset="0"/>
                              <a:ea typeface="Noto Mono" panose="020B0609030804020204" pitchFamily="49" charset="0"/>
                              <a:cs typeface="Noto Mono" panose="020B0609030804020204" pitchFamily="49" charset="0"/>
                            </a:rPr>
                            <m:t>.,{</m:t>
                          </m:r>
                          <m:r>
                            <m:rPr>
                              <m:nor/>
                            </m:rPr>
                            <a:rPr lang="en-US" b="0" i="0" kern="0" smtClean="0">
                              <a:solidFill>
                                <a:srgbClr val="546970"/>
                              </a:solidFill>
                              <a:latin typeface="Lucida Sans Typewriter" panose="020B0509030504030204" pitchFamily="49" charset="0"/>
                              <a:ea typeface="Noto Mono" panose="020B0609030804020204" pitchFamily="49" charset="0"/>
                              <a:cs typeface="Noto Mono" panose="020B0609030804020204" pitchFamily="49" charset="0"/>
                            </a:rPr>
                            <m:t>A</m:t>
                          </m:r>
                          <m:r>
                            <m:rPr>
                              <m:nor/>
                            </m:rPr>
                            <a:rPr lang="en-US" b="0" i="0" kern="0" smtClean="0">
                              <a:solidFill>
                                <a:srgbClr val="546970"/>
                              </a:solidFill>
                              <a:latin typeface="Lucida Sans Typewriter" panose="020B0509030504030204" pitchFamily="49" charset="0"/>
                              <a:ea typeface="Noto Mono" panose="020B0609030804020204" pitchFamily="49" charset="0"/>
                              <a:cs typeface="Noto Mono" panose="020B0609030804020204" pitchFamily="49" charset="0"/>
                            </a:rPr>
                            <m:t>,</m:t>
                          </m:r>
                          <m:r>
                            <m:rPr>
                              <m:nor/>
                            </m:rPr>
                            <a:rPr lang="en-US" b="0" i="0" kern="0" smtClean="0">
                              <a:solidFill>
                                <a:srgbClr val="546970"/>
                              </a:solidFill>
                              <a:latin typeface="Lucida Sans Typewriter" panose="020B0509030504030204" pitchFamily="49" charset="0"/>
                              <a:ea typeface="Noto Mono" panose="020B0609030804020204" pitchFamily="49" charset="0"/>
                              <a:cs typeface="Noto Mono" panose="020B0609030804020204" pitchFamily="49" charset="0"/>
                            </a:rPr>
                            <m:t>NS</m:t>
                          </m:r>
                          <m:r>
                            <m:rPr>
                              <m:nor/>
                            </m:rPr>
                            <a:rPr lang="en-US" b="0" i="0" kern="0" smtClean="0">
                              <a:solidFill>
                                <a:srgbClr val="546970"/>
                              </a:solidFill>
                              <a:latin typeface="Lucida Sans Typewriter" panose="020B0509030504030204" pitchFamily="49" charset="0"/>
                              <a:ea typeface="Noto Mono" panose="020B0609030804020204" pitchFamily="49" charset="0"/>
                              <a:cs typeface="Noto Mono" panose="020B0609030804020204" pitchFamily="49" charset="0"/>
                            </a:rPr>
                            <m:t>,</m:t>
                          </m:r>
                          <m:r>
                            <m:rPr>
                              <m:nor/>
                            </m:rPr>
                            <a:rPr lang="en-US" b="0" i="0" kern="0" smtClean="0">
                              <a:solidFill>
                                <a:srgbClr val="546970"/>
                              </a:solidFill>
                              <a:latin typeface="Lucida Sans Typewriter" panose="020B0509030504030204" pitchFamily="49" charset="0"/>
                              <a:ea typeface="Noto Mono" panose="020B0609030804020204" pitchFamily="49" charset="0"/>
                              <a:cs typeface="Noto Mono" panose="020B0609030804020204" pitchFamily="49" charset="0"/>
                            </a:rPr>
                            <m:t>TXT</m:t>
                          </m:r>
                          <m:r>
                            <m:rPr>
                              <m:nor/>
                            </m:rPr>
                            <a:rPr lang="en-US" b="0" i="0" kern="0" smtClean="0">
                              <a:solidFill>
                                <a:srgbClr val="546970"/>
                              </a:solidFill>
                              <a:latin typeface="Lucida Sans Typewriter" panose="020B0509030504030204" pitchFamily="49" charset="0"/>
                              <a:ea typeface="Noto Mono" panose="020B0609030804020204" pitchFamily="49" charset="0"/>
                              <a:cs typeface="Noto Mono" panose="020B0609030804020204" pitchFamily="49" charset="0"/>
                            </a:rPr>
                            <m:t>}</m:t>
                          </m:r>
                        </m:e>
                      </m:d>
                    </m:oMath>
                  </m:oMathPara>
                </a14:m>
                <a:endParaRPr lang="en-US" b="0" kern="0" dirty="0">
                  <a:solidFill>
                    <a:srgbClr val="546970"/>
                  </a:solidFill>
                  <a:latin typeface="Lucida Sans Typewriter" panose="020B0509030504030204" pitchFamily="49" charset="0"/>
                  <a:ea typeface="Noto Mono" panose="020B0609030804020204" pitchFamily="49" charset="0"/>
                  <a:cs typeface="Noto Mono" panose="020B0609030804020204" pitchFamily="49" charset="0"/>
                </a:endParaRPr>
              </a:p>
              <a:p>
                <a:pPr>
                  <a:spcAft>
                    <a:spcPts val="500"/>
                  </a:spcAft>
                  <a:buClr>
                    <a:srgbClr val="619E64"/>
                  </a:buClr>
                  <a:buSzPct val="85000"/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i="1" kern="0">
                          <a:solidFill>
                            <a:srgbClr val="546970"/>
                          </a:solidFill>
                          <a:latin typeface="Cambria Math" panose="02040503050406030204" pitchFamily="18" charset="0"/>
                          <a:ea typeface="Source Sans Pro" panose="020B0503030403020204" pitchFamily="34" charset="0"/>
                          <a:cs typeface="Calibri" panose="020F0502020204030204" pitchFamily="34" charset="0"/>
                        </a:rPr>
                        <m:t>𝑎</m:t>
                      </m:r>
                      <m:r>
                        <a:rPr lang="en-US" i="1" kern="0">
                          <a:solidFill>
                            <a:srgbClr val="546970"/>
                          </a:solidFill>
                          <a:latin typeface="Cambria Math" panose="02040503050406030204" pitchFamily="18" charset="0"/>
                          <a:ea typeface="Source Sans Pro" panose="020B0503030403020204" pitchFamily="34" charset="0"/>
                          <a:cs typeface="Calibri" panose="020F0502020204030204" pitchFamily="34" charset="0"/>
                        </a:rPr>
                        <m:t>: ⟨</m:t>
                      </m:r>
                      <m:r>
                        <m:rPr>
                          <m:nor/>
                        </m:rPr>
                        <a:rPr lang="en-US" cap="small">
                          <a:solidFill>
                            <a:srgbClr val="546970"/>
                          </a:solidFill>
                          <a:latin typeface="Lucida Sans Typewriter" panose="020B0509030504030204" pitchFamily="49" charset="0"/>
                          <a:ea typeface="Noto Mono" panose="020B0609030804020204" pitchFamily="49" charset="0"/>
                          <a:cs typeface="Noto Mono" panose="020B0609030804020204" pitchFamily="49" charset="0"/>
                        </a:rPr>
                        <m:t>NX</m:t>
                      </m:r>
                      <m:r>
                        <a:rPr lang="en-US" i="1">
                          <a:solidFill>
                            <a:srgbClr val="546970"/>
                          </a:solidFill>
                          <a:latin typeface="Cambria Math" panose="02040503050406030204" pitchFamily="18" charset="0"/>
                          <a:ea typeface="Source Sans Pro" panose="020B0503030403020204" pitchFamily="34" charset="0"/>
                        </a:rPr>
                        <m:t>, </m:t>
                      </m:r>
                      <m:r>
                        <a:rPr lang="en-US" i="1">
                          <a:solidFill>
                            <a:srgbClr val="546970"/>
                          </a:solidFill>
                          <a:latin typeface="Cambria Math" panose="02040503050406030204" pitchFamily="18" charset="0"/>
                          <a:ea typeface="Source Sans Pro" panose="020B0503030403020204" pitchFamily="34" charset="0"/>
                        </a:rPr>
                        <m:t>∅⟩</m:t>
                      </m:r>
                      <m:r>
                        <a:rPr lang="en-US" b="0" i="1" kern="0" smtClean="0">
                          <a:solidFill>
                            <a:srgbClr val="F4F5F6"/>
                          </a:solidFill>
                          <a:latin typeface="Cambria Math" panose="02040503050406030204" pitchFamily="18" charset="0"/>
                          <a:ea typeface="Source Sans Pro" panose="020B0503030403020204" pitchFamily="34" charset="0"/>
                          <a:cs typeface="Calibri" panose="020F0502020204030204" pitchFamily="34" charset="0"/>
                        </a:rPr>
                        <m:t>𝑎</m:t>
                      </m:r>
                      <m:r>
                        <a:rPr lang="en-US" b="0" i="1" kern="0" smtClean="0">
                          <a:solidFill>
                            <a:srgbClr val="F4F5F6"/>
                          </a:solidFill>
                          <a:latin typeface="Cambria Math" panose="02040503050406030204" pitchFamily="18" charset="0"/>
                          <a:ea typeface="Source Sans Pro" panose="020B0503030403020204" pitchFamily="34" charset="0"/>
                          <a:cs typeface="Calibri" panose="020F0502020204030204" pitchFamily="34" charset="0"/>
                        </a:rPr>
                        <m:t>: ⟨</m:t>
                      </m:r>
                      <m:r>
                        <m:rPr>
                          <m:nor/>
                        </m:rPr>
                        <a:rPr lang="en-US" b="0" i="0" cap="small" smtClean="0">
                          <a:solidFill>
                            <a:srgbClr val="F4F5F6"/>
                          </a:solidFill>
                          <a:latin typeface="Lucida Sans Typewriter" panose="020B0509030504030204" pitchFamily="49" charset="0"/>
                          <a:ea typeface="Noto Mono" panose="020B0609030804020204" pitchFamily="49" charset="0"/>
                          <a:cs typeface="Noto Mono" panose="020B0609030804020204" pitchFamily="49" charset="0"/>
                        </a:rPr>
                        <m:t>NX</m:t>
                      </m:r>
                      <m:r>
                        <a:rPr lang="en-US" i="1">
                          <a:solidFill>
                            <a:srgbClr val="F4F5F6"/>
                          </a:solidFill>
                          <a:latin typeface="Cambria Math" panose="02040503050406030204" pitchFamily="18" charset="0"/>
                          <a:ea typeface="Source Sans Pro" panose="020B0503030403020204" pitchFamily="34" charset="0"/>
                        </a:rPr>
                        <m:t>, </m:t>
                      </m:r>
                      <m:r>
                        <a:rPr lang="en-US" b="0" i="1" smtClean="0">
                          <a:solidFill>
                            <a:srgbClr val="F4F5F6"/>
                          </a:solidFill>
                          <a:latin typeface="Cambria Math" panose="02040503050406030204" pitchFamily="18" charset="0"/>
                          <a:ea typeface="Source Sans Pro" panose="020B0503030403020204" pitchFamily="34" charset="0"/>
                        </a:rPr>
                        <m:t>∅⟩</m:t>
                      </m:r>
                    </m:oMath>
                  </m:oMathPara>
                </a14:m>
                <a:endParaRPr lang="en-US" kern="0" dirty="0">
                  <a:solidFill>
                    <a:srgbClr val="F4F5F6"/>
                  </a:solidFill>
                  <a:latin typeface="Lucida Sans Typewriter" panose="020B0509030504030204" pitchFamily="49" charset="0"/>
                  <a:ea typeface="Noto Mono" panose="020B0609030804020204" pitchFamily="49" charset="0"/>
                  <a:cs typeface="Noto Mono" panose="020B0609030804020204" pitchFamily="49" charset="0"/>
                </a:endParaRPr>
              </a:p>
            </p:txBody>
          </p:sp>
        </mc:Choice>
        <mc:Fallback>
          <p:sp>
            <p:nvSpPr>
              <p:cNvPr id="9" name="Rectangle: Rounded Corners 8">
                <a:extLst>
                  <a:ext uri="{FF2B5EF4-FFF2-40B4-BE49-F238E27FC236}">
                    <a16:creationId xmlns:a16="http://schemas.microsoft.com/office/drawing/2014/main" id="{BA8CC8A7-534A-430C-8314-67B393D691F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0" y="3228228"/>
                <a:ext cx="3665499" cy="1137270"/>
              </a:xfrm>
              <a:prstGeom prst="roundRect">
                <a:avLst>
                  <a:gd name="adj" fmla="val 4626"/>
                </a:avLst>
              </a:prstGeom>
              <a:blipFill>
                <a:blip r:embed="rId6"/>
                <a:stretch>
                  <a:fillRect/>
                </a:stretch>
              </a:blipFill>
              <a:ln w="19050">
                <a:solidFill>
                  <a:srgbClr val="70838B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D98BA2A3-38F3-4C8F-A961-2BB33AC7B217}"/>
              </a:ext>
            </a:extLst>
          </p:cNvPr>
          <p:cNvCxnSpPr>
            <a:cxnSpLocks/>
            <a:endCxn id="6" idx="0"/>
          </p:cNvCxnSpPr>
          <p:nvPr/>
        </p:nvCxnSpPr>
        <p:spPr>
          <a:xfrm flipH="1">
            <a:off x="2885190" y="2600350"/>
            <a:ext cx="2618298" cy="617567"/>
          </a:xfrm>
          <a:prstGeom prst="straightConnector1">
            <a:avLst/>
          </a:prstGeom>
          <a:ln w="28575">
            <a:solidFill>
              <a:srgbClr val="54697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61D046A1-ECE3-4792-83CD-967F193B2339}"/>
              </a:ext>
            </a:extLst>
          </p:cNvPr>
          <p:cNvCxnSpPr>
            <a:cxnSpLocks/>
            <a:endCxn id="9" idx="0"/>
          </p:cNvCxnSpPr>
          <p:nvPr/>
        </p:nvCxnSpPr>
        <p:spPr>
          <a:xfrm>
            <a:off x="5503488" y="2600350"/>
            <a:ext cx="2425262" cy="627878"/>
          </a:xfrm>
          <a:prstGeom prst="straightConnector1">
            <a:avLst/>
          </a:prstGeom>
          <a:ln w="28575">
            <a:solidFill>
              <a:srgbClr val="54697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" name="Table 31">
            <a:extLst>
              <a:ext uri="{FF2B5EF4-FFF2-40B4-BE49-F238E27FC236}">
                <a16:creationId xmlns:a16="http://schemas.microsoft.com/office/drawing/2014/main" id="{C2EB5C97-DC3C-4EBE-BF9C-052695E058E6}"/>
              </a:ext>
            </a:extLst>
          </p:cNvPr>
          <p:cNvGraphicFramePr>
            <a:graphicFrameLocks noGrp="1"/>
          </p:cNvGraphicFramePr>
          <p:nvPr/>
        </p:nvGraphicFramePr>
        <p:xfrm>
          <a:off x="7566107" y="1239867"/>
          <a:ext cx="4555555" cy="1046544"/>
        </p:xfrm>
        <a:graphic>
          <a:graphicData uri="http://schemas.openxmlformats.org/drawingml/2006/table">
            <a:tbl>
              <a:tblPr firstRow="1" bandRow="1">
                <a:effectLst>
                  <a:outerShdw blurRad="50800" sx="101000" sy="101000" algn="ctr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681437">
                  <a:extLst>
                    <a:ext uri="{9D8B030D-6E8A-4147-A177-3AD203B41FA5}">
                      <a16:colId xmlns:a16="http://schemas.microsoft.com/office/drawing/2014/main" val="448935893"/>
                    </a:ext>
                  </a:extLst>
                </a:gridCol>
                <a:gridCol w="732702">
                  <a:extLst>
                    <a:ext uri="{9D8B030D-6E8A-4147-A177-3AD203B41FA5}">
                      <a16:colId xmlns:a16="http://schemas.microsoft.com/office/drawing/2014/main" val="3392558462"/>
                    </a:ext>
                  </a:extLst>
                </a:gridCol>
                <a:gridCol w="2141416">
                  <a:extLst>
                    <a:ext uri="{9D8B030D-6E8A-4147-A177-3AD203B41FA5}">
                      <a16:colId xmlns:a16="http://schemas.microsoft.com/office/drawing/2014/main" val="3314790156"/>
                    </a:ext>
                  </a:extLst>
                </a:gridCol>
              </a:tblGrid>
              <a:tr h="145588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657B83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Domain Name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FB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rgbClr val="657B83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Type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FB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rgbClr val="657B83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Data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FB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15431099"/>
                  </a:ext>
                </a:extLst>
              </a:tr>
              <a:tr h="326102"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rgbClr val="657B83"/>
                          </a:solidFill>
                          <a:latin typeface="Lucida Sans Typewriter" panose="020B0509030504030204" pitchFamily="49" charset="0"/>
                          <a:ea typeface="Noto Mono" panose="020B0609030804020204" pitchFamily="49" charset="0"/>
                          <a:cs typeface="Noto Mono" panose="020B0609030804020204" pitchFamily="49" charset="0"/>
                        </a:rPr>
                        <a:t>ucla.edu.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FB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657B83"/>
                          </a:solidFill>
                          <a:latin typeface="Lucida Sans Typewriter" panose="020B0509030504030204" pitchFamily="49" charset="0"/>
                          <a:ea typeface="Noto Mono" panose="020B0609030804020204" pitchFamily="49" charset="0"/>
                          <a:cs typeface="Noto Mono" panose="020B0609030804020204" pitchFamily="49" charset="0"/>
                        </a:rPr>
                        <a:t>SOA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FB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600" dirty="0">
                          <a:solidFill>
                            <a:srgbClr val="657B83"/>
                          </a:solidFill>
                          <a:latin typeface="Lucida Sans Typewriter" panose="020B0509030504030204" pitchFamily="49" charset="0"/>
                          <a:ea typeface="Noto Mono" panose="020B0609030804020204" pitchFamily="49" charset="0"/>
                          <a:cs typeface="Noto Mono" panose="020B0609030804020204" pitchFamily="49" charset="0"/>
                        </a:rPr>
                        <a:t>sb1.ucla.edu. …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FB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35477995"/>
                  </a:ext>
                </a:extLst>
              </a:tr>
              <a:tr h="326102">
                <a:tc>
                  <a:txBody>
                    <a:bodyPr/>
                    <a:lstStyle/>
                    <a:p>
                      <a:r>
                        <a:rPr lang="en-US" sz="1600">
                          <a:solidFill>
                            <a:srgbClr val="657B83"/>
                          </a:solidFill>
                          <a:latin typeface="Lucida Sans Typewriter" panose="020B0509030504030204" pitchFamily="49" charset="0"/>
                          <a:ea typeface="Noto Mono" panose="020B0609030804020204" pitchFamily="49" charset="0"/>
                          <a:cs typeface="Noto Mono" panose="020B0609030804020204" pitchFamily="49" charset="0"/>
                        </a:rPr>
                        <a:t>ucla.edu.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FB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solidFill>
                            <a:srgbClr val="657B83"/>
                          </a:solidFill>
                          <a:latin typeface="Lucida Sans Typewriter" panose="020B0509030504030204" pitchFamily="49" charset="0"/>
                          <a:ea typeface="Noto Mono" panose="020B0609030804020204" pitchFamily="49" charset="0"/>
                          <a:cs typeface="Noto Mono" panose="020B0609030804020204" pitchFamily="49" charset="0"/>
                        </a:rPr>
                        <a:t>A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FB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rgbClr val="657B83"/>
                          </a:solidFill>
                          <a:latin typeface="Lucida Sans Typewriter" panose="020B0509030504030204" pitchFamily="49" charset="0"/>
                          <a:ea typeface="Noto Mono" panose="020B0609030804020204" pitchFamily="49" charset="0"/>
                          <a:cs typeface="Noto Mono" panose="020B0609030804020204" pitchFamily="49" charset="0"/>
                        </a:rPr>
                        <a:t>128.97.27.37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FB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8576890"/>
                  </a:ext>
                </a:extLst>
              </a:tr>
            </a:tbl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217144355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FB8A0090-BA36-4635-8623-C8290B056046}"/>
              </a:ext>
            </a:extLst>
          </p:cNvPr>
          <p:cNvSpPr/>
          <p:nvPr/>
        </p:nvSpPr>
        <p:spPr>
          <a:xfrm flipV="1">
            <a:off x="4145001" y="886094"/>
            <a:ext cx="3901998" cy="27432"/>
          </a:xfrm>
          <a:prstGeom prst="roundRect">
            <a:avLst/>
          </a:prstGeom>
          <a:solidFill>
            <a:srgbClr val="26A69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Google Shape;65;p14">
            <a:extLst>
              <a:ext uri="{FF2B5EF4-FFF2-40B4-BE49-F238E27FC236}">
                <a16:creationId xmlns:a16="http://schemas.microsoft.com/office/drawing/2014/main" id="{A0AB3814-E878-461B-98D4-58473E244F06}"/>
              </a:ext>
            </a:extLst>
          </p:cNvPr>
          <p:cNvSpPr txBox="1">
            <a:spLocks/>
          </p:cNvSpPr>
          <p:nvPr/>
        </p:nvSpPr>
        <p:spPr>
          <a:xfrm>
            <a:off x="2350924" y="209319"/>
            <a:ext cx="7490152" cy="800179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121900" tIns="121900" rIns="121900" bIns="12190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 b="0" i="0" u="none" strike="noStrike" cap="non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 b="0" i="0" u="none" strike="noStrike" cap="non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 b="0" i="0" u="none" strike="noStrike" cap="non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 b="0" i="0" u="none" strike="noStrike" cap="non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 b="0" i="0" u="none" strike="noStrike" cap="non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 b="0" i="0" u="none" strike="noStrike" cap="non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 b="0" i="0" u="none" strike="noStrike" cap="non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 b="0" i="0" u="none" strike="noStrike" cap="non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 b="0" i="0" u="none" strike="noStrike" cap="non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9pPr>
          </a:lstStyle>
          <a:p>
            <a:pPr defTabSz="914400"/>
            <a:r>
              <a:rPr lang="en-US" sz="3600" b="1" kern="0">
                <a:solidFill>
                  <a:srgbClr val="546970"/>
                </a:solidFill>
                <a:latin typeface="Bookman Old Style" panose="02050604050505020204" pitchFamily="18" charset="0"/>
              </a:rPr>
              <a:t>Interpretation Graph Example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Rectangle: Rounded Corners 7">
                <a:extLst>
                  <a:ext uri="{FF2B5EF4-FFF2-40B4-BE49-F238E27FC236}">
                    <a16:creationId xmlns:a16="http://schemas.microsoft.com/office/drawing/2014/main" id="{C48325F7-6294-4E56-BF88-EC2D19AFAE76}"/>
                  </a:ext>
                </a:extLst>
              </p:cNvPr>
              <p:cNvSpPr/>
              <p:nvPr/>
            </p:nvSpPr>
            <p:spPr>
              <a:xfrm>
                <a:off x="3644068" y="1463080"/>
                <a:ext cx="3718839" cy="1137270"/>
              </a:xfrm>
              <a:prstGeom prst="roundRect">
                <a:avLst>
                  <a:gd name="adj" fmla="val 4626"/>
                </a:avLst>
              </a:prstGeom>
              <a:solidFill>
                <a:srgbClr val="F4F5F6"/>
              </a:solidFill>
              <a:ln w="19050">
                <a:solidFill>
                  <a:srgbClr val="70838B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wrap="square" rtlCol="0" anchor="ctr">
                <a:spAutoFit/>
              </a:bodyPr>
              <a:lstStyle/>
              <a:p>
                <a:pPr>
                  <a:lnSpc>
                    <a:spcPct val="100000"/>
                  </a:lnSpc>
                  <a:spcAft>
                    <a:spcPts val="500"/>
                  </a:spcAft>
                  <a:buClr>
                    <a:srgbClr val="619E64"/>
                  </a:buClr>
                  <a:buSzPct val="85000"/>
                  <a:defRPr/>
                </a:pPr>
                <a14:m>
                  <m:oMath xmlns:m="http://schemas.openxmlformats.org/officeDocument/2006/math">
                    <m:r>
                      <a:rPr lang="en-US" b="0" i="1" kern="0" smtClean="0">
                        <a:solidFill>
                          <a:srgbClr val="546970"/>
                        </a:solidFill>
                        <a:latin typeface="Cambria Math" panose="02040503050406030204" pitchFamily="18" charset="0"/>
                        <a:ea typeface="Source Sans Pro" panose="020B0503030403020204" pitchFamily="34" charset="0"/>
                        <a:cs typeface="Calibri" panose="020F0502020204030204" pitchFamily="34" charset="0"/>
                      </a:rPr>
                      <m:t>𝑠</m:t>
                    </m:r>
                    <m:r>
                      <a:rPr lang="en-US" b="0" i="1" kern="0" smtClean="0">
                        <a:solidFill>
                          <a:srgbClr val="546970"/>
                        </a:solidFill>
                        <a:latin typeface="Cambria Math" panose="02040503050406030204" pitchFamily="18" charset="0"/>
                        <a:ea typeface="Source Sans Pro" panose="020B0503030403020204" pitchFamily="34" charset="0"/>
                        <a:cs typeface="Calibri" panose="020F0502020204030204" pitchFamily="34" charset="0"/>
                      </a:rPr>
                      <m:t>:</m:t>
                    </m:r>
                  </m:oMath>
                </a14:m>
                <a:r>
                  <a:rPr lang="en-US" kern="0" dirty="0">
                    <a:solidFill>
                      <a:srgbClr val="546970"/>
                    </a:solidFill>
                    <a:latin typeface="Noto Mono" panose="020B0609030804020204" pitchFamily="49" charset="0"/>
                    <a:ea typeface="Noto Mono" panose="020B0609030804020204" pitchFamily="49" charset="0"/>
                    <a:cs typeface="Noto Mono" panose="020B0609030804020204" pitchFamily="49" charset="0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b="0" i="0" kern="0" smtClean="0">
                        <a:solidFill>
                          <a:srgbClr val="546970"/>
                        </a:solidFill>
                        <a:latin typeface="Lucida Sans Typewriter" panose="020B0509030504030204" pitchFamily="49" charset="0"/>
                        <a:ea typeface="Noto Mono" panose="020B0609030804020204" pitchFamily="49" charset="0"/>
                        <a:cs typeface="Noto Mono" panose="020B0609030804020204" pitchFamily="49" charset="0"/>
                      </a:rPr>
                      <m:t>a</m:t>
                    </m:r>
                    <m:r>
                      <m:rPr>
                        <m:nor/>
                      </m:rPr>
                      <a:rPr lang="en-US" b="0" i="0" kern="0" smtClean="0">
                        <a:solidFill>
                          <a:srgbClr val="546970"/>
                        </a:solidFill>
                        <a:latin typeface="Lucida Sans Typewriter" panose="020B0509030504030204" pitchFamily="49" charset="0"/>
                        <a:ea typeface="Noto Mono" panose="020B0609030804020204" pitchFamily="49" charset="0"/>
                        <a:cs typeface="Noto Mono" panose="020B0609030804020204" pitchFamily="49" charset="0"/>
                      </a:rPr>
                      <m:t>.</m:t>
                    </m:r>
                    <m:r>
                      <m:rPr>
                        <m:nor/>
                      </m:rPr>
                      <a:rPr lang="en-US" b="0" i="0" kern="0" smtClean="0">
                        <a:solidFill>
                          <a:srgbClr val="546970"/>
                        </a:solidFill>
                        <a:latin typeface="Lucida Sans Typewriter" panose="020B0509030504030204" pitchFamily="49" charset="0"/>
                        <a:ea typeface="Noto Mono" panose="020B0609030804020204" pitchFamily="49" charset="0"/>
                        <a:cs typeface="Noto Mono" panose="020B0609030804020204" pitchFamily="49" charset="0"/>
                      </a:rPr>
                      <m:t>edu</m:t>
                    </m:r>
                    <m:r>
                      <m:rPr>
                        <m:nor/>
                      </m:rPr>
                      <a:rPr lang="en-US" b="0" i="0" kern="0" smtClean="0">
                        <a:solidFill>
                          <a:srgbClr val="546970"/>
                        </a:solidFill>
                        <a:latin typeface="Lucida Sans Typewriter" panose="020B0509030504030204" pitchFamily="49" charset="0"/>
                        <a:ea typeface="Noto Mono" panose="020B0609030804020204" pitchFamily="49" charset="0"/>
                        <a:cs typeface="Noto Mono" panose="020B0609030804020204" pitchFamily="49" charset="0"/>
                      </a:rPr>
                      <m:t>.</m:t>
                    </m:r>
                    <m:r>
                      <m:rPr>
                        <m:nor/>
                      </m:rPr>
                      <a:rPr lang="en-US" b="0" i="0" kern="0" smtClean="0">
                        <a:solidFill>
                          <a:srgbClr val="546970"/>
                        </a:solidFill>
                        <a:latin typeface="Lucida Sans Typewriter" panose="020B0509030504030204" pitchFamily="49" charset="0"/>
                        <a:ea typeface="Noto Mono" panose="020B0609030804020204" pitchFamily="49" charset="0"/>
                        <a:cs typeface="Noto Mono" panose="020B0609030804020204" pitchFamily="49" charset="0"/>
                      </a:rPr>
                      <m:t>net</m:t>
                    </m:r>
                  </m:oMath>
                </a14:m>
                <a:r>
                  <a:rPr lang="en-US" kern="0" dirty="0">
                    <a:solidFill>
                      <a:srgbClr val="546970"/>
                    </a:solidFill>
                    <a:latin typeface="Lucida Sans Typewriter" panose="020B0509030504030204" pitchFamily="49" charset="0"/>
                    <a:ea typeface="Noto Mono" panose="020B0609030804020204" pitchFamily="49" charset="0"/>
                    <a:cs typeface="Noto Mono" panose="020B0609030804020204" pitchFamily="49" charset="0"/>
                  </a:rPr>
                  <a:t>.</a:t>
                </a:r>
              </a:p>
              <a:p>
                <a:pPr>
                  <a:lnSpc>
                    <a:spcPct val="100000"/>
                  </a:lnSpc>
                  <a:spcAft>
                    <a:spcPts val="500"/>
                  </a:spcAft>
                  <a:buClr>
                    <a:srgbClr val="619E64"/>
                  </a:buClr>
                  <a:buSzPct val="85000"/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kern="0" smtClean="0">
                          <a:solidFill>
                            <a:srgbClr val="546970"/>
                          </a:solidFill>
                          <a:latin typeface="Cambria Math" panose="02040503050406030204" pitchFamily="18" charset="0"/>
                          <a:ea typeface="Source Sans Pro" panose="020B0503030403020204" pitchFamily="34" charset="0"/>
                          <a:cs typeface="Calibri" panose="020F0502020204030204" pitchFamily="34" charset="0"/>
                        </a:rPr>
                        <m:t>𝑞</m:t>
                      </m:r>
                      <m:r>
                        <a:rPr lang="en-US" b="0" i="1" kern="0" smtClean="0">
                          <a:solidFill>
                            <a:srgbClr val="546970"/>
                          </a:solidFill>
                          <a:latin typeface="Cambria Math" panose="02040503050406030204" pitchFamily="18" charset="0"/>
                          <a:ea typeface="Source Sans Pro" panose="020B0503030403020204" pitchFamily="34" charset="0"/>
                          <a:cs typeface="Calibri" panose="020F0502020204030204" pitchFamily="34" charset="0"/>
                        </a:rPr>
                        <m:t>: </m:t>
                      </m:r>
                      <m:d>
                        <m:dPr>
                          <m:begChr m:val="⟨"/>
                          <m:endChr m:val="〉"/>
                          <m:ctrlPr>
                            <a:rPr lang="en-US" b="0" i="1" kern="0" smtClean="0">
                              <a:solidFill>
                                <a:srgbClr val="546970"/>
                              </a:solidFill>
                              <a:latin typeface="Cambria Math" panose="02040503050406030204" pitchFamily="18" charset="0"/>
                              <a:ea typeface="Source Sans Pro" panose="020B0503030403020204" pitchFamily="34" charset="0"/>
                              <a:cs typeface="Calibri" panose="020F0502020204030204" pitchFamily="34" charset="0"/>
                            </a:rPr>
                          </m:ctrlPr>
                        </m:dPr>
                        <m:e>
                          <m:r>
                            <a:rPr lang="en-US" b="0" i="1" kern="0" smtClean="0">
                              <a:solidFill>
                                <a:srgbClr val="546970"/>
                              </a:solidFill>
                              <a:latin typeface="Cambria Math" panose="02040503050406030204" pitchFamily="18" charset="0"/>
                              <a:ea typeface="Source Sans Pro" panose="020B0503030403020204" pitchFamily="34" charset="0"/>
                              <a:cs typeface="Calibri" panose="020F0502020204030204" pitchFamily="34" charset="0"/>
                            </a:rPr>
                            <m:t> </m:t>
                          </m:r>
                          <m:r>
                            <a:rPr lang="en-US" b="0" i="1" kern="0" smtClean="0">
                              <a:solidFill>
                                <a:srgbClr val="546970"/>
                              </a:solidFill>
                              <a:latin typeface="Cambria Math" panose="02040503050406030204" pitchFamily="18" charset="0"/>
                              <a:ea typeface="Source Sans Pro" panose="020B0503030403020204" pitchFamily="34" charset="0"/>
                              <a:cs typeface="Calibri" panose="020F0502020204030204" pitchFamily="34" charset="0"/>
                            </a:rPr>
                            <m:t>𝛼</m:t>
                          </m:r>
                          <m:r>
                            <m:rPr>
                              <m:nor/>
                            </m:rPr>
                            <a:rPr lang="en-US" b="0" i="0" kern="0" smtClean="0">
                              <a:solidFill>
                                <a:srgbClr val="546970"/>
                              </a:solidFill>
                              <a:latin typeface="Lucida Sans Typewriter" panose="020B0509030504030204" pitchFamily="49" charset="0"/>
                              <a:ea typeface="Noto Mono" panose="020B0609030804020204" pitchFamily="49" charset="0"/>
                              <a:cs typeface="Noto Mono" panose="020B0609030804020204" pitchFamily="49" charset="0"/>
                            </a:rPr>
                            <m:t>.</m:t>
                          </m:r>
                          <m:r>
                            <m:rPr>
                              <m:nor/>
                            </m:rPr>
                            <a:rPr lang="en-US" b="0" i="0" kern="0" smtClean="0">
                              <a:solidFill>
                                <a:srgbClr val="546970"/>
                              </a:solidFill>
                              <a:latin typeface="Lucida Sans Typewriter" panose="020B0509030504030204" pitchFamily="49" charset="0"/>
                              <a:ea typeface="Noto Mono" panose="020B0609030804020204" pitchFamily="49" charset="0"/>
                              <a:cs typeface="Noto Mono" panose="020B0609030804020204" pitchFamily="49" charset="0"/>
                            </a:rPr>
                            <m:t>ucla</m:t>
                          </m:r>
                          <m:r>
                            <m:rPr>
                              <m:nor/>
                            </m:rPr>
                            <a:rPr lang="en-US" b="0" i="0" kern="0" smtClean="0">
                              <a:solidFill>
                                <a:srgbClr val="546970"/>
                              </a:solidFill>
                              <a:latin typeface="Lucida Sans Typewriter" panose="020B0509030504030204" pitchFamily="49" charset="0"/>
                              <a:ea typeface="Noto Mono" panose="020B0609030804020204" pitchFamily="49" charset="0"/>
                              <a:cs typeface="Noto Mono" panose="020B0609030804020204" pitchFamily="49" charset="0"/>
                            </a:rPr>
                            <m:t>.</m:t>
                          </m:r>
                          <m:r>
                            <m:rPr>
                              <m:nor/>
                            </m:rPr>
                            <a:rPr lang="en-US" b="0" i="0" kern="0" smtClean="0">
                              <a:solidFill>
                                <a:srgbClr val="546970"/>
                              </a:solidFill>
                              <a:latin typeface="Lucida Sans Typewriter" panose="020B0509030504030204" pitchFamily="49" charset="0"/>
                              <a:ea typeface="Noto Mono" panose="020B0609030804020204" pitchFamily="49" charset="0"/>
                              <a:cs typeface="Noto Mono" panose="020B0609030804020204" pitchFamily="49" charset="0"/>
                            </a:rPr>
                            <m:t>edu</m:t>
                          </m:r>
                          <m:r>
                            <m:rPr>
                              <m:nor/>
                            </m:rPr>
                            <a:rPr lang="en-US" b="0" i="0" kern="0" smtClean="0">
                              <a:solidFill>
                                <a:srgbClr val="546970"/>
                              </a:solidFill>
                              <a:latin typeface="Lucida Sans Typewriter" panose="020B0509030504030204" pitchFamily="49" charset="0"/>
                              <a:ea typeface="Noto Mono" panose="020B0609030804020204" pitchFamily="49" charset="0"/>
                              <a:cs typeface="Noto Mono" panose="020B0609030804020204" pitchFamily="49" charset="0"/>
                            </a:rPr>
                            <m:t>.,{</m:t>
                          </m:r>
                          <m:r>
                            <m:rPr>
                              <m:nor/>
                            </m:rPr>
                            <a:rPr lang="en-US" b="0" i="0" kern="0" smtClean="0">
                              <a:solidFill>
                                <a:srgbClr val="546970"/>
                              </a:solidFill>
                              <a:latin typeface="Lucida Sans Typewriter" panose="020B0509030504030204" pitchFamily="49" charset="0"/>
                              <a:ea typeface="Noto Mono" panose="020B0609030804020204" pitchFamily="49" charset="0"/>
                              <a:cs typeface="Noto Mono" panose="020B0609030804020204" pitchFamily="49" charset="0"/>
                            </a:rPr>
                            <m:t>A</m:t>
                          </m:r>
                          <m:r>
                            <m:rPr>
                              <m:nor/>
                            </m:rPr>
                            <a:rPr lang="en-US" b="0" i="0" kern="0" smtClean="0">
                              <a:solidFill>
                                <a:srgbClr val="546970"/>
                              </a:solidFill>
                              <a:latin typeface="Lucida Sans Typewriter" panose="020B0509030504030204" pitchFamily="49" charset="0"/>
                              <a:ea typeface="Noto Mono" panose="020B0609030804020204" pitchFamily="49" charset="0"/>
                              <a:cs typeface="Noto Mono" panose="020B0609030804020204" pitchFamily="49" charset="0"/>
                            </a:rPr>
                            <m:t>,</m:t>
                          </m:r>
                          <m:r>
                            <m:rPr>
                              <m:nor/>
                            </m:rPr>
                            <a:rPr lang="en-US" b="0" i="0" kern="0" smtClean="0">
                              <a:solidFill>
                                <a:srgbClr val="546970"/>
                              </a:solidFill>
                              <a:latin typeface="Lucida Sans Typewriter" panose="020B0509030504030204" pitchFamily="49" charset="0"/>
                              <a:ea typeface="Noto Mono" panose="020B0609030804020204" pitchFamily="49" charset="0"/>
                              <a:cs typeface="Noto Mono" panose="020B0609030804020204" pitchFamily="49" charset="0"/>
                            </a:rPr>
                            <m:t>NS</m:t>
                          </m:r>
                          <m:r>
                            <m:rPr>
                              <m:nor/>
                            </m:rPr>
                            <a:rPr lang="en-US" b="0" i="0" kern="0" smtClean="0">
                              <a:solidFill>
                                <a:srgbClr val="546970"/>
                              </a:solidFill>
                              <a:latin typeface="Lucida Sans Typewriter" panose="020B0509030504030204" pitchFamily="49" charset="0"/>
                              <a:ea typeface="Noto Mono" panose="020B0609030804020204" pitchFamily="49" charset="0"/>
                              <a:cs typeface="Noto Mono" panose="020B0609030804020204" pitchFamily="49" charset="0"/>
                            </a:rPr>
                            <m:t>,</m:t>
                          </m:r>
                          <m:r>
                            <m:rPr>
                              <m:nor/>
                            </m:rPr>
                            <a:rPr lang="en-US" b="0" i="0" kern="0" smtClean="0">
                              <a:solidFill>
                                <a:srgbClr val="546970"/>
                              </a:solidFill>
                              <a:latin typeface="Lucida Sans Typewriter" panose="020B0509030504030204" pitchFamily="49" charset="0"/>
                              <a:ea typeface="Noto Mono" panose="020B0609030804020204" pitchFamily="49" charset="0"/>
                              <a:cs typeface="Noto Mono" panose="020B0609030804020204" pitchFamily="49" charset="0"/>
                            </a:rPr>
                            <m:t>TXT</m:t>
                          </m:r>
                          <m:r>
                            <m:rPr>
                              <m:nor/>
                            </m:rPr>
                            <a:rPr lang="en-US" b="0" i="0" kern="0" smtClean="0">
                              <a:solidFill>
                                <a:srgbClr val="546970"/>
                              </a:solidFill>
                              <a:latin typeface="Lucida Sans Typewriter" panose="020B0509030504030204" pitchFamily="49" charset="0"/>
                              <a:ea typeface="Noto Mono" panose="020B0609030804020204" pitchFamily="49" charset="0"/>
                              <a:cs typeface="Noto Mono" panose="020B0609030804020204" pitchFamily="49" charset="0"/>
                            </a:rPr>
                            <m:t>}</m:t>
                          </m:r>
                        </m:e>
                      </m:d>
                    </m:oMath>
                  </m:oMathPara>
                </a14:m>
                <a:endParaRPr lang="en-US" b="0" kern="0" dirty="0">
                  <a:solidFill>
                    <a:srgbClr val="546970"/>
                  </a:solidFill>
                  <a:latin typeface="Lucida Sans Typewriter" panose="020B0509030504030204" pitchFamily="49" charset="0"/>
                  <a:ea typeface="Noto Mono" panose="020B0609030804020204" pitchFamily="49" charset="0"/>
                  <a:cs typeface="Noto Mono" panose="020B0609030804020204" pitchFamily="49" charset="0"/>
                </a:endParaRPr>
              </a:p>
              <a:p>
                <a:pPr>
                  <a:spcAft>
                    <a:spcPts val="500"/>
                  </a:spcAft>
                  <a:buClr>
                    <a:srgbClr val="619E64"/>
                  </a:buClr>
                  <a:buSzPct val="85000"/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kern="0" smtClean="0">
                          <a:solidFill>
                            <a:srgbClr val="546970"/>
                          </a:solidFill>
                          <a:latin typeface="Cambria Math" panose="02040503050406030204" pitchFamily="18" charset="0"/>
                          <a:ea typeface="Source Sans Pro" panose="020B0503030403020204" pitchFamily="34" charset="0"/>
                          <a:cs typeface="Calibri" panose="020F0502020204030204" pitchFamily="34" charset="0"/>
                        </a:rPr>
                        <m:t>𝑎</m:t>
                      </m:r>
                      <m:r>
                        <a:rPr lang="en-US" b="0" i="1" kern="0" smtClean="0">
                          <a:solidFill>
                            <a:srgbClr val="546970"/>
                          </a:solidFill>
                          <a:latin typeface="Cambria Math" panose="02040503050406030204" pitchFamily="18" charset="0"/>
                          <a:ea typeface="Source Sans Pro" panose="020B0503030403020204" pitchFamily="34" charset="0"/>
                          <a:cs typeface="Calibri" panose="020F0502020204030204" pitchFamily="34" charset="0"/>
                        </a:rPr>
                        <m:t>: ⟨</m:t>
                      </m:r>
                      <m:r>
                        <m:rPr>
                          <m:nor/>
                        </m:rPr>
                        <a:rPr lang="en-US" cap="small">
                          <a:solidFill>
                            <a:srgbClr val="546970"/>
                          </a:solidFill>
                          <a:latin typeface="Noto Mono" panose="020B0609030804020204" pitchFamily="49" charset="0"/>
                          <a:ea typeface="Noto Mono" panose="020B0609030804020204" pitchFamily="49" charset="0"/>
                          <a:cs typeface="Noto Mono" panose="020B0609030804020204" pitchFamily="49" charset="0"/>
                        </a:rPr>
                        <m:t>Ref</m:t>
                      </m:r>
                      <m:r>
                        <a:rPr lang="en-US" i="1">
                          <a:solidFill>
                            <a:srgbClr val="546970"/>
                          </a:solidFill>
                          <a:latin typeface="Cambria Math" panose="02040503050406030204" pitchFamily="18" charset="0"/>
                          <a:ea typeface="Source Sans Pro" panose="020B0503030403020204" pitchFamily="34" charset="0"/>
                        </a:rPr>
                        <m:t>, </m:t>
                      </m:r>
                      <m:r>
                        <a:rPr lang="en-US" b="0" i="1" smtClean="0">
                          <a:solidFill>
                            <a:srgbClr val="546970"/>
                          </a:solidFill>
                          <a:latin typeface="Cambria Math" panose="02040503050406030204" pitchFamily="18" charset="0"/>
                          <a:ea typeface="Source Sans Pro" panose="020B0503030403020204" pitchFamily="34" charset="0"/>
                        </a:rPr>
                        <m:t>{</m:t>
                      </m:r>
                      <m:r>
                        <m:rPr>
                          <m:nor/>
                        </m:rPr>
                        <a:rPr lang="en-US" b="0" i="0" smtClean="0">
                          <a:solidFill>
                            <a:srgbClr val="546970"/>
                          </a:solidFill>
                          <a:latin typeface="Lucida Sans Typewriter" panose="020B0509030504030204" pitchFamily="49" charset="0"/>
                          <a:ea typeface="Noto Mono" panose="020B0609030804020204" pitchFamily="49" charset="0"/>
                          <a:cs typeface="Noto Mono" panose="020B0609030804020204" pitchFamily="49" charset="0"/>
                        </a:rPr>
                        <m:t>ns</m:t>
                      </m:r>
                      <m:r>
                        <m:rPr>
                          <m:nor/>
                        </m:rPr>
                        <a:rPr lang="en-US" b="0" i="0" smtClean="0">
                          <a:solidFill>
                            <a:srgbClr val="546970"/>
                          </a:solidFill>
                          <a:latin typeface="Lucida Sans Typewriter" panose="020B0509030504030204" pitchFamily="49" charset="0"/>
                          <a:ea typeface="Noto Mono" panose="020B0609030804020204" pitchFamily="49" charset="0"/>
                          <a:cs typeface="Noto Mono" panose="020B0609030804020204" pitchFamily="49" charset="0"/>
                        </a:rPr>
                        <m:t>1.</m:t>
                      </m:r>
                      <m:r>
                        <m:rPr>
                          <m:nor/>
                        </m:rPr>
                        <a:rPr lang="en-US" b="0" i="0" smtClean="0">
                          <a:solidFill>
                            <a:srgbClr val="546970"/>
                          </a:solidFill>
                          <a:latin typeface="Lucida Sans Typewriter" panose="020B0509030504030204" pitchFamily="49" charset="0"/>
                          <a:ea typeface="Noto Mono" panose="020B0609030804020204" pitchFamily="49" charset="0"/>
                          <a:cs typeface="Noto Mono" panose="020B0609030804020204" pitchFamily="49" charset="0"/>
                        </a:rPr>
                        <m:t>edu</m:t>
                      </m:r>
                      <m:r>
                        <m:rPr>
                          <m:nor/>
                        </m:rPr>
                        <a:rPr lang="en-US" b="0" i="0" smtClean="0">
                          <a:solidFill>
                            <a:srgbClr val="546970"/>
                          </a:solidFill>
                          <a:latin typeface="Lucida Sans Typewriter" panose="020B0509030504030204" pitchFamily="49" charset="0"/>
                          <a:ea typeface="Noto Mono" panose="020B0609030804020204" pitchFamily="49" charset="0"/>
                          <a:cs typeface="Noto Mono" panose="020B0609030804020204" pitchFamily="49" charset="0"/>
                        </a:rPr>
                        <m:t>.,</m:t>
                      </m:r>
                      <m:r>
                        <m:rPr>
                          <m:nor/>
                        </m:rPr>
                        <a:rPr lang="en-US" b="0" i="0" smtClean="0">
                          <a:solidFill>
                            <a:srgbClr val="546970"/>
                          </a:solidFill>
                          <a:latin typeface="Lucida Sans Typewriter" panose="020B0509030504030204" pitchFamily="49" charset="0"/>
                          <a:ea typeface="Noto Mono" panose="020B0609030804020204" pitchFamily="49" charset="0"/>
                          <a:cs typeface="Noto Mono" panose="020B0609030804020204" pitchFamily="49" charset="0"/>
                        </a:rPr>
                        <m:t>ns</m:t>
                      </m:r>
                      <m:r>
                        <m:rPr>
                          <m:nor/>
                        </m:rPr>
                        <a:rPr lang="en-US" b="0" i="0" smtClean="0">
                          <a:solidFill>
                            <a:srgbClr val="546970"/>
                          </a:solidFill>
                          <a:latin typeface="Lucida Sans Typewriter" panose="020B0509030504030204" pitchFamily="49" charset="0"/>
                          <a:ea typeface="Noto Mono" panose="020B0609030804020204" pitchFamily="49" charset="0"/>
                          <a:cs typeface="Noto Mono" panose="020B0609030804020204" pitchFamily="49" charset="0"/>
                        </a:rPr>
                        <m:t>2.</m:t>
                      </m:r>
                      <m:r>
                        <m:rPr>
                          <m:nor/>
                        </m:rPr>
                        <a:rPr lang="en-US" b="0" i="0" smtClean="0">
                          <a:solidFill>
                            <a:srgbClr val="546970"/>
                          </a:solidFill>
                          <a:latin typeface="Lucida Sans Typewriter" panose="020B0509030504030204" pitchFamily="49" charset="0"/>
                          <a:ea typeface="Noto Mono" panose="020B0609030804020204" pitchFamily="49" charset="0"/>
                          <a:cs typeface="Noto Mono" panose="020B0609030804020204" pitchFamily="49" charset="0"/>
                        </a:rPr>
                        <m:t>edu</m:t>
                      </m:r>
                      <m:r>
                        <m:rPr>
                          <m:nor/>
                        </m:rPr>
                        <a:rPr lang="en-US" b="0" i="0" smtClean="0">
                          <a:solidFill>
                            <a:srgbClr val="546970"/>
                          </a:solidFill>
                          <a:latin typeface="Lucida Sans Typewriter" panose="020B0509030504030204" pitchFamily="49" charset="0"/>
                          <a:ea typeface="Noto Mono" panose="020B0609030804020204" pitchFamily="49" charset="0"/>
                          <a:cs typeface="Noto Mono" panose="020B0609030804020204" pitchFamily="49" charset="0"/>
                        </a:rPr>
                        <m:t>.</m:t>
                      </m:r>
                      <m:r>
                        <a:rPr lang="en-US" b="0" i="1" smtClean="0">
                          <a:solidFill>
                            <a:srgbClr val="546970"/>
                          </a:solidFill>
                          <a:latin typeface="Cambria Math" panose="02040503050406030204" pitchFamily="18" charset="0"/>
                          <a:ea typeface="Source Sans Pro" panose="020B0503030403020204" pitchFamily="34" charset="0"/>
                        </a:rPr>
                        <m:t>}⟩</m:t>
                      </m:r>
                    </m:oMath>
                  </m:oMathPara>
                </a14:m>
                <a:endParaRPr lang="en-US" kern="0" dirty="0">
                  <a:solidFill>
                    <a:srgbClr val="546970"/>
                  </a:solidFill>
                  <a:latin typeface="Noto Mono" panose="020B0609030804020204" pitchFamily="49" charset="0"/>
                  <a:ea typeface="Noto Mono" panose="020B0609030804020204" pitchFamily="49" charset="0"/>
                  <a:cs typeface="Noto Mono" panose="020B0609030804020204" pitchFamily="49" charset="0"/>
                </a:endParaRPr>
              </a:p>
            </p:txBody>
          </p:sp>
        </mc:Choice>
        <mc:Fallback>
          <p:sp>
            <p:nvSpPr>
              <p:cNvPr id="8" name="Rectangle: Rounded Corners 7">
                <a:extLst>
                  <a:ext uri="{FF2B5EF4-FFF2-40B4-BE49-F238E27FC236}">
                    <a16:creationId xmlns:a16="http://schemas.microsoft.com/office/drawing/2014/main" id="{C48325F7-6294-4E56-BF88-EC2D19AFAE7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44068" y="1463080"/>
                <a:ext cx="3718839" cy="1137270"/>
              </a:xfrm>
              <a:prstGeom prst="roundRect">
                <a:avLst>
                  <a:gd name="adj" fmla="val 4626"/>
                </a:avLst>
              </a:prstGeom>
              <a:blipFill>
                <a:blip r:embed="rId4"/>
                <a:stretch>
                  <a:fillRect/>
                </a:stretch>
              </a:blipFill>
              <a:ln w="19050">
                <a:solidFill>
                  <a:srgbClr val="70838B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Rectangle: Rounded Corners 5">
                <a:extLst>
                  <a:ext uri="{FF2B5EF4-FFF2-40B4-BE49-F238E27FC236}">
                    <a16:creationId xmlns:a16="http://schemas.microsoft.com/office/drawing/2014/main" id="{EE21784F-6AFD-492F-A425-308A5200A648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271390" y="3217917"/>
                <a:ext cx="5227599" cy="1137270"/>
              </a:xfrm>
              <a:prstGeom prst="roundRect">
                <a:avLst>
                  <a:gd name="adj" fmla="val 4626"/>
                </a:avLst>
              </a:prstGeom>
              <a:solidFill>
                <a:srgbClr val="F4F5F6"/>
              </a:solidFill>
              <a:ln w="19050">
                <a:solidFill>
                  <a:srgbClr val="70838B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>
                  <a:spcAft>
                    <a:spcPts val="500"/>
                  </a:spcAft>
                  <a:buClr>
                    <a:srgbClr val="619E64"/>
                  </a:buClr>
                  <a:buSzPct val="85000"/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kern="0" smtClean="0">
                          <a:solidFill>
                            <a:srgbClr val="546970"/>
                          </a:solidFill>
                          <a:latin typeface="Cambria Math" panose="02040503050406030204" pitchFamily="18" charset="0"/>
                          <a:ea typeface="Source Sans Pro" panose="020B0503030403020204" pitchFamily="34" charset="0"/>
                          <a:cs typeface="Calibri" panose="020F0502020204030204" pitchFamily="34" charset="0"/>
                        </a:rPr>
                        <m:t>𝑠</m:t>
                      </m:r>
                      <m:r>
                        <a:rPr lang="en-US" b="0" i="1" kern="0" smtClean="0">
                          <a:solidFill>
                            <a:srgbClr val="546970"/>
                          </a:solidFill>
                          <a:latin typeface="Cambria Math" panose="02040503050406030204" pitchFamily="18" charset="0"/>
                          <a:ea typeface="Source Sans Pro" panose="020B0503030403020204" pitchFamily="34" charset="0"/>
                          <a:cs typeface="Calibri" panose="020F0502020204030204" pitchFamily="34" charset="0"/>
                        </a:rPr>
                        <m:t>: </m:t>
                      </m:r>
                      <m:r>
                        <m:rPr>
                          <m:nor/>
                        </m:rPr>
                        <a:rPr lang="en-US" b="0" i="0" kern="0" smtClean="0">
                          <a:solidFill>
                            <a:srgbClr val="546970"/>
                          </a:solidFill>
                          <a:latin typeface="Lucida Sans Typewriter" panose="020B0509030504030204" pitchFamily="49" charset="0"/>
                          <a:ea typeface="Noto Mono" panose="020B0609030804020204" pitchFamily="49" charset="0"/>
                          <a:cs typeface="Noto Mono" panose="020B0609030804020204" pitchFamily="49" charset="0"/>
                        </a:rPr>
                        <m:t>ns</m:t>
                      </m:r>
                      <m:r>
                        <m:rPr>
                          <m:nor/>
                        </m:rPr>
                        <a:rPr lang="en-US" b="0" i="0" kern="0" smtClean="0">
                          <a:solidFill>
                            <a:srgbClr val="546970"/>
                          </a:solidFill>
                          <a:latin typeface="Lucida Sans Typewriter" panose="020B0509030504030204" pitchFamily="49" charset="0"/>
                          <a:ea typeface="Noto Mono" panose="020B0609030804020204" pitchFamily="49" charset="0"/>
                          <a:cs typeface="Noto Mono" panose="020B0609030804020204" pitchFamily="49" charset="0"/>
                        </a:rPr>
                        <m:t>1.</m:t>
                      </m:r>
                      <m:r>
                        <m:rPr>
                          <m:nor/>
                        </m:rPr>
                        <a:rPr lang="en-US" kern="0">
                          <a:solidFill>
                            <a:srgbClr val="546970"/>
                          </a:solidFill>
                          <a:latin typeface="Lucida Sans Typewriter" panose="020B0509030504030204" pitchFamily="49" charset="0"/>
                          <a:ea typeface="Noto Mono" panose="020B0609030804020204" pitchFamily="49" charset="0"/>
                          <a:cs typeface="Noto Mono" panose="020B0609030804020204" pitchFamily="49" charset="0"/>
                        </a:rPr>
                        <m:t>edu</m:t>
                      </m:r>
                      <m:r>
                        <m:rPr>
                          <m:nor/>
                        </m:rPr>
                        <a:rPr lang="en-US" kern="0">
                          <a:solidFill>
                            <a:srgbClr val="546970"/>
                          </a:solidFill>
                          <a:latin typeface="Lucida Sans Typewriter" panose="020B0509030504030204" pitchFamily="49" charset="0"/>
                          <a:ea typeface="Noto Mono" panose="020B0609030804020204" pitchFamily="49" charset="0"/>
                          <a:cs typeface="Noto Mono" panose="020B0609030804020204" pitchFamily="49" charset="0"/>
                        </a:rPr>
                        <m:t>.</m:t>
                      </m:r>
                    </m:oMath>
                  </m:oMathPara>
                </a14:m>
                <a:endParaRPr lang="en-US" kern="0" dirty="0">
                  <a:solidFill>
                    <a:srgbClr val="546970"/>
                  </a:solidFill>
                  <a:latin typeface="Lucida Sans Typewriter" panose="020B0509030504030204" pitchFamily="49" charset="0"/>
                  <a:ea typeface="Noto Mono" panose="020B0609030804020204" pitchFamily="49" charset="0"/>
                  <a:cs typeface="Noto Mono" panose="020B0609030804020204" pitchFamily="49" charset="0"/>
                </a:endParaRPr>
              </a:p>
              <a:p>
                <a:pPr>
                  <a:lnSpc>
                    <a:spcPct val="100000"/>
                  </a:lnSpc>
                  <a:spcAft>
                    <a:spcPts val="500"/>
                  </a:spcAft>
                  <a:buClr>
                    <a:srgbClr val="619E64"/>
                  </a:buClr>
                  <a:buSzPct val="85000"/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kern="0" smtClean="0">
                          <a:solidFill>
                            <a:srgbClr val="546970"/>
                          </a:solidFill>
                          <a:latin typeface="Cambria Math" panose="02040503050406030204" pitchFamily="18" charset="0"/>
                          <a:ea typeface="Source Sans Pro" panose="020B0503030403020204" pitchFamily="34" charset="0"/>
                          <a:cs typeface="Calibri" panose="020F0502020204030204" pitchFamily="34" charset="0"/>
                        </a:rPr>
                        <m:t>𝑞</m:t>
                      </m:r>
                      <m:r>
                        <a:rPr lang="en-US" b="0" i="1" kern="0" smtClean="0">
                          <a:solidFill>
                            <a:srgbClr val="546970"/>
                          </a:solidFill>
                          <a:latin typeface="Cambria Math" panose="02040503050406030204" pitchFamily="18" charset="0"/>
                          <a:ea typeface="Source Sans Pro" panose="020B0503030403020204" pitchFamily="34" charset="0"/>
                          <a:cs typeface="Calibri" panose="020F0502020204030204" pitchFamily="34" charset="0"/>
                        </a:rPr>
                        <m:t>: </m:t>
                      </m:r>
                      <m:d>
                        <m:dPr>
                          <m:begChr m:val="⟨"/>
                          <m:endChr m:val="〉"/>
                          <m:ctrlPr>
                            <a:rPr lang="en-US" b="0" i="1" kern="0" smtClean="0">
                              <a:solidFill>
                                <a:srgbClr val="546970"/>
                              </a:solidFill>
                              <a:latin typeface="Cambria Math" panose="02040503050406030204" pitchFamily="18" charset="0"/>
                              <a:ea typeface="Source Sans Pro" panose="020B0503030403020204" pitchFamily="34" charset="0"/>
                              <a:cs typeface="Calibri" panose="020F0502020204030204" pitchFamily="34" charset="0"/>
                            </a:rPr>
                          </m:ctrlPr>
                        </m:dPr>
                        <m:e>
                          <m:r>
                            <a:rPr lang="en-US" b="0" i="1" kern="0" smtClean="0">
                              <a:solidFill>
                                <a:srgbClr val="546970"/>
                              </a:solidFill>
                              <a:latin typeface="Cambria Math" panose="02040503050406030204" pitchFamily="18" charset="0"/>
                              <a:ea typeface="Source Sans Pro" panose="020B0503030403020204" pitchFamily="34" charset="0"/>
                              <a:cs typeface="Calibri" panose="020F0502020204030204" pitchFamily="34" charset="0"/>
                            </a:rPr>
                            <m:t> </m:t>
                          </m:r>
                          <m:r>
                            <a:rPr lang="en-US" b="0" i="1" kern="0" smtClean="0">
                              <a:solidFill>
                                <a:srgbClr val="546970"/>
                              </a:solidFill>
                              <a:latin typeface="Cambria Math" panose="02040503050406030204" pitchFamily="18" charset="0"/>
                              <a:ea typeface="Source Sans Pro" panose="020B0503030403020204" pitchFamily="34" charset="0"/>
                              <a:cs typeface="Calibri" panose="020F0502020204030204" pitchFamily="34" charset="0"/>
                            </a:rPr>
                            <m:t>𝛼</m:t>
                          </m:r>
                          <m:r>
                            <m:rPr>
                              <m:nor/>
                            </m:rPr>
                            <a:rPr lang="en-US" b="0" i="0" kern="0" smtClean="0">
                              <a:solidFill>
                                <a:srgbClr val="546970"/>
                              </a:solidFill>
                              <a:latin typeface="Lucida Sans Typewriter" panose="020B0509030504030204" pitchFamily="49" charset="0"/>
                              <a:ea typeface="Noto Mono" panose="020B0609030804020204" pitchFamily="49" charset="0"/>
                              <a:cs typeface="Noto Mono" panose="020B0609030804020204" pitchFamily="49" charset="0"/>
                            </a:rPr>
                            <m:t>.</m:t>
                          </m:r>
                          <m:r>
                            <m:rPr>
                              <m:nor/>
                            </m:rPr>
                            <a:rPr lang="en-US" b="0" i="0" kern="0" smtClean="0">
                              <a:solidFill>
                                <a:srgbClr val="546970"/>
                              </a:solidFill>
                              <a:latin typeface="Lucida Sans Typewriter" panose="020B0509030504030204" pitchFamily="49" charset="0"/>
                              <a:ea typeface="Noto Mono" panose="020B0609030804020204" pitchFamily="49" charset="0"/>
                              <a:cs typeface="Noto Mono" panose="020B0609030804020204" pitchFamily="49" charset="0"/>
                            </a:rPr>
                            <m:t>ucla</m:t>
                          </m:r>
                          <m:r>
                            <m:rPr>
                              <m:nor/>
                            </m:rPr>
                            <a:rPr lang="en-US" b="0" i="0" kern="0" smtClean="0">
                              <a:solidFill>
                                <a:srgbClr val="546970"/>
                              </a:solidFill>
                              <a:latin typeface="Lucida Sans Typewriter" panose="020B0509030504030204" pitchFamily="49" charset="0"/>
                              <a:ea typeface="Noto Mono" panose="020B0609030804020204" pitchFamily="49" charset="0"/>
                              <a:cs typeface="Noto Mono" panose="020B0609030804020204" pitchFamily="49" charset="0"/>
                            </a:rPr>
                            <m:t>.</m:t>
                          </m:r>
                          <m:r>
                            <m:rPr>
                              <m:nor/>
                            </m:rPr>
                            <a:rPr lang="en-US" b="0" i="0" kern="0" smtClean="0">
                              <a:solidFill>
                                <a:srgbClr val="546970"/>
                              </a:solidFill>
                              <a:latin typeface="Lucida Sans Typewriter" panose="020B0509030504030204" pitchFamily="49" charset="0"/>
                              <a:ea typeface="Noto Mono" panose="020B0609030804020204" pitchFamily="49" charset="0"/>
                              <a:cs typeface="Noto Mono" panose="020B0609030804020204" pitchFamily="49" charset="0"/>
                            </a:rPr>
                            <m:t>edu</m:t>
                          </m:r>
                          <m:r>
                            <m:rPr>
                              <m:nor/>
                            </m:rPr>
                            <a:rPr lang="en-US" b="0" i="0" kern="0" smtClean="0">
                              <a:solidFill>
                                <a:srgbClr val="546970"/>
                              </a:solidFill>
                              <a:latin typeface="Lucida Sans Typewriter" panose="020B0509030504030204" pitchFamily="49" charset="0"/>
                              <a:ea typeface="Noto Mono" panose="020B0609030804020204" pitchFamily="49" charset="0"/>
                              <a:cs typeface="Noto Mono" panose="020B0609030804020204" pitchFamily="49" charset="0"/>
                            </a:rPr>
                            <m:t>.,{</m:t>
                          </m:r>
                          <m:r>
                            <m:rPr>
                              <m:nor/>
                            </m:rPr>
                            <a:rPr lang="en-US" b="0" i="0" kern="0" smtClean="0">
                              <a:solidFill>
                                <a:srgbClr val="546970"/>
                              </a:solidFill>
                              <a:latin typeface="Lucida Sans Typewriter" panose="020B0509030504030204" pitchFamily="49" charset="0"/>
                              <a:ea typeface="Noto Mono" panose="020B0609030804020204" pitchFamily="49" charset="0"/>
                              <a:cs typeface="Noto Mono" panose="020B0609030804020204" pitchFamily="49" charset="0"/>
                            </a:rPr>
                            <m:t>A</m:t>
                          </m:r>
                          <m:r>
                            <m:rPr>
                              <m:nor/>
                            </m:rPr>
                            <a:rPr lang="en-US" b="0" i="0" kern="0" smtClean="0">
                              <a:solidFill>
                                <a:srgbClr val="546970"/>
                              </a:solidFill>
                              <a:latin typeface="Lucida Sans Typewriter" panose="020B0509030504030204" pitchFamily="49" charset="0"/>
                              <a:ea typeface="Noto Mono" panose="020B0609030804020204" pitchFamily="49" charset="0"/>
                              <a:cs typeface="Noto Mono" panose="020B0609030804020204" pitchFamily="49" charset="0"/>
                            </a:rPr>
                            <m:t>,</m:t>
                          </m:r>
                          <m:r>
                            <m:rPr>
                              <m:nor/>
                            </m:rPr>
                            <a:rPr lang="en-US" b="0" i="0" kern="0" smtClean="0">
                              <a:solidFill>
                                <a:srgbClr val="546970"/>
                              </a:solidFill>
                              <a:latin typeface="Lucida Sans Typewriter" panose="020B0509030504030204" pitchFamily="49" charset="0"/>
                              <a:ea typeface="Noto Mono" panose="020B0609030804020204" pitchFamily="49" charset="0"/>
                              <a:cs typeface="Noto Mono" panose="020B0609030804020204" pitchFamily="49" charset="0"/>
                            </a:rPr>
                            <m:t>NS</m:t>
                          </m:r>
                          <m:r>
                            <m:rPr>
                              <m:nor/>
                            </m:rPr>
                            <a:rPr lang="en-US" b="0" i="0" kern="0" smtClean="0">
                              <a:solidFill>
                                <a:srgbClr val="546970"/>
                              </a:solidFill>
                              <a:latin typeface="Lucida Sans Typewriter" panose="020B0509030504030204" pitchFamily="49" charset="0"/>
                              <a:ea typeface="Noto Mono" panose="020B0609030804020204" pitchFamily="49" charset="0"/>
                              <a:cs typeface="Noto Mono" panose="020B0609030804020204" pitchFamily="49" charset="0"/>
                            </a:rPr>
                            <m:t>,</m:t>
                          </m:r>
                          <m:r>
                            <m:rPr>
                              <m:nor/>
                            </m:rPr>
                            <a:rPr lang="en-US" b="0" i="0" kern="0" smtClean="0">
                              <a:solidFill>
                                <a:srgbClr val="546970"/>
                              </a:solidFill>
                              <a:latin typeface="Lucida Sans Typewriter" panose="020B0509030504030204" pitchFamily="49" charset="0"/>
                              <a:ea typeface="Noto Mono" panose="020B0609030804020204" pitchFamily="49" charset="0"/>
                              <a:cs typeface="Noto Mono" panose="020B0609030804020204" pitchFamily="49" charset="0"/>
                            </a:rPr>
                            <m:t>TXT</m:t>
                          </m:r>
                          <m:r>
                            <m:rPr>
                              <m:nor/>
                            </m:rPr>
                            <a:rPr lang="en-US" b="0" i="0" kern="0" smtClean="0">
                              <a:solidFill>
                                <a:srgbClr val="546970"/>
                              </a:solidFill>
                              <a:latin typeface="Lucida Sans Typewriter" panose="020B0509030504030204" pitchFamily="49" charset="0"/>
                              <a:ea typeface="Noto Mono" panose="020B0609030804020204" pitchFamily="49" charset="0"/>
                              <a:cs typeface="Noto Mono" panose="020B0609030804020204" pitchFamily="49" charset="0"/>
                            </a:rPr>
                            <m:t>}</m:t>
                          </m:r>
                        </m:e>
                      </m:d>
                    </m:oMath>
                  </m:oMathPara>
                </a14:m>
                <a:endParaRPr lang="en-US" b="0" kern="0" dirty="0">
                  <a:solidFill>
                    <a:srgbClr val="546970"/>
                  </a:solidFill>
                  <a:latin typeface="Lucida Sans Typewriter" panose="020B0509030504030204" pitchFamily="49" charset="0"/>
                  <a:ea typeface="Noto Mono" panose="020B0609030804020204" pitchFamily="49" charset="0"/>
                  <a:cs typeface="Noto Mono" panose="020B0609030804020204" pitchFamily="49" charset="0"/>
                </a:endParaRPr>
              </a:p>
              <a:p>
                <a:pPr>
                  <a:spcAft>
                    <a:spcPts val="500"/>
                  </a:spcAft>
                  <a:buClr>
                    <a:srgbClr val="619E64"/>
                  </a:buClr>
                  <a:buSzPct val="85000"/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F4F5F6"/>
                          </a:solidFill>
                          <a:latin typeface="Cambria Math" panose="02040503050406030204" pitchFamily="18" charset="0"/>
                          <a:ea typeface="Source Sans Pro" panose="020B0503030403020204" pitchFamily="34" charset="0"/>
                        </a:rPr>
                        <m:t>⟩</m:t>
                      </m:r>
                    </m:oMath>
                  </m:oMathPara>
                </a14:m>
                <a:endParaRPr lang="en-US" kern="0" dirty="0">
                  <a:solidFill>
                    <a:srgbClr val="546970"/>
                  </a:solidFill>
                  <a:latin typeface="Noto Mono" panose="020B0609030804020204" pitchFamily="49" charset="0"/>
                  <a:ea typeface="Noto Mono" panose="020B0609030804020204" pitchFamily="49" charset="0"/>
                  <a:cs typeface="Noto Mono" panose="020B0609030804020204" pitchFamily="49" charset="0"/>
                </a:endParaRPr>
              </a:p>
            </p:txBody>
          </p:sp>
        </mc:Choice>
        <mc:Fallback>
          <p:sp>
            <p:nvSpPr>
              <p:cNvPr id="6" name="Rectangle: Rounded Corners 5">
                <a:extLst>
                  <a:ext uri="{FF2B5EF4-FFF2-40B4-BE49-F238E27FC236}">
                    <a16:creationId xmlns:a16="http://schemas.microsoft.com/office/drawing/2014/main" id="{EE21784F-6AFD-492F-A425-308A5200A64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1390" y="3217917"/>
                <a:ext cx="5227599" cy="1137270"/>
              </a:xfrm>
              <a:prstGeom prst="roundRect">
                <a:avLst>
                  <a:gd name="adj" fmla="val 4626"/>
                </a:avLst>
              </a:prstGeom>
              <a:blipFill>
                <a:blip r:embed="rId5"/>
                <a:stretch>
                  <a:fillRect/>
                </a:stretch>
              </a:blipFill>
              <a:ln w="19050">
                <a:solidFill>
                  <a:srgbClr val="70838B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Rectangle: Rounded Corners 8">
                <a:extLst>
                  <a:ext uri="{FF2B5EF4-FFF2-40B4-BE49-F238E27FC236}">
                    <a16:creationId xmlns:a16="http://schemas.microsoft.com/office/drawing/2014/main" id="{BA8CC8A7-534A-430C-8314-67B393D691F9}"/>
                  </a:ext>
                </a:extLst>
              </p:cNvPr>
              <p:cNvSpPr/>
              <p:nvPr/>
            </p:nvSpPr>
            <p:spPr>
              <a:xfrm>
                <a:off x="6096000" y="3228228"/>
                <a:ext cx="3665499" cy="1137270"/>
              </a:xfrm>
              <a:prstGeom prst="roundRect">
                <a:avLst>
                  <a:gd name="adj" fmla="val 4626"/>
                </a:avLst>
              </a:prstGeom>
              <a:solidFill>
                <a:srgbClr val="F4F5F6"/>
              </a:solidFill>
              <a:ln w="19050">
                <a:solidFill>
                  <a:srgbClr val="70838B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wrap="square" rtlCol="0" anchor="ctr">
                <a:spAutoFit/>
              </a:bodyPr>
              <a:lstStyle/>
              <a:p>
                <a:pPr>
                  <a:spcAft>
                    <a:spcPts val="500"/>
                  </a:spcAft>
                  <a:buClr>
                    <a:srgbClr val="619E64"/>
                  </a:buClr>
                  <a:buSzPct val="85000"/>
                  <a:defRPr/>
                </a:pPr>
                <a14:m>
                  <m:oMath xmlns:m="http://schemas.openxmlformats.org/officeDocument/2006/math">
                    <m:r>
                      <a:rPr lang="en-US" b="0" i="1" kern="0" smtClean="0">
                        <a:solidFill>
                          <a:srgbClr val="546970"/>
                        </a:solidFill>
                        <a:latin typeface="Cambria Math" panose="02040503050406030204" pitchFamily="18" charset="0"/>
                        <a:ea typeface="Source Sans Pro" panose="020B0503030403020204" pitchFamily="34" charset="0"/>
                        <a:cs typeface="Calibri" panose="020F0502020204030204" pitchFamily="34" charset="0"/>
                      </a:rPr>
                      <m:t>𝑠</m:t>
                    </m:r>
                    <m:r>
                      <a:rPr lang="en-US" b="0" i="1" kern="0" smtClean="0">
                        <a:solidFill>
                          <a:srgbClr val="546970"/>
                        </a:solidFill>
                        <a:latin typeface="Cambria Math" panose="02040503050406030204" pitchFamily="18" charset="0"/>
                        <a:ea typeface="Source Sans Pro" panose="020B0503030403020204" pitchFamily="34" charset="0"/>
                        <a:cs typeface="Calibri" panose="020F0502020204030204" pitchFamily="34" charset="0"/>
                      </a:rPr>
                      <m:t>: </m:t>
                    </m:r>
                  </m:oMath>
                </a14:m>
                <a:r>
                  <a:rPr lang="en-US" kern="0" dirty="0">
                    <a:solidFill>
                      <a:srgbClr val="546970"/>
                    </a:solidFill>
                    <a:latin typeface="Noto Mono" panose="020B0609030804020204" pitchFamily="49" charset="0"/>
                    <a:ea typeface="Noto Mono" panose="020B0609030804020204" pitchFamily="49" charset="0"/>
                    <a:cs typeface="Noto Mono" panose="020B0609030804020204" pitchFamily="49" charset="0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kern="0">
                        <a:solidFill>
                          <a:srgbClr val="546970"/>
                        </a:solidFill>
                        <a:latin typeface="Lucida Sans Typewriter" panose="020B0509030504030204" pitchFamily="49" charset="0"/>
                        <a:ea typeface="Noto Mono" panose="020B0609030804020204" pitchFamily="49" charset="0"/>
                        <a:cs typeface="Noto Mono" panose="020B0609030804020204" pitchFamily="49" charset="0"/>
                      </a:rPr>
                      <m:t>ns</m:t>
                    </m:r>
                    <m:r>
                      <m:rPr>
                        <m:nor/>
                      </m:rPr>
                      <a:rPr lang="en-US" b="0" i="0" kern="0" smtClean="0">
                        <a:solidFill>
                          <a:srgbClr val="546970"/>
                        </a:solidFill>
                        <a:latin typeface="Lucida Sans Typewriter" panose="020B0509030504030204" pitchFamily="49" charset="0"/>
                        <a:ea typeface="Noto Mono" panose="020B0609030804020204" pitchFamily="49" charset="0"/>
                        <a:cs typeface="Noto Mono" panose="020B0609030804020204" pitchFamily="49" charset="0"/>
                      </a:rPr>
                      <m:t>2</m:t>
                    </m:r>
                    <m:r>
                      <m:rPr>
                        <m:nor/>
                      </m:rPr>
                      <a:rPr lang="en-US" kern="0">
                        <a:solidFill>
                          <a:srgbClr val="546970"/>
                        </a:solidFill>
                        <a:latin typeface="Lucida Sans Typewriter" panose="020B0509030504030204" pitchFamily="49" charset="0"/>
                        <a:ea typeface="Noto Mono" panose="020B0609030804020204" pitchFamily="49" charset="0"/>
                        <a:cs typeface="Noto Mono" panose="020B0609030804020204" pitchFamily="49" charset="0"/>
                      </a:rPr>
                      <m:t>.</m:t>
                    </m:r>
                    <m:r>
                      <m:rPr>
                        <m:nor/>
                      </m:rPr>
                      <a:rPr lang="en-US" kern="0">
                        <a:solidFill>
                          <a:srgbClr val="546970"/>
                        </a:solidFill>
                        <a:latin typeface="Lucida Sans Typewriter" panose="020B0509030504030204" pitchFamily="49" charset="0"/>
                        <a:ea typeface="Noto Mono" panose="020B0609030804020204" pitchFamily="49" charset="0"/>
                        <a:cs typeface="Noto Mono" panose="020B0609030804020204" pitchFamily="49" charset="0"/>
                      </a:rPr>
                      <m:t>edu</m:t>
                    </m:r>
                    <m:r>
                      <m:rPr>
                        <m:nor/>
                      </m:rPr>
                      <a:rPr lang="en-US" kern="0">
                        <a:solidFill>
                          <a:srgbClr val="546970"/>
                        </a:solidFill>
                        <a:latin typeface="Lucida Sans Typewriter" panose="020B0509030504030204" pitchFamily="49" charset="0"/>
                        <a:ea typeface="Noto Mono" panose="020B0609030804020204" pitchFamily="49" charset="0"/>
                        <a:cs typeface="Noto Mono" panose="020B0609030804020204" pitchFamily="49" charset="0"/>
                      </a:rPr>
                      <m:t>.</m:t>
                    </m:r>
                  </m:oMath>
                </a14:m>
                <a:endParaRPr lang="en-US" kern="0" dirty="0">
                  <a:solidFill>
                    <a:srgbClr val="546970"/>
                  </a:solidFill>
                  <a:latin typeface="Lucida Sans Typewriter" panose="020B0509030504030204" pitchFamily="49" charset="0"/>
                  <a:ea typeface="Noto Mono" panose="020B0609030804020204" pitchFamily="49" charset="0"/>
                  <a:cs typeface="Noto Mono" panose="020B0609030804020204" pitchFamily="49" charset="0"/>
                </a:endParaRPr>
              </a:p>
              <a:p>
                <a:pPr>
                  <a:lnSpc>
                    <a:spcPct val="100000"/>
                  </a:lnSpc>
                  <a:spcAft>
                    <a:spcPts val="500"/>
                  </a:spcAft>
                  <a:buClr>
                    <a:srgbClr val="619E64"/>
                  </a:buClr>
                  <a:buSzPct val="85000"/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kern="0" smtClean="0">
                          <a:solidFill>
                            <a:srgbClr val="546970"/>
                          </a:solidFill>
                          <a:latin typeface="Cambria Math" panose="02040503050406030204" pitchFamily="18" charset="0"/>
                          <a:ea typeface="Source Sans Pro" panose="020B0503030403020204" pitchFamily="34" charset="0"/>
                          <a:cs typeface="Calibri" panose="020F0502020204030204" pitchFamily="34" charset="0"/>
                        </a:rPr>
                        <m:t>𝑞</m:t>
                      </m:r>
                      <m:r>
                        <a:rPr lang="en-US" b="0" i="1" kern="0" smtClean="0">
                          <a:solidFill>
                            <a:srgbClr val="546970"/>
                          </a:solidFill>
                          <a:latin typeface="Cambria Math" panose="02040503050406030204" pitchFamily="18" charset="0"/>
                          <a:ea typeface="Source Sans Pro" panose="020B0503030403020204" pitchFamily="34" charset="0"/>
                          <a:cs typeface="Calibri" panose="020F0502020204030204" pitchFamily="34" charset="0"/>
                        </a:rPr>
                        <m:t>: </m:t>
                      </m:r>
                      <m:d>
                        <m:dPr>
                          <m:begChr m:val="⟨"/>
                          <m:endChr m:val="〉"/>
                          <m:ctrlPr>
                            <a:rPr lang="en-US" b="0" i="1" kern="0" smtClean="0">
                              <a:solidFill>
                                <a:srgbClr val="546970"/>
                              </a:solidFill>
                              <a:latin typeface="Cambria Math" panose="02040503050406030204" pitchFamily="18" charset="0"/>
                              <a:ea typeface="Source Sans Pro" panose="020B0503030403020204" pitchFamily="34" charset="0"/>
                              <a:cs typeface="Calibri" panose="020F0502020204030204" pitchFamily="34" charset="0"/>
                            </a:rPr>
                          </m:ctrlPr>
                        </m:dPr>
                        <m:e>
                          <m:r>
                            <a:rPr lang="en-US" b="0" i="1" kern="0" smtClean="0">
                              <a:solidFill>
                                <a:srgbClr val="546970"/>
                              </a:solidFill>
                              <a:latin typeface="Cambria Math" panose="02040503050406030204" pitchFamily="18" charset="0"/>
                              <a:ea typeface="Source Sans Pro" panose="020B0503030403020204" pitchFamily="34" charset="0"/>
                              <a:cs typeface="Calibri" panose="020F0502020204030204" pitchFamily="34" charset="0"/>
                            </a:rPr>
                            <m:t> </m:t>
                          </m:r>
                          <m:r>
                            <a:rPr lang="en-US" b="0" i="1" kern="0" smtClean="0">
                              <a:solidFill>
                                <a:srgbClr val="546970"/>
                              </a:solidFill>
                              <a:latin typeface="Cambria Math" panose="02040503050406030204" pitchFamily="18" charset="0"/>
                              <a:ea typeface="Source Sans Pro" panose="020B0503030403020204" pitchFamily="34" charset="0"/>
                              <a:cs typeface="Calibri" panose="020F0502020204030204" pitchFamily="34" charset="0"/>
                            </a:rPr>
                            <m:t>𝛼</m:t>
                          </m:r>
                          <m:r>
                            <m:rPr>
                              <m:nor/>
                            </m:rPr>
                            <a:rPr lang="en-US" b="0" i="0" kern="0" smtClean="0">
                              <a:solidFill>
                                <a:srgbClr val="546970"/>
                              </a:solidFill>
                              <a:latin typeface="Lucida Sans Typewriter" panose="020B0509030504030204" pitchFamily="49" charset="0"/>
                              <a:ea typeface="Noto Mono" panose="020B0609030804020204" pitchFamily="49" charset="0"/>
                              <a:cs typeface="Noto Mono" panose="020B0609030804020204" pitchFamily="49" charset="0"/>
                            </a:rPr>
                            <m:t>.</m:t>
                          </m:r>
                          <m:r>
                            <m:rPr>
                              <m:nor/>
                            </m:rPr>
                            <a:rPr lang="en-US" b="0" i="0" kern="0" smtClean="0">
                              <a:solidFill>
                                <a:srgbClr val="546970"/>
                              </a:solidFill>
                              <a:latin typeface="Lucida Sans Typewriter" panose="020B0509030504030204" pitchFamily="49" charset="0"/>
                              <a:ea typeface="Noto Mono" panose="020B0609030804020204" pitchFamily="49" charset="0"/>
                              <a:cs typeface="Noto Mono" panose="020B0609030804020204" pitchFamily="49" charset="0"/>
                            </a:rPr>
                            <m:t>ucla</m:t>
                          </m:r>
                          <m:r>
                            <m:rPr>
                              <m:nor/>
                            </m:rPr>
                            <a:rPr lang="en-US" b="0" i="0" kern="0" smtClean="0">
                              <a:solidFill>
                                <a:srgbClr val="546970"/>
                              </a:solidFill>
                              <a:latin typeface="Lucida Sans Typewriter" panose="020B0509030504030204" pitchFamily="49" charset="0"/>
                              <a:ea typeface="Noto Mono" panose="020B0609030804020204" pitchFamily="49" charset="0"/>
                              <a:cs typeface="Noto Mono" panose="020B0609030804020204" pitchFamily="49" charset="0"/>
                            </a:rPr>
                            <m:t>.</m:t>
                          </m:r>
                          <m:r>
                            <m:rPr>
                              <m:nor/>
                            </m:rPr>
                            <a:rPr lang="en-US" b="0" i="0" kern="0" smtClean="0">
                              <a:solidFill>
                                <a:srgbClr val="546970"/>
                              </a:solidFill>
                              <a:latin typeface="Lucida Sans Typewriter" panose="020B0509030504030204" pitchFamily="49" charset="0"/>
                              <a:ea typeface="Noto Mono" panose="020B0609030804020204" pitchFamily="49" charset="0"/>
                              <a:cs typeface="Noto Mono" panose="020B0609030804020204" pitchFamily="49" charset="0"/>
                            </a:rPr>
                            <m:t>edu</m:t>
                          </m:r>
                          <m:r>
                            <m:rPr>
                              <m:nor/>
                            </m:rPr>
                            <a:rPr lang="en-US" b="0" i="0" kern="0" smtClean="0">
                              <a:solidFill>
                                <a:srgbClr val="546970"/>
                              </a:solidFill>
                              <a:latin typeface="Lucida Sans Typewriter" panose="020B0509030504030204" pitchFamily="49" charset="0"/>
                              <a:ea typeface="Noto Mono" panose="020B0609030804020204" pitchFamily="49" charset="0"/>
                              <a:cs typeface="Noto Mono" panose="020B0609030804020204" pitchFamily="49" charset="0"/>
                            </a:rPr>
                            <m:t>.,{</m:t>
                          </m:r>
                          <m:r>
                            <m:rPr>
                              <m:nor/>
                            </m:rPr>
                            <a:rPr lang="en-US" b="0" i="0" kern="0" smtClean="0">
                              <a:solidFill>
                                <a:srgbClr val="546970"/>
                              </a:solidFill>
                              <a:latin typeface="Lucida Sans Typewriter" panose="020B0509030504030204" pitchFamily="49" charset="0"/>
                              <a:ea typeface="Noto Mono" panose="020B0609030804020204" pitchFamily="49" charset="0"/>
                              <a:cs typeface="Noto Mono" panose="020B0609030804020204" pitchFamily="49" charset="0"/>
                            </a:rPr>
                            <m:t>A</m:t>
                          </m:r>
                          <m:r>
                            <m:rPr>
                              <m:nor/>
                            </m:rPr>
                            <a:rPr lang="en-US" b="0" i="0" kern="0" smtClean="0">
                              <a:solidFill>
                                <a:srgbClr val="546970"/>
                              </a:solidFill>
                              <a:latin typeface="Lucida Sans Typewriter" panose="020B0509030504030204" pitchFamily="49" charset="0"/>
                              <a:ea typeface="Noto Mono" panose="020B0609030804020204" pitchFamily="49" charset="0"/>
                              <a:cs typeface="Noto Mono" panose="020B0609030804020204" pitchFamily="49" charset="0"/>
                            </a:rPr>
                            <m:t>,</m:t>
                          </m:r>
                          <m:r>
                            <m:rPr>
                              <m:nor/>
                            </m:rPr>
                            <a:rPr lang="en-US" b="0" i="0" kern="0" smtClean="0">
                              <a:solidFill>
                                <a:srgbClr val="546970"/>
                              </a:solidFill>
                              <a:latin typeface="Lucida Sans Typewriter" panose="020B0509030504030204" pitchFamily="49" charset="0"/>
                              <a:ea typeface="Noto Mono" panose="020B0609030804020204" pitchFamily="49" charset="0"/>
                              <a:cs typeface="Noto Mono" panose="020B0609030804020204" pitchFamily="49" charset="0"/>
                            </a:rPr>
                            <m:t>NS</m:t>
                          </m:r>
                          <m:r>
                            <m:rPr>
                              <m:nor/>
                            </m:rPr>
                            <a:rPr lang="en-US" b="0" i="0" kern="0" smtClean="0">
                              <a:solidFill>
                                <a:srgbClr val="546970"/>
                              </a:solidFill>
                              <a:latin typeface="Lucida Sans Typewriter" panose="020B0509030504030204" pitchFamily="49" charset="0"/>
                              <a:ea typeface="Noto Mono" panose="020B0609030804020204" pitchFamily="49" charset="0"/>
                              <a:cs typeface="Noto Mono" panose="020B0609030804020204" pitchFamily="49" charset="0"/>
                            </a:rPr>
                            <m:t>,</m:t>
                          </m:r>
                          <m:r>
                            <m:rPr>
                              <m:nor/>
                            </m:rPr>
                            <a:rPr lang="en-US" b="0" i="0" kern="0" smtClean="0">
                              <a:solidFill>
                                <a:srgbClr val="546970"/>
                              </a:solidFill>
                              <a:latin typeface="Lucida Sans Typewriter" panose="020B0509030504030204" pitchFamily="49" charset="0"/>
                              <a:ea typeface="Noto Mono" panose="020B0609030804020204" pitchFamily="49" charset="0"/>
                              <a:cs typeface="Noto Mono" panose="020B0609030804020204" pitchFamily="49" charset="0"/>
                            </a:rPr>
                            <m:t>TXT</m:t>
                          </m:r>
                          <m:r>
                            <m:rPr>
                              <m:nor/>
                            </m:rPr>
                            <a:rPr lang="en-US" b="0" i="0" kern="0" smtClean="0">
                              <a:solidFill>
                                <a:srgbClr val="546970"/>
                              </a:solidFill>
                              <a:latin typeface="Lucida Sans Typewriter" panose="020B0509030504030204" pitchFamily="49" charset="0"/>
                              <a:ea typeface="Noto Mono" panose="020B0609030804020204" pitchFamily="49" charset="0"/>
                              <a:cs typeface="Noto Mono" panose="020B0609030804020204" pitchFamily="49" charset="0"/>
                            </a:rPr>
                            <m:t>}</m:t>
                          </m:r>
                        </m:e>
                      </m:d>
                    </m:oMath>
                  </m:oMathPara>
                </a14:m>
                <a:endParaRPr lang="en-US" b="0" kern="0" dirty="0">
                  <a:solidFill>
                    <a:srgbClr val="546970"/>
                  </a:solidFill>
                  <a:latin typeface="Lucida Sans Typewriter" panose="020B0509030504030204" pitchFamily="49" charset="0"/>
                  <a:ea typeface="Noto Mono" panose="020B0609030804020204" pitchFamily="49" charset="0"/>
                  <a:cs typeface="Noto Mono" panose="020B0609030804020204" pitchFamily="49" charset="0"/>
                </a:endParaRPr>
              </a:p>
              <a:p>
                <a:pPr>
                  <a:spcAft>
                    <a:spcPts val="500"/>
                  </a:spcAft>
                  <a:buClr>
                    <a:srgbClr val="619E64"/>
                  </a:buClr>
                  <a:buSzPct val="85000"/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i="1" kern="0">
                          <a:solidFill>
                            <a:srgbClr val="546970"/>
                          </a:solidFill>
                          <a:latin typeface="Cambria Math" panose="02040503050406030204" pitchFamily="18" charset="0"/>
                          <a:ea typeface="Source Sans Pro" panose="020B0503030403020204" pitchFamily="34" charset="0"/>
                          <a:cs typeface="Calibri" panose="020F0502020204030204" pitchFamily="34" charset="0"/>
                        </a:rPr>
                        <m:t>𝑎</m:t>
                      </m:r>
                      <m:r>
                        <a:rPr lang="en-US" i="1" kern="0">
                          <a:solidFill>
                            <a:srgbClr val="546970"/>
                          </a:solidFill>
                          <a:latin typeface="Cambria Math" panose="02040503050406030204" pitchFamily="18" charset="0"/>
                          <a:ea typeface="Source Sans Pro" panose="020B0503030403020204" pitchFamily="34" charset="0"/>
                          <a:cs typeface="Calibri" panose="020F0502020204030204" pitchFamily="34" charset="0"/>
                        </a:rPr>
                        <m:t>: ⟨</m:t>
                      </m:r>
                      <m:r>
                        <m:rPr>
                          <m:nor/>
                        </m:rPr>
                        <a:rPr lang="en-US" cap="small">
                          <a:solidFill>
                            <a:srgbClr val="546970"/>
                          </a:solidFill>
                          <a:latin typeface="Lucida Sans Typewriter" panose="020B0509030504030204" pitchFamily="49" charset="0"/>
                          <a:ea typeface="Noto Mono" panose="020B0609030804020204" pitchFamily="49" charset="0"/>
                          <a:cs typeface="Noto Mono" panose="020B0609030804020204" pitchFamily="49" charset="0"/>
                        </a:rPr>
                        <m:t>NX</m:t>
                      </m:r>
                      <m:r>
                        <a:rPr lang="en-US" i="1">
                          <a:solidFill>
                            <a:srgbClr val="546970"/>
                          </a:solidFill>
                          <a:latin typeface="Cambria Math" panose="02040503050406030204" pitchFamily="18" charset="0"/>
                          <a:ea typeface="Source Sans Pro" panose="020B0503030403020204" pitchFamily="34" charset="0"/>
                        </a:rPr>
                        <m:t>, </m:t>
                      </m:r>
                      <m:r>
                        <a:rPr lang="en-US" i="1">
                          <a:solidFill>
                            <a:srgbClr val="546970"/>
                          </a:solidFill>
                          <a:latin typeface="Cambria Math" panose="02040503050406030204" pitchFamily="18" charset="0"/>
                          <a:ea typeface="Source Sans Pro" panose="020B0503030403020204" pitchFamily="34" charset="0"/>
                        </a:rPr>
                        <m:t>∅⟩</m:t>
                      </m:r>
                      <m:r>
                        <a:rPr lang="en-US" b="0" i="1" kern="0" smtClean="0">
                          <a:solidFill>
                            <a:srgbClr val="F4F5F6"/>
                          </a:solidFill>
                          <a:latin typeface="Cambria Math" panose="02040503050406030204" pitchFamily="18" charset="0"/>
                          <a:ea typeface="Source Sans Pro" panose="020B0503030403020204" pitchFamily="34" charset="0"/>
                          <a:cs typeface="Calibri" panose="020F0502020204030204" pitchFamily="34" charset="0"/>
                        </a:rPr>
                        <m:t>𝑎</m:t>
                      </m:r>
                      <m:r>
                        <a:rPr lang="en-US" b="0" i="1" kern="0" smtClean="0">
                          <a:solidFill>
                            <a:srgbClr val="F4F5F6"/>
                          </a:solidFill>
                          <a:latin typeface="Cambria Math" panose="02040503050406030204" pitchFamily="18" charset="0"/>
                          <a:ea typeface="Source Sans Pro" panose="020B0503030403020204" pitchFamily="34" charset="0"/>
                          <a:cs typeface="Calibri" panose="020F0502020204030204" pitchFamily="34" charset="0"/>
                        </a:rPr>
                        <m:t>: ⟨</m:t>
                      </m:r>
                      <m:r>
                        <m:rPr>
                          <m:nor/>
                        </m:rPr>
                        <a:rPr lang="en-US" b="0" i="0" cap="small" smtClean="0">
                          <a:solidFill>
                            <a:srgbClr val="F4F5F6"/>
                          </a:solidFill>
                          <a:latin typeface="Lucida Sans Typewriter" panose="020B0509030504030204" pitchFamily="49" charset="0"/>
                          <a:ea typeface="Noto Mono" panose="020B0609030804020204" pitchFamily="49" charset="0"/>
                          <a:cs typeface="Noto Mono" panose="020B0609030804020204" pitchFamily="49" charset="0"/>
                        </a:rPr>
                        <m:t>NX</m:t>
                      </m:r>
                      <m:r>
                        <a:rPr lang="en-US" i="1">
                          <a:solidFill>
                            <a:srgbClr val="F4F5F6"/>
                          </a:solidFill>
                          <a:latin typeface="Cambria Math" panose="02040503050406030204" pitchFamily="18" charset="0"/>
                          <a:ea typeface="Source Sans Pro" panose="020B0503030403020204" pitchFamily="34" charset="0"/>
                        </a:rPr>
                        <m:t>, </m:t>
                      </m:r>
                      <m:r>
                        <a:rPr lang="en-US" b="0" i="1" smtClean="0">
                          <a:solidFill>
                            <a:srgbClr val="F4F5F6"/>
                          </a:solidFill>
                          <a:latin typeface="Cambria Math" panose="02040503050406030204" pitchFamily="18" charset="0"/>
                          <a:ea typeface="Source Sans Pro" panose="020B0503030403020204" pitchFamily="34" charset="0"/>
                        </a:rPr>
                        <m:t>∅⟩</m:t>
                      </m:r>
                    </m:oMath>
                  </m:oMathPara>
                </a14:m>
                <a:endParaRPr lang="en-US" kern="0" dirty="0">
                  <a:solidFill>
                    <a:srgbClr val="F4F5F6"/>
                  </a:solidFill>
                  <a:latin typeface="Lucida Sans Typewriter" panose="020B0509030504030204" pitchFamily="49" charset="0"/>
                  <a:ea typeface="Noto Mono" panose="020B0609030804020204" pitchFamily="49" charset="0"/>
                  <a:cs typeface="Noto Mono" panose="020B0609030804020204" pitchFamily="49" charset="0"/>
                </a:endParaRPr>
              </a:p>
            </p:txBody>
          </p:sp>
        </mc:Choice>
        <mc:Fallback>
          <p:sp>
            <p:nvSpPr>
              <p:cNvPr id="9" name="Rectangle: Rounded Corners 8">
                <a:extLst>
                  <a:ext uri="{FF2B5EF4-FFF2-40B4-BE49-F238E27FC236}">
                    <a16:creationId xmlns:a16="http://schemas.microsoft.com/office/drawing/2014/main" id="{BA8CC8A7-534A-430C-8314-67B393D691F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0" y="3228228"/>
                <a:ext cx="3665499" cy="1137270"/>
              </a:xfrm>
              <a:prstGeom prst="roundRect">
                <a:avLst>
                  <a:gd name="adj" fmla="val 4626"/>
                </a:avLst>
              </a:prstGeom>
              <a:blipFill>
                <a:blip r:embed="rId6"/>
                <a:stretch>
                  <a:fillRect/>
                </a:stretch>
              </a:blipFill>
              <a:ln w="19050">
                <a:solidFill>
                  <a:srgbClr val="70838B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D98BA2A3-38F3-4C8F-A961-2BB33AC7B217}"/>
              </a:ext>
            </a:extLst>
          </p:cNvPr>
          <p:cNvCxnSpPr>
            <a:cxnSpLocks/>
            <a:endCxn id="6" idx="0"/>
          </p:cNvCxnSpPr>
          <p:nvPr/>
        </p:nvCxnSpPr>
        <p:spPr>
          <a:xfrm flipH="1">
            <a:off x="2885190" y="2600350"/>
            <a:ext cx="2618298" cy="617567"/>
          </a:xfrm>
          <a:prstGeom prst="straightConnector1">
            <a:avLst/>
          </a:prstGeom>
          <a:ln w="28575">
            <a:solidFill>
              <a:srgbClr val="54697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61D046A1-ECE3-4792-83CD-967F193B2339}"/>
              </a:ext>
            </a:extLst>
          </p:cNvPr>
          <p:cNvCxnSpPr>
            <a:cxnSpLocks/>
            <a:endCxn id="9" idx="0"/>
          </p:cNvCxnSpPr>
          <p:nvPr/>
        </p:nvCxnSpPr>
        <p:spPr>
          <a:xfrm>
            <a:off x="5503488" y="2600350"/>
            <a:ext cx="2425262" cy="627878"/>
          </a:xfrm>
          <a:prstGeom prst="straightConnector1">
            <a:avLst/>
          </a:prstGeom>
          <a:ln w="28575">
            <a:solidFill>
              <a:srgbClr val="54697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" name="Table 31">
            <a:extLst>
              <a:ext uri="{FF2B5EF4-FFF2-40B4-BE49-F238E27FC236}">
                <a16:creationId xmlns:a16="http://schemas.microsoft.com/office/drawing/2014/main" id="{519A7936-7B7A-4462-B4F8-33D11ACF3AF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7034699"/>
              </p:ext>
            </p:extLst>
          </p:nvPr>
        </p:nvGraphicFramePr>
        <p:xfrm>
          <a:off x="271390" y="1176934"/>
          <a:ext cx="4674729" cy="1709563"/>
        </p:xfrm>
        <a:graphic>
          <a:graphicData uri="http://schemas.openxmlformats.org/drawingml/2006/table">
            <a:tbl>
              <a:tblPr firstRow="1" bandRow="1">
                <a:effectLst>
                  <a:outerShdw blurRad="50800" sx="101000" sy="101000" algn="ctr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817229">
                  <a:extLst>
                    <a:ext uri="{9D8B030D-6E8A-4147-A177-3AD203B41FA5}">
                      <a16:colId xmlns:a16="http://schemas.microsoft.com/office/drawing/2014/main" val="448935893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3392558462"/>
                    </a:ext>
                  </a:extLst>
                </a:gridCol>
                <a:gridCol w="2034540">
                  <a:extLst>
                    <a:ext uri="{9D8B030D-6E8A-4147-A177-3AD203B41FA5}">
                      <a16:colId xmlns:a16="http://schemas.microsoft.com/office/drawing/2014/main" val="3314790156"/>
                    </a:ext>
                  </a:extLst>
                </a:gridCol>
              </a:tblGrid>
              <a:tr h="332285"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rgbClr val="657B83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Domain Name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FB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rgbClr val="657B83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Type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FB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rgbClr val="657B83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Data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FB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15431099"/>
                  </a:ext>
                </a:extLst>
              </a:tr>
              <a:tr h="327739"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rgbClr val="657B83"/>
                          </a:solidFill>
                          <a:latin typeface="Lucida Sans Typewriter" panose="020B0509030504030204" pitchFamily="49" charset="0"/>
                          <a:ea typeface="Noto Mono" panose="020B0609030804020204" pitchFamily="49" charset="0"/>
                          <a:cs typeface="Noto Mono" panose="020B0609030804020204" pitchFamily="49" charset="0"/>
                        </a:rPr>
                        <a:t>ucla.edu.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FB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solidFill>
                            <a:srgbClr val="657B83"/>
                          </a:solidFill>
                          <a:latin typeface="Lucida Sans Typewriter" panose="020B0509030504030204" pitchFamily="49" charset="0"/>
                          <a:ea typeface="Noto Mono" panose="020B0609030804020204" pitchFamily="49" charset="0"/>
                          <a:cs typeface="Noto Mono" panose="020B0609030804020204" pitchFamily="49" charset="0"/>
                        </a:rPr>
                        <a:t>SOA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FB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solidFill>
                            <a:srgbClr val="657B83"/>
                          </a:solidFill>
                          <a:latin typeface="Lucida Sans Typewriter" panose="020B0509030504030204" pitchFamily="49" charset="0"/>
                          <a:ea typeface="Noto Mono" panose="020B0609030804020204" pitchFamily="49" charset="0"/>
                          <a:cs typeface="Noto Mono" panose="020B0609030804020204" pitchFamily="49" charset="0"/>
                        </a:rPr>
                        <a:t>sb1.ucla.edu. …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FB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35477995"/>
                  </a:ext>
                </a:extLst>
              </a:tr>
              <a:tr h="327739">
                <a:tc>
                  <a:txBody>
                    <a:bodyPr/>
                    <a:lstStyle/>
                    <a:p>
                      <a:r>
                        <a:rPr lang="en-US" sz="1600">
                          <a:solidFill>
                            <a:srgbClr val="657B83"/>
                          </a:solidFill>
                          <a:latin typeface="Lucida Sans Typewriter" panose="020B0509030504030204" pitchFamily="49" charset="0"/>
                          <a:ea typeface="Noto Mono" panose="020B0609030804020204" pitchFamily="49" charset="0"/>
                          <a:cs typeface="Noto Mono" panose="020B0609030804020204" pitchFamily="49" charset="0"/>
                        </a:rPr>
                        <a:t>bio.ucla.edu.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FB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657B83"/>
                          </a:solidFill>
                          <a:latin typeface="Lucida Sans Typewriter" panose="020B0509030504030204" pitchFamily="49" charset="0"/>
                          <a:ea typeface="Noto Mono" panose="020B0609030804020204" pitchFamily="49" charset="0"/>
                          <a:cs typeface="Noto Mono" panose="020B0609030804020204" pitchFamily="49" charset="0"/>
                        </a:rPr>
                        <a:t>A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FB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rgbClr val="657B83"/>
                          </a:solidFill>
                          <a:latin typeface="Lucida Sans Typewriter" panose="020B0509030504030204" pitchFamily="49" charset="0"/>
                          <a:ea typeface="Noto Mono" panose="020B0609030804020204" pitchFamily="49" charset="0"/>
                          <a:cs typeface="Noto Mono" panose="020B0609030804020204" pitchFamily="49" charset="0"/>
                        </a:rPr>
                        <a:t>192.35.255.7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FB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2066195"/>
                  </a:ext>
                </a:extLst>
              </a:tr>
              <a:tr h="327739">
                <a:tc>
                  <a:txBody>
                    <a:bodyPr/>
                    <a:lstStyle/>
                    <a:p>
                      <a:r>
                        <a:rPr lang="en-US" sz="1600">
                          <a:solidFill>
                            <a:srgbClr val="657B83"/>
                          </a:solidFill>
                          <a:latin typeface="Lucida Sans Typewriter" panose="020B0509030504030204" pitchFamily="49" charset="0"/>
                          <a:ea typeface="Noto Mono" panose="020B0609030804020204" pitchFamily="49" charset="0"/>
                          <a:cs typeface="Noto Mono" panose="020B0609030804020204" pitchFamily="49" charset="0"/>
                        </a:rPr>
                        <a:t>www.ucla.edu.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FB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solidFill>
                            <a:srgbClr val="657B83"/>
                          </a:solidFill>
                          <a:latin typeface="Lucida Sans Typewriter" panose="020B0509030504030204" pitchFamily="49" charset="0"/>
                          <a:ea typeface="Noto Mono" panose="020B0609030804020204" pitchFamily="49" charset="0"/>
                          <a:cs typeface="Noto Mono" panose="020B0609030804020204" pitchFamily="49" charset="0"/>
                        </a:rPr>
                        <a:t>A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FB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rgbClr val="657B83"/>
                          </a:solidFill>
                          <a:latin typeface="Lucida Sans Typewriter" panose="020B0509030504030204" pitchFamily="49" charset="0"/>
                          <a:ea typeface="Noto Mono" panose="020B0609030804020204" pitchFamily="49" charset="0"/>
                          <a:cs typeface="Noto Mono" panose="020B0609030804020204" pitchFamily="49" charset="0"/>
                        </a:rPr>
                        <a:t>128.97.27.37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FB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8927820"/>
                  </a:ext>
                </a:extLst>
              </a:tr>
              <a:tr h="327739">
                <a:tc>
                  <a:txBody>
                    <a:bodyPr/>
                    <a:lstStyle/>
                    <a:p>
                      <a:r>
                        <a:rPr lang="en-US" sz="1600">
                          <a:solidFill>
                            <a:srgbClr val="657B83"/>
                          </a:solidFill>
                          <a:latin typeface="Lucida Sans Typewriter" panose="020B0509030504030204" pitchFamily="49" charset="0"/>
                          <a:ea typeface="Noto Mono" panose="020B0609030804020204" pitchFamily="49" charset="0"/>
                          <a:cs typeface="Noto Mono" panose="020B0609030804020204" pitchFamily="49" charset="0"/>
                        </a:rPr>
                        <a:t>*.ucla.edu.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FB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solidFill>
                            <a:srgbClr val="657B83"/>
                          </a:solidFill>
                          <a:latin typeface="Lucida Sans Typewriter" panose="020B0509030504030204" pitchFamily="49" charset="0"/>
                          <a:ea typeface="Noto Mono" panose="020B0609030804020204" pitchFamily="49" charset="0"/>
                          <a:cs typeface="Noto Mono" panose="020B0609030804020204" pitchFamily="49" charset="0"/>
                        </a:rPr>
                        <a:t>CNAME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FB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rgbClr val="657B83"/>
                          </a:solidFill>
                          <a:latin typeface="Lucida Sans Typewriter" panose="020B0509030504030204" pitchFamily="49" charset="0"/>
                          <a:ea typeface="Noto Mono" panose="020B0609030804020204" pitchFamily="49" charset="0"/>
                          <a:cs typeface="Noto Mono" panose="020B0609030804020204" pitchFamily="49" charset="0"/>
                        </a:rPr>
                        <a:t>www.ucla.edu.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FB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6139101"/>
                  </a:ext>
                </a:extLst>
              </a:tr>
            </a:tbl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395922021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FB8A0090-BA36-4635-8623-C8290B056046}"/>
              </a:ext>
            </a:extLst>
          </p:cNvPr>
          <p:cNvSpPr/>
          <p:nvPr/>
        </p:nvSpPr>
        <p:spPr>
          <a:xfrm flipV="1">
            <a:off x="4145001" y="886094"/>
            <a:ext cx="3901998" cy="27432"/>
          </a:xfrm>
          <a:prstGeom prst="roundRect">
            <a:avLst/>
          </a:prstGeom>
          <a:solidFill>
            <a:srgbClr val="26A69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Google Shape;65;p14">
            <a:extLst>
              <a:ext uri="{FF2B5EF4-FFF2-40B4-BE49-F238E27FC236}">
                <a16:creationId xmlns:a16="http://schemas.microsoft.com/office/drawing/2014/main" id="{A0AB3814-E878-461B-98D4-58473E244F06}"/>
              </a:ext>
            </a:extLst>
          </p:cNvPr>
          <p:cNvSpPr txBox="1">
            <a:spLocks/>
          </p:cNvSpPr>
          <p:nvPr/>
        </p:nvSpPr>
        <p:spPr>
          <a:xfrm>
            <a:off x="2350924" y="209319"/>
            <a:ext cx="7490152" cy="800179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121900" tIns="121900" rIns="121900" bIns="12190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 b="0" i="0" u="none" strike="noStrike" cap="non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 b="0" i="0" u="none" strike="noStrike" cap="non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 b="0" i="0" u="none" strike="noStrike" cap="non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 b="0" i="0" u="none" strike="noStrike" cap="non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 b="0" i="0" u="none" strike="noStrike" cap="non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 b="0" i="0" u="none" strike="noStrike" cap="non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 b="0" i="0" u="none" strike="noStrike" cap="non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 b="0" i="0" u="none" strike="noStrike" cap="non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 b="0" i="0" u="none" strike="noStrike" cap="non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9pPr>
          </a:lstStyle>
          <a:p>
            <a:pPr defTabSz="914400"/>
            <a:r>
              <a:rPr lang="en-US" sz="3600" b="1" kern="0">
                <a:solidFill>
                  <a:srgbClr val="546970"/>
                </a:solidFill>
                <a:latin typeface="Bookman Old Style" panose="02050604050505020204" pitchFamily="18" charset="0"/>
              </a:rPr>
              <a:t>Interpretation Graph Example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Rectangle: Rounded Corners 7">
                <a:extLst>
                  <a:ext uri="{FF2B5EF4-FFF2-40B4-BE49-F238E27FC236}">
                    <a16:creationId xmlns:a16="http://schemas.microsoft.com/office/drawing/2014/main" id="{C48325F7-6294-4E56-BF88-EC2D19AFAE76}"/>
                  </a:ext>
                </a:extLst>
              </p:cNvPr>
              <p:cNvSpPr/>
              <p:nvPr/>
            </p:nvSpPr>
            <p:spPr>
              <a:xfrm>
                <a:off x="3644068" y="1463080"/>
                <a:ext cx="3718839" cy="1137270"/>
              </a:xfrm>
              <a:prstGeom prst="roundRect">
                <a:avLst>
                  <a:gd name="adj" fmla="val 4626"/>
                </a:avLst>
              </a:prstGeom>
              <a:solidFill>
                <a:srgbClr val="F4F5F6"/>
              </a:solidFill>
              <a:ln w="19050">
                <a:solidFill>
                  <a:srgbClr val="70838B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wrap="square" rtlCol="0" anchor="ctr">
                <a:spAutoFit/>
              </a:bodyPr>
              <a:lstStyle/>
              <a:p>
                <a:pPr>
                  <a:lnSpc>
                    <a:spcPct val="100000"/>
                  </a:lnSpc>
                  <a:spcAft>
                    <a:spcPts val="500"/>
                  </a:spcAft>
                  <a:buClr>
                    <a:srgbClr val="619E64"/>
                  </a:buClr>
                  <a:buSzPct val="85000"/>
                  <a:defRPr/>
                </a:pPr>
                <a14:m>
                  <m:oMath xmlns:m="http://schemas.openxmlformats.org/officeDocument/2006/math">
                    <m:r>
                      <a:rPr lang="en-US" b="0" i="1" kern="0" smtClean="0">
                        <a:solidFill>
                          <a:srgbClr val="546970"/>
                        </a:solidFill>
                        <a:latin typeface="Cambria Math" panose="02040503050406030204" pitchFamily="18" charset="0"/>
                        <a:ea typeface="Source Sans Pro" panose="020B0503030403020204" pitchFamily="34" charset="0"/>
                        <a:cs typeface="Calibri" panose="020F0502020204030204" pitchFamily="34" charset="0"/>
                      </a:rPr>
                      <m:t>𝑠</m:t>
                    </m:r>
                    <m:r>
                      <a:rPr lang="en-US" b="0" i="1" kern="0" smtClean="0">
                        <a:solidFill>
                          <a:srgbClr val="546970"/>
                        </a:solidFill>
                        <a:latin typeface="Cambria Math" panose="02040503050406030204" pitchFamily="18" charset="0"/>
                        <a:ea typeface="Source Sans Pro" panose="020B0503030403020204" pitchFamily="34" charset="0"/>
                        <a:cs typeface="Calibri" panose="020F0502020204030204" pitchFamily="34" charset="0"/>
                      </a:rPr>
                      <m:t>:</m:t>
                    </m:r>
                  </m:oMath>
                </a14:m>
                <a:r>
                  <a:rPr lang="en-US" kern="0" dirty="0">
                    <a:solidFill>
                      <a:srgbClr val="546970"/>
                    </a:solidFill>
                    <a:latin typeface="Noto Mono" panose="020B0609030804020204" pitchFamily="49" charset="0"/>
                    <a:ea typeface="Noto Mono" panose="020B0609030804020204" pitchFamily="49" charset="0"/>
                    <a:cs typeface="Noto Mono" panose="020B0609030804020204" pitchFamily="49" charset="0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b="0" i="0" kern="0" smtClean="0">
                        <a:solidFill>
                          <a:srgbClr val="546970"/>
                        </a:solidFill>
                        <a:latin typeface="Lucida Sans Typewriter" panose="020B0509030504030204" pitchFamily="49" charset="0"/>
                        <a:ea typeface="Noto Mono" panose="020B0609030804020204" pitchFamily="49" charset="0"/>
                        <a:cs typeface="Noto Mono" panose="020B0609030804020204" pitchFamily="49" charset="0"/>
                      </a:rPr>
                      <m:t>a</m:t>
                    </m:r>
                    <m:r>
                      <m:rPr>
                        <m:nor/>
                      </m:rPr>
                      <a:rPr lang="en-US" b="0" i="0" kern="0" smtClean="0">
                        <a:solidFill>
                          <a:srgbClr val="546970"/>
                        </a:solidFill>
                        <a:latin typeface="Lucida Sans Typewriter" panose="020B0509030504030204" pitchFamily="49" charset="0"/>
                        <a:ea typeface="Noto Mono" panose="020B0609030804020204" pitchFamily="49" charset="0"/>
                        <a:cs typeface="Noto Mono" panose="020B0609030804020204" pitchFamily="49" charset="0"/>
                      </a:rPr>
                      <m:t>.</m:t>
                    </m:r>
                    <m:r>
                      <m:rPr>
                        <m:nor/>
                      </m:rPr>
                      <a:rPr lang="en-US" b="0" i="0" kern="0" smtClean="0">
                        <a:solidFill>
                          <a:srgbClr val="546970"/>
                        </a:solidFill>
                        <a:latin typeface="Lucida Sans Typewriter" panose="020B0509030504030204" pitchFamily="49" charset="0"/>
                        <a:ea typeface="Noto Mono" panose="020B0609030804020204" pitchFamily="49" charset="0"/>
                        <a:cs typeface="Noto Mono" panose="020B0609030804020204" pitchFamily="49" charset="0"/>
                      </a:rPr>
                      <m:t>edu</m:t>
                    </m:r>
                    <m:r>
                      <m:rPr>
                        <m:nor/>
                      </m:rPr>
                      <a:rPr lang="en-US" b="0" i="0" kern="0" smtClean="0">
                        <a:solidFill>
                          <a:srgbClr val="546970"/>
                        </a:solidFill>
                        <a:latin typeface="Lucida Sans Typewriter" panose="020B0509030504030204" pitchFamily="49" charset="0"/>
                        <a:ea typeface="Noto Mono" panose="020B0609030804020204" pitchFamily="49" charset="0"/>
                        <a:cs typeface="Noto Mono" panose="020B0609030804020204" pitchFamily="49" charset="0"/>
                      </a:rPr>
                      <m:t>.</m:t>
                    </m:r>
                    <m:r>
                      <m:rPr>
                        <m:nor/>
                      </m:rPr>
                      <a:rPr lang="en-US" b="0" i="0" kern="0" smtClean="0">
                        <a:solidFill>
                          <a:srgbClr val="546970"/>
                        </a:solidFill>
                        <a:latin typeface="Lucida Sans Typewriter" panose="020B0509030504030204" pitchFamily="49" charset="0"/>
                        <a:ea typeface="Noto Mono" panose="020B0609030804020204" pitchFamily="49" charset="0"/>
                        <a:cs typeface="Noto Mono" panose="020B0609030804020204" pitchFamily="49" charset="0"/>
                      </a:rPr>
                      <m:t>net</m:t>
                    </m:r>
                  </m:oMath>
                </a14:m>
                <a:r>
                  <a:rPr lang="en-US" kern="0" dirty="0">
                    <a:solidFill>
                      <a:srgbClr val="546970"/>
                    </a:solidFill>
                    <a:latin typeface="Lucida Sans Typewriter" panose="020B0509030504030204" pitchFamily="49" charset="0"/>
                    <a:ea typeface="Noto Mono" panose="020B0609030804020204" pitchFamily="49" charset="0"/>
                    <a:cs typeface="Noto Mono" panose="020B0609030804020204" pitchFamily="49" charset="0"/>
                  </a:rPr>
                  <a:t>.</a:t>
                </a:r>
              </a:p>
              <a:p>
                <a:pPr>
                  <a:lnSpc>
                    <a:spcPct val="100000"/>
                  </a:lnSpc>
                  <a:spcAft>
                    <a:spcPts val="500"/>
                  </a:spcAft>
                  <a:buClr>
                    <a:srgbClr val="619E64"/>
                  </a:buClr>
                  <a:buSzPct val="85000"/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kern="0" smtClean="0">
                          <a:solidFill>
                            <a:srgbClr val="546970"/>
                          </a:solidFill>
                          <a:latin typeface="Cambria Math" panose="02040503050406030204" pitchFamily="18" charset="0"/>
                          <a:ea typeface="Source Sans Pro" panose="020B0503030403020204" pitchFamily="34" charset="0"/>
                          <a:cs typeface="Calibri" panose="020F0502020204030204" pitchFamily="34" charset="0"/>
                        </a:rPr>
                        <m:t>𝑞</m:t>
                      </m:r>
                      <m:r>
                        <a:rPr lang="en-US" b="0" i="1" kern="0" smtClean="0">
                          <a:solidFill>
                            <a:srgbClr val="546970"/>
                          </a:solidFill>
                          <a:latin typeface="Cambria Math" panose="02040503050406030204" pitchFamily="18" charset="0"/>
                          <a:ea typeface="Source Sans Pro" panose="020B0503030403020204" pitchFamily="34" charset="0"/>
                          <a:cs typeface="Calibri" panose="020F0502020204030204" pitchFamily="34" charset="0"/>
                        </a:rPr>
                        <m:t>: </m:t>
                      </m:r>
                      <m:d>
                        <m:dPr>
                          <m:begChr m:val="⟨"/>
                          <m:endChr m:val="〉"/>
                          <m:ctrlPr>
                            <a:rPr lang="en-US" b="0" i="1" kern="0" smtClean="0">
                              <a:solidFill>
                                <a:srgbClr val="546970"/>
                              </a:solidFill>
                              <a:latin typeface="Cambria Math" panose="02040503050406030204" pitchFamily="18" charset="0"/>
                              <a:ea typeface="Source Sans Pro" panose="020B0503030403020204" pitchFamily="34" charset="0"/>
                              <a:cs typeface="Calibri" panose="020F0502020204030204" pitchFamily="34" charset="0"/>
                            </a:rPr>
                          </m:ctrlPr>
                        </m:dPr>
                        <m:e>
                          <m:r>
                            <a:rPr lang="en-US" b="0" i="1" kern="0" smtClean="0">
                              <a:solidFill>
                                <a:srgbClr val="546970"/>
                              </a:solidFill>
                              <a:latin typeface="Cambria Math" panose="02040503050406030204" pitchFamily="18" charset="0"/>
                              <a:ea typeface="Source Sans Pro" panose="020B0503030403020204" pitchFamily="34" charset="0"/>
                              <a:cs typeface="Calibri" panose="020F0502020204030204" pitchFamily="34" charset="0"/>
                            </a:rPr>
                            <m:t> </m:t>
                          </m:r>
                          <m:r>
                            <a:rPr lang="en-US" b="0" i="1" kern="0" smtClean="0">
                              <a:solidFill>
                                <a:srgbClr val="546970"/>
                              </a:solidFill>
                              <a:latin typeface="Cambria Math" panose="02040503050406030204" pitchFamily="18" charset="0"/>
                              <a:ea typeface="Source Sans Pro" panose="020B0503030403020204" pitchFamily="34" charset="0"/>
                              <a:cs typeface="Calibri" panose="020F0502020204030204" pitchFamily="34" charset="0"/>
                            </a:rPr>
                            <m:t>𝛼</m:t>
                          </m:r>
                          <m:r>
                            <m:rPr>
                              <m:nor/>
                            </m:rPr>
                            <a:rPr lang="en-US" b="0" i="0" kern="0" smtClean="0">
                              <a:solidFill>
                                <a:srgbClr val="546970"/>
                              </a:solidFill>
                              <a:latin typeface="Lucida Sans Typewriter" panose="020B0509030504030204" pitchFamily="49" charset="0"/>
                              <a:ea typeface="Noto Mono" panose="020B0609030804020204" pitchFamily="49" charset="0"/>
                              <a:cs typeface="Noto Mono" panose="020B0609030804020204" pitchFamily="49" charset="0"/>
                            </a:rPr>
                            <m:t>.</m:t>
                          </m:r>
                          <m:r>
                            <m:rPr>
                              <m:nor/>
                            </m:rPr>
                            <a:rPr lang="en-US" b="0" i="0" kern="0" smtClean="0">
                              <a:solidFill>
                                <a:srgbClr val="546970"/>
                              </a:solidFill>
                              <a:latin typeface="Lucida Sans Typewriter" panose="020B0509030504030204" pitchFamily="49" charset="0"/>
                              <a:ea typeface="Noto Mono" panose="020B0609030804020204" pitchFamily="49" charset="0"/>
                              <a:cs typeface="Noto Mono" panose="020B0609030804020204" pitchFamily="49" charset="0"/>
                            </a:rPr>
                            <m:t>ucla</m:t>
                          </m:r>
                          <m:r>
                            <m:rPr>
                              <m:nor/>
                            </m:rPr>
                            <a:rPr lang="en-US" b="0" i="0" kern="0" smtClean="0">
                              <a:solidFill>
                                <a:srgbClr val="546970"/>
                              </a:solidFill>
                              <a:latin typeface="Lucida Sans Typewriter" panose="020B0509030504030204" pitchFamily="49" charset="0"/>
                              <a:ea typeface="Noto Mono" panose="020B0609030804020204" pitchFamily="49" charset="0"/>
                              <a:cs typeface="Noto Mono" panose="020B0609030804020204" pitchFamily="49" charset="0"/>
                            </a:rPr>
                            <m:t>.</m:t>
                          </m:r>
                          <m:r>
                            <m:rPr>
                              <m:nor/>
                            </m:rPr>
                            <a:rPr lang="en-US" b="0" i="0" kern="0" smtClean="0">
                              <a:solidFill>
                                <a:srgbClr val="546970"/>
                              </a:solidFill>
                              <a:latin typeface="Lucida Sans Typewriter" panose="020B0509030504030204" pitchFamily="49" charset="0"/>
                              <a:ea typeface="Noto Mono" panose="020B0609030804020204" pitchFamily="49" charset="0"/>
                              <a:cs typeface="Noto Mono" panose="020B0609030804020204" pitchFamily="49" charset="0"/>
                            </a:rPr>
                            <m:t>edu</m:t>
                          </m:r>
                          <m:r>
                            <m:rPr>
                              <m:nor/>
                            </m:rPr>
                            <a:rPr lang="en-US" b="0" i="0" kern="0" smtClean="0">
                              <a:solidFill>
                                <a:srgbClr val="546970"/>
                              </a:solidFill>
                              <a:latin typeface="Lucida Sans Typewriter" panose="020B0509030504030204" pitchFamily="49" charset="0"/>
                              <a:ea typeface="Noto Mono" panose="020B0609030804020204" pitchFamily="49" charset="0"/>
                              <a:cs typeface="Noto Mono" panose="020B0609030804020204" pitchFamily="49" charset="0"/>
                            </a:rPr>
                            <m:t>.,{</m:t>
                          </m:r>
                          <m:r>
                            <m:rPr>
                              <m:nor/>
                            </m:rPr>
                            <a:rPr lang="en-US" b="0" i="0" kern="0" smtClean="0">
                              <a:solidFill>
                                <a:srgbClr val="546970"/>
                              </a:solidFill>
                              <a:latin typeface="Lucida Sans Typewriter" panose="020B0509030504030204" pitchFamily="49" charset="0"/>
                              <a:ea typeface="Noto Mono" panose="020B0609030804020204" pitchFamily="49" charset="0"/>
                              <a:cs typeface="Noto Mono" panose="020B0609030804020204" pitchFamily="49" charset="0"/>
                            </a:rPr>
                            <m:t>A</m:t>
                          </m:r>
                          <m:r>
                            <m:rPr>
                              <m:nor/>
                            </m:rPr>
                            <a:rPr lang="en-US" b="0" i="0" kern="0" smtClean="0">
                              <a:solidFill>
                                <a:srgbClr val="546970"/>
                              </a:solidFill>
                              <a:latin typeface="Lucida Sans Typewriter" panose="020B0509030504030204" pitchFamily="49" charset="0"/>
                              <a:ea typeface="Noto Mono" panose="020B0609030804020204" pitchFamily="49" charset="0"/>
                              <a:cs typeface="Noto Mono" panose="020B0609030804020204" pitchFamily="49" charset="0"/>
                            </a:rPr>
                            <m:t>,</m:t>
                          </m:r>
                          <m:r>
                            <m:rPr>
                              <m:nor/>
                            </m:rPr>
                            <a:rPr lang="en-US" b="0" i="0" kern="0" smtClean="0">
                              <a:solidFill>
                                <a:srgbClr val="546970"/>
                              </a:solidFill>
                              <a:latin typeface="Lucida Sans Typewriter" panose="020B0509030504030204" pitchFamily="49" charset="0"/>
                              <a:ea typeface="Noto Mono" panose="020B0609030804020204" pitchFamily="49" charset="0"/>
                              <a:cs typeface="Noto Mono" panose="020B0609030804020204" pitchFamily="49" charset="0"/>
                            </a:rPr>
                            <m:t>NS</m:t>
                          </m:r>
                          <m:r>
                            <m:rPr>
                              <m:nor/>
                            </m:rPr>
                            <a:rPr lang="en-US" b="0" i="0" kern="0" smtClean="0">
                              <a:solidFill>
                                <a:srgbClr val="546970"/>
                              </a:solidFill>
                              <a:latin typeface="Lucida Sans Typewriter" panose="020B0509030504030204" pitchFamily="49" charset="0"/>
                              <a:ea typeface="Noto Mono" panose="020B0609030804020204" pitchFamily="49" charset="0"/>
                              <a:cs typeface="Noto Mono" panose="020B0609030804020204" pitchFamily="49" charset="0"/>
                            </a:rPr>
                            <m:t>,</m:t>
                          </m:r>
                          <m:r>
                            <m:rPr>
                              <m:nor/>
                            </m:rPr>
                            <a:rPr lang="en-US" b="0" i="0" kern="0" smtClean="0">
                              <a:solidFill>
                                <a:srgbClr val="546970"/>
                              </a:solidFill>
                              <a:latin typeface="Lucida Sans Typewriter" panose="020B0509030504030204" pitchFamily="49" charset="0"/>
                              <a:ea typeface="Noto Mono" panose="020B0609030804020204" pitchFamily="49" charset="0"/>
                              <a:cs typeface="Noto Mono" panose="020B0609030804020204" pitchFamily="49" charset="0"/>
                            </a:rPr>
                            <m:t>TXT</m:t>
                          </m:r>
                          <m:r>
                            <m:rPr>
                              <m:nor/>
                            </m:rPr>
                            <a:rPr lang="en-US" b="0" i="0" kern="0" smtClean="0">
                              <a:solidFill>
                                <a:srgbClr val="546970"/>
                              </a:solidFill>
                              <a:latin typeface="Lucida Sans Typewriter" panose="020B0509030504030204" pitchFamily="49" charset="0"/>
                              <a:ea typeface="Noto Mono" panose="020B0609030804020204" pitchFamily="49" charset="0"/>
                              <a:cs typeface="Noto Mono" panose="020B0609030804020204" pitchFamily="49" charset="0"/>
                            </a:rPr>
                            <m:t>}</m:t>
                          </m:r>
                        </m:e>
                      </m:d>
                    </m:oMath>
                  </m:oMathPara>
                </a14:m>
                <a:endParaRPr lang="en-US" b="0" kern="0" dirty="0">
                  <a:solidFill>
                    <a:srgbClr val="546970"/>
                  </a:solidFill>
                  <a:latin typeface="Lucida Sans Typewriter" panose="020B0509030504030204" pitchFamily="49" charset="0"/>
                  <a:ea typeface="Noto Mono" panose="020B0609030804020204" pitchFamily="49" charset="0"/>
                  <a:cs typeface="Noto Mono" panose="020B0609030804020204" pitchFamily="49" charset="0"/>
                </a:endParaRPr>
              </a:p>
              <a:p>
                <a:pPr>
                  <a:spcAft>
                    <a:spcPts val="500"/>
                  </a:spcAft>
                  <a:buClr>
                    <a:srgbClr val="619E64"/>
                  </a:buClr>
                  <a:buSzPct val="85000"/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kern="0" smtClean="0">
                          <a:solidFill>
                            <a:srgbClr val="546970"/>
                          </a:solidFill>
                          <a:latin typeface="Cambria Math" panose="02040503050406030204" pitchFamily="18" charset="0"/>
                          <a:ea typeface="Source Sans Pro" panose="020B0503030403020204" pitchFamily="34" charset="0"/>
                          <a:cs typeface="Calibri" panose="020F0502020204030204" pitchFamily="34" charset="0"/>
                        </a:rPr>
                        <m:t>𝑎</m:t>
                      </m:r>
                      <m:r>
                        <a:rPr lang="en-US" b="0" i="1" kern="0" smtClean="0">
                          <a:solidFill>
                            <a:srgbClr val="546970"/>
                          </a:solidFill>
                          <a:latin typeface="Cambria Math" panose="02040503050406030204" pitchFamily="18" charset="0"/>
                          <a:ea typeface="Source Sans Pro" panose="020B0503030403020204" pitchFamily="34" charset="0"/>
                          <a:cs typeface="Calibri" panose="020F0502020204030204" pitchFamily="34" charset="0"/>
                        </a:rPr>
                        <m:t>: ⟨</m:t>
                      </m:r>
                      <m:r>
                        <m:rPr>
                          <m:nor/>
                        </m:rPr>
                        <a:rPr lang="en-US" cap="small">
                          <a:solidFill>
                            <a:srgbClr val="546970"/>
                          </a:solidFill>
                          <a:latin typeface="Noto Mono" panose="020B0609030804020204" pitchFamily="49" charset="0"/>
                          <a:ea typeface="Noto Mono" panose="020B0609030804020204" pitchFamily="49" charset="0"/>
                          <a:cs typeface="Noto Mono" panose="020B0609030804020204" pitchFamily="49" charset="0"/>
                        </a:rPr>
                        <m:t>Ref</m:t>
                      </m:r>
                      <m:r>
                        <a:rPr lang="en-US" i="1">
                          <a:solidFill>
                            <a:srgbClr val="546970"/>
                          </a:solidFill>
                          <a:latin typeface="Cambria Math" panose="02040503050406030204" pitchFamily="18" charset="0"/>
                          <a:ea typeface="Source Sans Pro" panose="020B0503030403020204" pitchFamily="34" charset="0"/>
                        </a:rPr>
                        <m:t>, </m:t>
                      </m:r>
                      <m:r>
                        <a:rPr lang="en-US" b="0" i="1" smtClean="0">
                          <a:solidFill>
                            <a:srgbClr val="546970"/>
                          </a:solidFill>
                          <a:latin typeface="Cambria Math" panose="02040503050406030204" pitchFamily="18" charset="0"/>
                          <a:ea typeface="Source Sans Pro" panose="020B0503030403020204" pitchFamily="34" charset="0"/>
                        </a:rPr>
                        <m:t>{</m:t>
                      </m:r>
                      <m:r>
                        <m:rPr>
                          <m:nor/>
                        </m:rPr>
                        <a:rPr lang="en-US" b="0" i="0" smtClean="0">
                          <a:solidFill>
                            <a:srgbClr val="546970"/>
                          </a:solidFill>
                          <a:latin typeface="Lucida Sans Typewriter" panose="020B0509030504030204" pitchFamily="49" charset="0"/>
                          <a:ea typeface="Noto Mono" panose="020B0609030804020204" pitchFamily="49" charset="0"/>
                          <a:cs typeface="Noto Mono" panose="020B0609030804020204" pitchFamily="49" charset="0"/>
                        </a:rPr>
                        <m:t>ns</m:t>
                      </m:r>
                      <m:r>
                        <m:rPr>
                          <m:nor/>
                        </m:rPr>
                        <a:rPr lang="en-US" b="0" i="0" smtClean="0">
                          <a:solidFill>
                            <a:srgbClr val="546970"/>
                          </a:solidFill>
                          <a:latin typeface="Lucida Sans Typewriter" panose="020B0509030504030204" pitchFamily="49" charset="0"/>
                          <a:ea typeface="Noto Mono" panose="020B0609030804020204" pitchFamily="49" charset="0"/>
                          <a:cs typeface="Noto Mono" panose="020B0609030804020204" pitchFamily="49" charset="0"/>
                        </a:rPr>
                        <m:t>1.</m:t>
                      </m:r>
                      <m:r>
                        <m:rPr>
                          <m:nor/>
                        </m:rPr>
                        <a:rPr lang="en-US" b="0" i="0" smtClean="0">
                          <a:solidFill>
                            <a:srgbClr val="546970"/>
                          </a:solidFill>
                          <a:latin typeface="Lucida Sans Typewriter" panose="020B0509030504030204" pitchFamily="49" charset="0"/>
                          <a:ea typeface="Noto Mono" panose="020B0609030804020204" pitchFamily="49" charset="0"/>
                          <a:cs typeface="Noto Mono" panose="020B0609030804020204" pitchFamily="49" charset="0"/>
                        </a:rPr>
                        <m:t>edu</m:t>
                      </m:r>
                      <m:r>
                        <m:rPr>
                          <m:nor/>
                        </m:rPr>
                        <a:rPr lang="en-US" b="0" i="0" smtClean="0">
                          <a:solidFill>
                            <a:srgbClr val="546970"/>
                          </a:solidFill>
                          <a:latin typeface="Lucida Sans Typewriter" panose="020B0509030504030204" pitchFamily="49" charset="0"/>
                          <a:ea typeface="Noto Mono" panose="020B0609030804020204" pitchFamily="49" charset="0"/>
                          <a:cs typeface="Noto Mono" panose="020B0609030804020204" pitchFamily="49" charset="0"/>
                        </a:rPr>
                        <m:t>.,</m:t>
                      </m:r>
                      <m:r>
                        <m:rPr>
                          <m:nor/>
                        </m:rPr>
                        <a:rPr lang="en-US" b="0" i="0" smtClean="0">
                          <a:solidFill>
                            <a:srgbClr val="546970"/>
                          </a:solidFill>
                          <a:latin typeface="Lucida Sans Typewriter" panose="020B0509030504030204" pitchFamily="49" charset="0"/>
                          <a:ea typeface="Noto Mono" panose="020B0609030804020204" pitchFamily="49" charset="0"/>
                          <a:cs typeface="Noto Mono" panose="020B0609030804020204" pitchFamily="49" charset="0"/>
                        </a:rPr>
                        <m:t>ns</m:t>
                      </m:r>
                      <m:r>
                        <m:rPr>
                          <m:nor/>
                        </m:rPr>
                        <a:rPr lang="en-US" b="0" i="0" smtClean="0">
                          <a:solidFill>
                            <a:srgbClr val="546970"/>
                          </a:solidFill>
                          <a:latin typeface="Lucida Sans Typewriter" panose="020B0509030504030204" pitchFamily="49" charset="0"/>
                          <a:ea typeface="Noto Mono" panose="020B0609030804020204" pitchFamily="49" charset="0"/>
                          <a:cs typeface="Noto Mono" panose="020B0609030804020204" pitchFamily="49" charset="0"/>
                        </a:rPr>
                        <m:t>2.</m:t>
                      </m:r>
                      <m:r>
                        <m:rPr>
                          <m:nor/>
                        </m:rPr>
                        <a:rPr lang="en-US" b="0" i="0" smtClean="0">
                          <a:solidFill>
                            <a:srgbClr val="546970"/>
                          </a:solidFill>
                          <a:latin typeface="Lucida Sans Typewriter" panose="020B0509030504030204" pitchFamily="49" charset="0"/>
                          <a:ea typeface="Noto Mono" panose="020B0609030804020204" pitchFamily="49" charset="0"/>
                          <a:cs typeface="Noto Mono" panose="020B0609030804020204" pitchFamily="49" charset="0"/>
                        </a:rPr>
                        <m:t>edu</m:t>
                      </m:r>
                      <m:r>
                        <m:rPr>
                          <m:nor/>
                        </m:rPr>
                        <a:rPr lang="en-US" b="0" i="0" smtClean="0">
                          <a:solidFill>
                            <a:srgbClr val="546970"/>
                          </a:solidFill>
                          <a:latin typeface="Lucida Sans Typewriter" panose="020B0509030504030204" pitchFamily="49" charset="0"/>
                          <a:ea typeface="Noto Mono" panose="020B0609030804020204" pitchFamily="49" charset="0"/>
                          <a:cs typeface="Noto Mono" panose="020B0609030804020204" pitchFamily="49" charset="0"/>
                        </a:rPr>
                        <m:t>.</m:t>
                      </m:r>
                      <m:r>
                        <a:rPr lang="en-US" b="0" i="1" smtClean="0">
                          <a:solidFill>
                            <a:srgbClr val="546970"/>
                          </a:solidFill>
                          <a:latin typeface="Cambria Math" panose="02040503050406030204" pitchFamily="18" charset="0"/>
                          <a:ea typeface="Source Sans Pro" panose="020B0503030403020204" pitchFamily="34" charset="0"/>
                        </a:rPr>
                        <m:t>}⟩</m:t>
                      </m:r>
                    </m:oMath>
                  </m:oMathPara>
                </a14:m>
                <a:endParaRPr lang="en-US" kern="0" dirty="0">
                  <a:solidFill>
                    <a:srgbClr val="546970"/>
                  </a:solidFill>
                  <a:latin typeface="Noto Mono" panose="020B0609030804020204" pitchFamily="49" charset="0"/>
                  <a:ea typeface="Noto Mono" panose="020B0609030804020204" pitchFamily="49" charset="0"/>
                  <a:cs typeface="Noto Mono" panose="020B0609030804020204" pitchFamily="49" charset="0"/>
                </a:endParaRPr>
              </a:p>
            </p:txBody>
          </p:sp>
        </mc:Choice>
        <mc:Fallback>
          <p:sp>
            <p:nvSpPr>
              <p:cNvPr id="8" name="Rectangle: Rounded Corners 7">
                <a:extLst>
                  <a:ext uri="{FF2B5EF4-FFF2-40B4-BE49-F238E27FC236}">
                    <a16:creationId xmlns:a16="http://schemas.microsoft.com/office/drawing/2014/main" id="{C48325F7-6294-4E56-BF88-EC2D19AFAE7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44068" y="1463080"/>
                <a:ext cx="3718839" cy="1137270"/>
              </a:xfrm>
              <a:prstGeom prst="roundRect">
                <a:avLst>
                  <a:gd name="adj" fmla="val 4626"/>
                </a:avLst>
              </a:prstGeom>
              <a:blipFill>
                <a:blip r:embed="rId4"/>
                <a:stretch>
                  <a:fillRect/>
                </a:stretch>
              </a:blipFill>
              <a:ln w="19050">
                <a:solidFill>
                  <a:srgbClr val="70838B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Rectangle: Rounded Corners 5">
                <a:extLst>
                  <a:ext uri="{FF2B5EF4-FFF2-40B4-BE49-F238E27FC236}">
                    <a16:creationId xmlns:a16="http://schemas.microsoft.com/office/drawing/2014/main" id="{EE21784F-6AFD-492F-A425-308A5200A648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271390" y="3217917"/>
                <a:ext cx="5227599" cy="1137270"/>
              </a:xfrm>
              <a:prstGeom prst="roundRect">
                <a:avLst>
                  <a:gd name="adj" fmla="val 4626"/>
                </a:avLst>
              </a:prstGeom>
              <a:solidFill>
                <a:srgbClr val="F4F5F6"/>
              </a:solidFill>
              <a:ln w="19050">
                <a:solidFill>
                  <a:srgbClr val="70838B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>
                  <a:spcAft>
                    <a:spcPts val="500"/>
                  </a:spcAft>
                  <a:buClr>
                    <a:srgbClr val="619E64"/>
                  </a:buClr>
                  <a:buSzPct val="85000"/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kern="0" smtClean="0">
                          <a:solidFill>
                            <a:srgbClr val="546970"/>
                          </a:solidFill>
                          <a:latin typeface="Cambria Math" panose="02040503050406030204" pitchFamily="18" charset="0"/>
                          <a:ea typeface="Source Sans Pro" panose="020B0503030403020204" pitchFamily="34" charset="0"/>
                          <a:cs typeface="Calibri" panose="020F0502020204030204" pitchFamily="34" charset="0"/>
                        </a:rPr>
                        <m:t>𝑠</m:t>
                      </m:r>
                      <m:r>
                        <a:rPr lang="en-US" b="0" i="1" kern="0" smtClean="0">
                          <a:solidFill>
                            <a:srgbClr val="546970"/>
                          </a:solidFill>
                          <a:latin typeface="Cambria Math" panose="02040503050406030204" pitchFamily="18" charset="0"/>
                          <a:ea typeface="Source Sans Pro" panose="020B0503030403020204" pitchFamily="34" charset="0"/>
                          <a:cs typeface="Calibri" panose="020F0502020204030204" pitchFamily="34" charset="0"/>
                        </a:rPr>
                        <m:t>: </m:t>
                      </m:r>
                      <m:r>
                        <m:rPr>
                          <m:nor/>
                        </m:rPr>
                        <a:rPr lang="en-US" b="0" i="0" kern="0" smtClean="0">
                          <a:solidFill>
                            <a:srgbClr val="546970"/>
                          </a:solidFill>
                          <a:latin typeface="Lucida Sans Typewriter" panose="020B0509030504030204" pitchFamily="49" charset="0"/>
                          <a:ea typeface="Noto Mono" panose="020B0609030804020204" pitchFamily="49" charset="0"/>
                          <a:cs typeface="Noto Mono" panose="020B0609030804020204" pitchFamily="49" charset="0"/>
                        </a:rPr>
                        <m:t>ns</m:t>
                      </m:r>
                      <m:r>
                        <m:rPr>
                          <m:nor/>
                        </m:rPr>
                        <a:rPr lang="en-US" b="0" i="0" kern="0" smtClean="0">
                          <a:solidFill>
                            <a:srgbClr val="546970"/>
                          </a:solidFill>
                          <a:latin typeface="Lucida Sans Typewriter" panose="020B0509030504030204" pitchFamily="49" charset="0"/>
                          <a:ea typeface="Noto Mono" panose="020B0609030804020204" pitchFamily="49" charset="0"/>
                          <a:cs typeface="Noto Mono" panose="020B0609030804020204" pitchFamily="49" charset="0"/>
                        </a:rPr>
                        <m:t>1.</m:t>
                      </m:r>
                      <m:r>
                        <m:rPr>
                          <m:nor/>
                        </m:rPr>
                        <a:rPr lang="en-US" kern="0">
                          <a:solidFill>
                            <a:srgbClr val="546970"/>
                          </a:solidFill>
                          <a:latin typeface="Lucida Sans Typewriter" panose="020B0509030504030204" pitchFamily="49" charset="0"/>
                          <a:ea typeface="Noto Mono" panose="020B0609030804020204" pitchFamily="49" charset="0"/>
                          <a:cs typeface="Noto Mono" panose="020B0609030804020204" pitchFamily="49" charset="0"/>
                        </a:rPr>
                        <m:t>edu</m:t>
                      </m:r>
                      <m:r>
                        <m:rPr>
                          <m:nor/>
                        </m:rPr>
                        <a:rPr lang="en-US" kern="0">
                          <a:solidFill>
                            <a:srgbClr val="546970"/>
                          </a:solidFill>
                          <a:latin typeface="Lucida Sans Typewriter" panose="020B0509030504030204" pitchFamily="49" charset="0"/>
                          <a:ea typeface="Noto Mono" panose="020B0609030804020204" pitchFamily="49" charset="0"/>
                          <a:cs typeface="Noto Mono" panose="020B0609030804020204" pitchFamily="49" charset="0"/>
                        </a:rPr>
                        <m:t>.</m:t>
                      </m:r>
                    </m:oMath>
                  </m:oMathPara>
                </a14:m>
                <a:endParaRPr lang="en-US" kern="0" dirty="0">
                  <a:solidFill>
                    <a:srgbClr val="546970"/>
                  </a:solidFill>
                  <a:latin typeface="Lucida Sans Typewriter" panose="020B0509030504030204" pitchFamily="49" charset="0"/>
                  <a:ea typeface="Noto Mono" panose="020B0609030804020204" pitchFamily="49" charset="0"/>
                  <a:cs typeface="Noto Mono" panose="020B0609030804020204" pitchFamily="49" charset="0"/>
                </a:endParaRPr>
              </a:p>
              <a:p>
                <a:pPr>
                  <a:lnSpc>
                    <a:spcPct val="100000"/>
                  </a:lnSpc>
                  <a:spcAft>
                    <a:spcPts val="500"/>
                  </a:spcAft>
                  <a:buClr>
                    <a:srgbClr val="619E64"/>
                  </a:buClr>
                  <a:buSzPct val="85000"/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kern="0" smtClean="0">
                          <a:solidFill>
                            <a:srgbClr val="546970"/>
                          </a:solidFill>
                          <a:latin typeface="Cambria Math" panose="02040503050406030204" pitchFamily="18" charset="0"/>
                          <a:ea typeface="Source Sans Pro" panose="020B0503030403020204" pitchFamily="34" charset="0"/>
                          <a:cs typeface="Calibri" panose="020F0502020204030204" pitchFamily="34" charset="0"/>
                        </a:rPr>
                        <m:t>𝑞</m:t>
                      </m:r>
                      <m:r>
                        <a:rPr lang="en-US" b="0" i="1" kern="0" smtClean="0">
                          <a:solidFill>
                            <a:srgbClr val="546970"/>
                          </a:solidFill>
                          <a:latin typeface="Cambria Math" panose="02040503050406030204" pitchFamily="18" charset="0"/>
                          <a:ea typeface="Source Sans Pro" panose="020B0503030403020204" pitchFamily="34" charset="0"/>
                          <a:cs typeface="Calibri" panose="020F0502020204030204" pitchFamily="34" charset="0"/>
                        </a:rPr>
                        <m:t>: </m:t>
                      </m:r>
                      <m:d>
                        <m:dPr>
                          <m:begChr m:val="⟨"/>
                          <m:endChr m:val="〉"/>
                          <m:ctrlPr>
                            <a:rPr lang="en-US" b="0" i="1" kern="0" smtClean="0">
                              <a:solidFill>
                                <a:srgbClr val="546970"/>
                              </a:solidFill>
                              <a:latin typeface="Cambria Math" panose="02040503050406030204" pitchFamily="18" charset="0"/>
                              <a:ea typeface="Source Sans Pro" panose="020B0503030403020204" pitchFamily="34" charset="0"/>
                              <a:cs typeface="Calibri" panose="020F0502020204030204" pitchFamily="34" charset="0"/>
                            </a:rPr>
                          </m:ctrlPr>
                        </m:dPr>
                        <m:e>
                          <m:r>
                            <a:rPr lang="en-US" b="0" i="1" kern="0" smtClean="0">
                              <a:solidFill>
                                <a:srgbClr val="546970"/>
                              </a:solidFill>
                              <a:latin typeface="Cambria Math" panose="02040503050406030204" pitchFamily="18" charset="0"/>
                              <a:ea typeface="Source Sans Pro" panose="020B0503030403020204" pitchFamily="34" charset="0"/>
                              <a:cs typeface="Calibri" panose="020F0502020204030204" pitchFamily="34" charset="0"/>
                            </a:rPr>
                            <m:t> </m:t>
                          </m:r>
                          <m:r>
                            <a:rPr lang="en-US" b="0" i="1" kern="0" smtClean="0">
                              <a:solidFill>
                                <a:srgbClr val="546970"/>
                              </a:solidFill>
                              <a:latin typeface="Cambria Math" panose="02040503050406030204" pitchFamily="18" charset="0"/>
                              <a:ea typeface="Source Sans Pro" panose="020B0503030403020204" pitchFamily="34" charset="0"/>
                              <a:cs typeface="Calibri" panose="020F0502020204030204" pitchFamily="34" charset="0"/>
                            </a:rPr>
                            <m:t>𝛼</m:t>
                          </m:r>
                          <m:r>
                            <m:rPr>
                              <m:nor/>
                            </m:rPr>
                            <a:rPr lang="en-US" b="0" i="0" kern="0" smtClean="0">
                              <a:solidFill>
                                <a:srgbClr val="546970"/>
                              </a:solidFill>
                              <a:latin typeface="Lucida Sans Typewriter" panose="020B0509030504030204" pitchFamily="49" charset="0"/>
                              <a:ea typeface="Noto Mono" panose="020B0609030804020204" pitchFamily="49" charset="0"/>
                              <a:cs typeface="Noto Mono" panose="020B0609030804020204" pitchFamily="49" charset="0"/>
                            </a:rPr>
                            <m:t>.</m:t>
                          </m:r>
                          <m:r>
                            <m:rPr>
                              <m:nor/>
                            </m:rPr>
                            <a:rPr lang="en-US" b="0" i="0" kern="0" smtClean="0">
                              <a:solidFill>
                                <a:srgbClr val="546970"/>
                              </a:solidFill>
                              <a:latin typeface="Lucida Sans Typewriter" panose="020B0509030504030204" pitchFamily="49" charset="0"/>
                              <a:ea typeface="Noto Mono" panose="020B0609030804020204" pitchFamily="49" charset="0"/>
                              <a:cs typeface="Noto Mono" panose="020B0609030804020204" pitchFamily="49" charset="0"/>
                            </a:rPr>
                            <m:t>ucla</m:t>
                          </m:r>
                          <m:r>
                            <m:rPr>
                              <m:nor/>
                            </m:rPr>
                            <a:rPr lang="en-US" b="0" i="0" kern="0" smtClean="0">
                              <a:solidFill>
                                <a:srgbClr val="546970"/>
                              </a:solidFill>
                              <a:latin typeface="Lucida Sans Typewriter" panose="020B0509030504030204" pitchFamily="49" charset="0"/>
                              <a:ea typeface="Noto Mono" panose="020B0609030804020204" pitchFamily="49" charset="0"/>
                              <a:cs typeface="Noto Mono" panose="020B0609030804020204" pitchFamily="49" charset="0"/>
                            </a:rPr>
                            <m:t>.</m:t>
                          </m:r>
                          <m:r>
                            <m:rPr>
                              <m:nor/>
                            </m:rPr>
                            <a:rPr lang="en-US" b="0" i="0" kern="0" smtClean="0">
                              <a:solidFill>
                                <a:srgbClr val="546970"/>
                              </a:solidFill>
                              <a:latin typeface="Lucida Sans Typewriter" panose="020B0509030504030204" pitchFamily="49" charset="0"/>
                              <a:ea typeface="Noto Mono" panose="020B0609030804020204" pitchFamily="49" charset="0"/>
                              <a:cs typeface="Noto Mono" panose="020B0609030804020204" pitchFamily="49" charset="0"/>
                            </a:rPr>
                            <m:t>edu</m:t>
                          </m:r>
                          <m:r>
                            <m:rPr>
                              <m:nor/>
                            </m:rPr>
                            <a:rPr lang="en-US" b="0" i="0" kern="0" smtClean="0">
                              <a:solidFill>
                                <a:srgbClr val="546970"/>
                              </a:solidFill>
                              <a:latin typeface="Lucida Sans Typewriter" panose="020B0509030504030204" pitchFamily="49" charset="0"/>
                              <a:ea typeface="Noto Mono" panose="020B0609030804020204" pitchFamily="49" charset="0"/>
                              <a:cs typeface="Noto Mono" panose="020B0609030804020204" pitchFamily="49" charset="0"/>
                            </a:rPr>
                            <m:t>.,{</m:t>
                          </m:r>
                          <m:r>
                            <m:rPr>
                              <m:nor/>
                            </m:rPr>
                            <a:rPr lang="en-US" b="0" i="0" kern="0" smtClean="0">
                              <a:solidFill>
                                <a:srgbClr val="546970"/>
                              </a:solidFill>
                              <a:latin typeface="Lucida Sans Typewriter" panose="020B0509030504030204" pitchFamily="49" charset="0"/>
                              <a:ea typeface="Noto Mono" panose="020B0609030804020204" pitchFamily="49" charset="0"/>
                              <a:cs typeface="Noto Mono" panose="020B0609030804020204" pitchFamily="49" charset="0"/>
                            </a:rPr>
                            <m:t>A</m:t>
                          </m:r>
                          <m:r>
                            <m:rPr>
                              <m:nor/>
                            </m:rPr>
                            <a:rPr lang="en-US" b="0" i="0" kern="0" smtClean="0">
                              <a:solidFill>
                                <a:srgbClr val="546970"/>
                              </a:solidFill>
                              <a:latin typeface="Lucida Sans Typewriter" panose="020B0509030504030204" pitchFamily="49" charset="0"/>
                              <a:ea typeface="Noto Mono" panose="020B0609030804020204" pitchFamily="49" charset="0"/>
                              <a:cs typeface="Noto Mono" panose="020B0609030804020204" pitchFamily="49" charset="0"/>
                            </a:rPr>
                            <m:t>,</m:t>
                          </m:r>
                          <m:r>
                            <m:rPr>
                              <m:nor/>
                            </m:rPr>
                            <a:rPr lang="en-US" b="0" i="0" kern="0" smtClean="0">
                              <a:solidFill>
                                <a:srgbClr val="546970"/>
                              </a:solidFill>
                              <a:latin typeface="Lucida Sans Typewriter" panose="020B0509030504030204" pitchFamily="49" charset="0"/>
                              <a:ea typeface="Noto Mono" panose="020B0609030804020204" pitchFamily="49" charset="0"/>
                              <a:cs typeface="Noto Mono" panose="020B0609030804020204" pitchFamily="49" charset="0"/>
                            </a:rPr>
                            <m:t>NS</m:t>
                          </m:r>
                          <m:r>
                            <m:rPr>
                              <m:nor/>
                            </m:rPr>
                            <a:rPr lang="en-US" b="0" i="0" kern="0" smtClean="0">
                              <a:solidFill>
                                <a:srgbClr val="546970"/>
                              </a:solidFill>
                              <a:latin typeface="Lucida Sans Typewriter" panose="020B0509030504030204" pitchFamily="49" charset="0"/>
                              <a:ea typeface="Noto Mono" panose="020B0609030804020204" pitchFamily="49" charset="0"/>
                              <a:cs typeface="Noto Mono" panose="020B0609030804020204" pitchFamily="49" charset="0"/>
                            </a:rPr>
                            <m:t>,</m:t>
                          </m:r>
                          <m:r>
                            <m:rPr>
                              <m:nor/>
                            </m:rPr>
                            <a:rPr lang="en-US" b="0" i="0" kern="0" smtClean="0">
                              <a:solidFill>
                                <a:srgbClr val="546970"/>
                              </a:solidFill>
                              <a:latin typeface="Lucida Sans Typewriter" panose="020B0509030504030204" pitchFamily="49" charset="0"/>
                              <a:ea typeface="Noto Mono" panose="020B0609030804020204" pitchFamily="49" charset="0"/>
                              <a:cs typeface="Noto Mono" panose="020B0609030804020204" pitchFamily="49" charset="0"/>
                            </a:rPr>
                            <m:t>TXT</m:t>
                          </m:r>
                          <m:r>
                            <m:rPr>
                              <m:nor/>
                            </m:rPr>
                            <a:rPr lang="en-US" b="0" i="0" kern="0" smtClean="0">
                              <a:solidFill>
                                <a:srgbClr val="546970"/>
                              </a:solidFill>
                              <a:latin typeface="Lucida Sans Typewriter" panose="020B0509030504030204" pitchFamily="49" charset="0"/>
                              <a:ea typeface="Noto Mono" panose="020B0609030804020204" pitchFamily="49" charset="0"/>
                              <a:cs typeface="Noto Mono" panose="020B0609030804020204" pitchFamily="49" charset="0"/>
                            </a:rPr>
                            <m:t>}</m:t>
                          </m:r>
                        </m:e>
                      </m:d>
                    </m:oMath>
                  </m:oMathPara>
                </a14:m>
                <a:endParaRPr lang="en-US" b="0" kern="0" dirty="0">
                  <a:solidFill>
                    <a:srgbClr val="546970"/>
                  </a:solidFill>
                  <a:latin typeface="Lucida Sans Typewriter" panose="020B0509030504030204" pitchFamily="49" charset="0"/>
                  <a:ea typeface="Noto Mono" panose="020B0609030804020204" pitchFamily="49" charset="0"/>
                  <a:cs typeface="Noto Mono" panose="020B0609030804020204" pitchFamily="49" charset="0"/>
                </a:endParaRPr>
              </a:p>
              <a:p>
                <a:pPr>
                  <a:spcAft>
                    <a:spcPts val="500"/>
                  </a:spcAft>
                  <a:buClr>
                    <a:srgbClr val="619E64"/>
                  </a:buClr>
                  <a:buSzPct val="85000"/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i="1" kern="0">
                          <a:solidFill>
                            <a:srgbClr val="546970"/>
                          </a:solidFill>
                          <a:latin typeface="Cambria Math" panose="02040503050406030204" pitchFamily="18" charset="0"/>
                          <a:ea typeface="Source Sans Pro" panose="020B0503030403020204" pitchFamily="34" charset="0"/>
                          <a:cs typeface="Calibri" panose="020F0502020204030204" pitchFamily="34" charset="0"/>
                        </a:rPr>
                        <m:t>𝑎</m:t>
                      </m:r>
                      <m:r>
                        <a:rPr lang="en-US" i="1" kern="0">
                          <a:solidFill>
                            <a:srgbClr val="546970"/>
                          </a:solidFill>
                          <a:latin typeface="Cambria Math" panose="02040503050406030204" pitchFamily="18" charset="0"/>
                          <a:ea typeface="Source Sans Pro" panose="020B0503030403020204" pitchFamily="34" charset="0"/>
                          <a:cs typeface="Calibri" panose="020F0502020204030204" pitchFamily="34" charset="0"/>
                        </a:rPr>
                        <m:t>: ⟨</m:t>
                      </m:r>
                      <m:r>
                        <m:rPr>
                          <m:nor/>
                        </m:rPr>
                        <a:rPr lang="en-US" cap="small">
                          <a:solidFill>
                            <a:srgbClr val="546970"/>
                          </a:solidFill>
                          <a:latin typeface="Lucida Sans Typewriter" panose="020B0509030504030204" pitchFamily="49" charset="0"/>
                          <a:ea typeface="Noto Mono" panose="020B0609030804020204" pitchFamily="49" charset="0"/>
                          <a:cs typeface="Noto Mono" panose="020B0609030804020204" pitchFamily="49" charset="0"/>
                        </a:rPr>
                        <m:t>AnsQ</m:t>
                      </m:r>
                      <m:r>
                        <a:rPr lang="en-US" i="1">
                          <a:solidFill>
                            <a:srgbClr val="546970"/>
                          </a:solidFill>
                          <a:latin typeface="Cambria Math" panose="02040503050406030204" pitchFamily="18" charset="0"/>
                          <a:ea typeface="Source Sans Pro" panose="020B0503030403020204" pitchFamily="34" charset="0"/>
                        </a:rPr>
                        <m:t>, </m:t>
                      </m:r>
                      <m:d>
                        <m:dPr>
                          <m:begChr m:val="⟨"/>
                          <m:endChr m:val="〉"/>
                          <m:ctrlPr>
                            <a:rPr lang="en-US" i="1" kern="0">
                              <a:solidFill>
                                <a:srgbClr val="546970"/>
                              </a:solidFill>
                              <a:latin typeface="Cambria Math" panose="02040503050406030204" pitchFamily="18" charset="0"/>
                              <a:ea typeface="Source Sans Pro" panose="020B0503030403020204" pitchFamily="34" charset="0"/>
                              <a:cs typeface="Calibri" panose="020F0502020204030204" pitchFamily="34" charset="0"/>
                            </a:rPr>
                          </m:ctrlPr>
                        </m:dPr>
                        <m:e>
                          <m:r>
                            <m:rPr>
                              <m:nor/>
                            </m:rPr>
                            <a:rPr lang="en-US" kern="0">
                              <a:solidFill>
                                <a:srgbClr val="546970"/>
                              </a:solidFill>
                              <a:latin typeface="Lucida Sans Typewriter" panose="020B0509030504030204" pitchFamily="49" charset="0"/>
                              <a:ea typeface="Noto Mono" panose="020B0609030804020204" pitchFamily="49" charset="0"/>
                              <a:cs typeface="Noto Mono" panose="020B0609030804020204" pitchFamily="49" charset="0"/>
                            </a:rPr>
                            <m:t>www</m:t>
                          </m:r>
                          <m:r>
                            <m:rPr>
                              <m:nor/>
                            </m:rPr>
                            <a:rPr lang="en-US" kern="0">
                              <a:solidFill>
                                <a:srgbClr val="546970"/>
                              </a:solidFill>
                              <a:latin typeface="Lucida Sans Typewriter" panose="020B0509030504030204" pitchFamily="49" charset="0"/>
                              <a:ea typeface="Noto Mono" panose="020B0609030804020204" pitchFamily="49" charset="0"/>
                              <a:cs typeface="Noto Mono" panose="020B0609030804020204" pitchFamily="49" charset="0"/>
                            </a:rPr>
                            <m:t>.</m:t>
                          </m:r>
                          <m:r>
                            <m:rPr>
                              <m:nor/>
                            </m:rPr>
                            <a:rPr lang="en-US" kern="0">
                              <a:solidFill>
                                <a:srgbClr val="546970"/>
                              </a:solidFill>
                              <a:latin typeface="Lucida Sans Typewriter" panose="020B0509030504030204" pitchFamily="49" charset="0"/>
                              <a:ea typeface="Noto Mono" panose="020B0609030804020204" pitchFamily="49" charset="0"/>
                              <a:cs typeface="Noto Mono" panose="020B0609030804020204" pitchFamily="49" charset="0"/>
                            </a:rPr>
                            <m:t>ucla</m:t>
                          </m:r>
                          <m:r>
                            <m:rPr>
                              <m:nor/>
                            </m:rPr>
                            <a:rPr lang="en-US" kern="0">
                              <a:solidFill>
                                <a:srgbClr val="546970"/>
                              </a:solidFill>
                              <a:latin typeface="Lucida Sans Typewriter" panose="020B0509030504030204" pitchFamily="49" charset="0"/>
                              <a:ea typeface="Noto Mono" panose="020B0609030804020204" pitchFamily="49" charset="0"/>
                              <a:cs typeface="Noto Mono" panose="020B0609030804020204" pitchFamily="49" charset="0"/>
                            </a:rPr>
                            <m:t>.</m:t>
                          </m:r>
                          <m:r>
                            <m:rPr>
                              <m:nor/>
                            </m:rPr>
                            <a:rPr lang="en-US" kern="0">
                              <a:solidFill>
                                <a:srgbClr val="546970"/>
                              </a:solidFill>
                              <a:latin typeface="Lucida Sans Typewriter" panose="020B0509030504030204" pitchFamily="49" charset="0"/>
                              <a:ea typeface="Noto Mono" panose="020B0609030804020204" pitchFamily="49" charset="0"/>
                              <a:cs typeface="Noto Mono" panose="020B0609030804020204" pitchFamily="49" charset="0"/>
                            </a:rPr>
                            <m:t>edu</m:t>
                          </m:r>
                          <m:r>
                            <m:rPr>
                              <m:nor/>
                            </m:rPr>
                            <a:rPr lang="en-US" kern="0">
                              <a:solidFill>
                                <a:srgbClr val="546970"/>
                              </a:solidFill>
                              <a:latin typeface="Lucida Sans Typewriter" panose="020B0509030504030204" pitchFamily="49" charset="0"/>
                              <a:ea typeface="Noto Mono" panose="020B0609030804020204" pitchFamily="49" charset="0"/>
                              <a:cs typeface="Noto Mono" panose="020B0609030804020204" pitchFamily="49" charset="0"/>
                            </a:rPr>
                            <m:t>.,{</m:t>
                          </m:r>
                          <m:r>
                            <m:rPr>
                              <m:nor/>
                            </m:rPr>
                            <a:rPr lang="en-US" kern="0">
                              <a:solidFill>
                                <a:srgbClr val="546970"/>
                              </a:solidFill>
                              <a:latin typeface="Lucida Sans Typewriter" panose="020B0509030504030204" pitchFamily="49" charset="0"/>
                              <a:ea typeface="Noto Mono" panose="020B0609030804020204" pitchFamily="49" charset="0"/>
                              <a:cs typeface="Noto Mono" panose="020B0609030804020204" pitchFamily="49" charset="0"/>
                            </a:rPr>
                            <m:t>A</m:t>
                          </m:r>
                          <m:r>
                            <m:rPr>
                              <m:nor/>
                            </m:rPr>
                            <a:rPr lang="en-US" kern="0">
                              <a:solidFill>
                                <a:srgbClr val="546970"/>
                              </a:solidFill>
                              <a:latin typeface="Lucida Sans Typewriter" panose="020B0509030504030204" pitchFamily="49" charset="0"/>
                              <a:ea typeface="Noto Mono" panose="020B0609030804020204" pitchFamily="49" charset="0"/>
                              <a:cs typeface="Noto Mono" panose="020B0609030804020204" pitchFamily="49" charset="0"/>
                            </a:rPr>
                            <m:t>,</m:t>
                          </m:r>
                          <m:r>
                            <m:rPr>
                              <m:nor/>
                            </m:rPr>
                            <a:rPr lang="en-US" kern="0">
                              <a:solidFill>
                                <a:srgbClr val="546970"/>
                              </a:solidFill>
                              <a:latin typeface="Lucida Sans Typewriter" panose="020B0509030504030204" pitchFamily="49" charset="0"/>
                              <a:ea typeface="Noto Mono" panose="020B0609030804020204" pitchFamily="49" charset="0"/>
                              <a:cs typeface="Noto Mono" panose="020B0609030804020204" pitchFamily="49" charset="0"/>
                            </a:rPr>
                            <m:t>NS</m:t>
                          </m:r>
                          <m:r>
                            <m:rPr>
                              <m:nor/>
                            </m:rPr>
                            <a:rPr lang="en-US" kern="0">
                              <a:solidFill>
                                <a:srgbClr val="546970"/>
                              </a:solidFill>
                              <a:latin typeface="Lucida Sans Typewriter" panose="020B0509030504030204" pitchFamily="49" charset="0"/>
                              <a:ea typeface="Noto Mono" panose="020B0609030804020204" pitchFamily="49" charset="0"/>
                              <a:cs typeface="Noto Mono" panose="020B0609030804020204" pitchFamily="49" charset="0"/>
                            </a:rPr>
                            <m:t>,</m:t>
                          </m:r>
                          <m:r>
                            <m:rPr>
                              <m:nor/>
                            </m:rPr>
                            <a:rPr lang="en-US" kern="0">
                              <a:solidFill>
                                <a:srgbClr val="546970"/>
                              </a:solidFill>
                              <a:latin typeface="Lucida Sans Typewriter" panose="020B0509030504030204" pitchFamily="49" charset="0"/>
                              <a:ea typeface="Noto Mono" panose="020B0609030804020204" pitchFamily="49" charset="0"/>
                              <a:cs typeface="Noto Mono" panose="020B0609030804020204" pitchFamily="49" charset="0"/>
                            </a:rPr>
                            <m:t>TXT</m:t>
                          </m:r>
                          <m:r>
                            <m:rPr>
                              <m:nor/>
                            </m:rPr>
                            <a:rPr lang="en-US" kern="0">
                              <a:solidFill>
                                <a:srgbClr val="546970"/>
                              </a:solidFill>
                              <a:latin typeface="Lucida Sans Typewriter" panose="020B0509030504030204" pitchFamily="49" charset="0"/>
                              <a:ea typeface="Noto Mono" panose="020B0609030804020204" pitchFamily="49" charset="0"/>
                              <a:cs typeface="Noto Mono" panose="020B0609030804020204" pitchFamily="49" charset="0"/>
                            </a:rPr>
                            <m:t>}</m:t>
                          </m:r>
                        </m:e>
                      </m:d>
                      <m:r>
                        <a:rPr lang="en-US" i="1">
                          <a:solidFill>
                            <a:srgbClr val="546970"/>
                          </a:solidFill>
                          <a:latin typeface="Cambria Math" panose="02040503050406030204" pitchFamily="18" charset="0"/>
                          <a:ea typeface="Source Sans Pro" panose="020B0503030403020204" pitchFamily="34" charset="0"/>
                        </a:rPr>
                        <m:t>⟩</m:t>
                      </m:r>
                    </m:oMath>
                  </m:oMathPara>
                </a14:m>
                <a:endParaRPr lang="en-US" kern="0" dirty="0">
                  <a:solidFill>
                    <a:srgbClr val="546970"/>
                  </a:solidFill>
                  <a:latin typeface="Lucida Sans Typewriter" panose="020B0509030504030204" pitchFamily="49" charset="0"/>
                  <a:ea typeface="Noto Mono" panose="020B0609030804020204" pitchFamily="49" charset="0"/>
                  <a:cs typeface="Noto Mono" panose="020B0609030804020204" pitchFamily="49" charset="0"/>
                </a:endParaRPr>
              </a:p>
            </p:txBody>
          </p:sp>
        </mc:Choice>
        <mc:Fallback>
          <p:sp>
            <p:nvSpPr>
              <p:cNvPr id="6" name="Rectangle: Rounded Corners 5">
                <a:extLst>
                  <a:ext uri="{FF2B5EF4-FFF2-40B4-BE49-F238E27FC236}">
                    <a16:creationId xmlns:a16="http://schemas.microsoft.com/office/drawing/2014/main" id="{EE21784F-6AFD-492F-A425-308A5200A64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1390" y="3217917"/>
                <a:ext cx="5227599" cy="1137270"/>
              </a:xfrm>
              <a:prstGeom prst="roundRect">
                <a:avLst>
                  <a:gd name="adj" fmla="val 4626"/>
                </a:avLst>
              </a:prstGeom>
              <a:blipFill>
                <a:blip r:embed="rId5"/>
                <a:stretch>
                  <a:fillRect/>
                </a:stretch>
              </a:blipFill>
              <a:ln w="19050">
                <a:solidFill>
                  <a:srgbClr val="70838B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Rectangle: Rounded Corners 8">
                <a:extLst>
                  <a:ext uri="{FF2B5EF4-FFF2-40B4-BE49-F238E27FC236}">
                    <a16:creationId xmlns:a16="http://schemas.microsoft.com/office/drawing/2014/main" id="{BA8CC8A7-534A-430C-8314-67B393D691F9}"/>
                  </a:ext>
                </a:extLst>
              </p:cNvPr>
              <p:cNvSpPr/>
              <p:nvPr/>
            </p:nvSpPr>
            <p:spPr>
              <a:xfrm>
                <a:off x="6096000" y="3228228"/>
                <a:ext cx="3665499" cy="1137270"/>
              </a:xfrm>
              <a:prstGeom prst="roundRect">
                <a:avLst>
                  <a:gd name="adj" fmla="val 4626"/>
                </a:avLst>
              </a:prstGeom>
              <a:solidFill>
                <a:srgbClr val="F4F5F6"/>
              </a:solidFill>
              <a:ln w="19050">
                <a:solidFill>
                  <a:srgbClr val="70838B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wrap="square" rtlCol="0" anchor="ctr">
                <a:spAutoFit/>
              </a:bodyPr>
              <a:lstStyle/>
              <a:p>
                <a:pPr>
                  <a:spcAft>
                    <a:spcPts val="500"/>
                  </a:spcAft>
                  <a:buClr>
                    <a:srgbClr val="619E64"/>
                  </a:buClr>
                  <a:buSzPct val="85000"/>
                  <a:defRPr/>
                </a:pPr>
                <a14:m>
                  <m:oMath xmlns:m="http://schemas.openxmlformats.org/officeDocument/2006/math">
                    <m:r>
                      <a:rPr lang="en-US" b="0" i="1" kern="0" smtClean="0">
                        <a:solidFill>
                          <a:srgbClr val="546970"/>
                        </a:solidFill>
                        <a:latin typeface="Cambria Math" panose="02040503050406030204" pitchFamily="18" charset="0"/>
                        <a:ea typeface="Source Sans Pro" panose="020B0503030403020204" pitchFamily="34" charset="0"/>
                        <a:cs typeface="Calibri" panose="020F0502020204030204" pitchFamily="34" charset="0"/>
                      </a:rPr>
                      <m:t>𝑠</m:t>
                    </m:r>
                    <m:r>
                      <a:rPr lang="en-US" b="0" i="1" kern="0" smtClean="0">
                        <a:solidFill>
                          <a:srgbClr val="546970"/>
                        </a:solidFill>
                        <a:latin typeface="Cambria Math" panose="02040503050406030204" pitchFamily="18" charset="0"/>
                        <a:ea typeface="Source Sans Pro" panose="020B0503030403020204" pitchFamily="34" charset="0"/>
                        <a:cs typeface="Calibri" panose="020F0502020204030204" pitchFamily="34" charset="0"/>
                      </a:rPr>
                      <m:t>: </m:t>
                    </m:r>
                  </m:oMath>
                </a14:m>
                <a:r>
                  <a:rPr lang="en-US" kern="0" dirty="0">
                    <a:solidFill>
                      <a:srgbClr val="546970"/>
                    </a:solidFill>
                    <a:latin typeface="Noto Mono" panose="020B0609030804020204" pitchFamily="49" charset="0"/>
                    <a:ea typeface="Noto Mono" panose="020B0609030804020204" pitchFamily="49" charset="0"/>
                    <a:cs typeface="Noto Mono" panose="020B0609030804020204" pitchFamily="49" charset="0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kern="0">
                        <a:solidFill>
                          <a:srgbClr val="546970"/>
                        </a:solidFill>
                        <a:latin typeface="Lucida Sans Typewriter" panose="020B0509030504030204" pitchFamily="49" charset="0"/>
                        <a:ea typeface="Noto Mono" panose="020B0609030804020204" pitchFamily="49" charset="0"/>
                        <a:cs typeface="Noto Mono" panose="020B0609030804020204" pitchFamily="49" charset="0"/>
                      </a:rPr>
                      <m:t>ns</m:t>
                    </m:r>
                    <m:r>
                      <m:rPr>
                        <m:nor/>
                      </m:rPr>
                      <a:rPr lang="en-US" b="0" i="0" kern="0" smtClean="0">
                        <a:solidFill>
                          <a:srgbClr val="546970"/>
                        </a:solidFill>
                        <a:latin typeface="Lucida Sans Typewriter" panose="020B0509030504030204" pitchFamily="49" charset="0"/>
                        <a:ea typeface="Noto Mono" panose="020B0609030804020204" pitchFamily="49" charset="0"/>
                        <a:cs typeface="Noto Mono" panose="020B0609030804020204" pitchFamily="49" charset="0"/>
                      </a:rPr>
                      <m:t>2</m:t>
                    </m:r>
                    <m:r>
                      <m:rPr>
                        <m:nor/>
                      </m:rPr>
                      <a:rPr lang="en-US" kern="0">
                        <a:solidFill>
                          <a:srgbClr val="546970"/>
                        </a:solidFill>
                        <a:latin typeface="Lucida Sans Typewriter" panose="020B0509030504030204" pitchFamily="49" charset="0"/>
                        <a:ea typeface="Noto Mono" panose="020B0609030804020204" pitchFamily="49" charset="0"/>
                        <a:cs typeface="Noto Mono" panose="020B0609030804020204" pitchFamily="49" charset="0"/>
                      </a:rPr>
                      <m:t>.</m:t>
                    </m:r>
                    <m:r>
                      <m:rPr>
                        <m:nor/>
                      </m:rPr>
                      <a:rPr lang="en-US" kern="0">
                        <a:solidFill>
                          <a:srgbClr val="546970"/>
                        </a:solidFill>
                        <a:latin typeface="Lucida Sans Typewriter" panose="020B0509030504030204" pitchFamily="49" charset="0"/>
                        <a:ea typeface="Noto Mono" panose="020B0609030804020204" pitchFamily="49" charset="0"/>
                        <a:cs typeface="Noto Mono" panose="020B0609030804020204" pitchFamily="49" charset="0"/>
                      </a:rPr>
                      <m:t>edu</m:t>
                    </m:r>
                    <m:r>
                      <m:rPr>
                        <m:nor/>
                      </m:rPr>
                      <a:rPr lang="en-US" kern="0">
                        <a:solidFill>
                          <a:srgbClr val="546970"/>
                        </a:solidFill>
                        <a:latin typeface="Lucida Sans Typewriter" panose="020B0509030504030204" pitchFamily="49" charset="0"/>
                        <a:ea typeface="Noto Mono" panose="020B0609030804020204" pitchFamily="49" charset="0"/>
                        <a:cs typeface="Noto Mono" panose="020B0609030804020204" pitchFamily="49" charset="0"/>
                      </a:rPr>
                      <m:t>.</m:t>
                    </m:r>
                  </m:oMath>
                </a14:m>
                <a:endParaRPr lang="en-US" kern="0" dirty="0">
                  <a:solidFill>
                    <a:srgbClr val="546970"/>
                  </a:solidFill>
                  <a:latin typeface="Lucida Sans Typewriter" panose="020B0509030504030204" pitchFamily="49" charset="0"/>
                  <a:ea typeface="Noto Mono" panose="020B0609030804020204" pitchFamily="49" charset="0"/>
                  <a:cs typeface="Noto Mono" panose="020B0609030804020204" pitchFamily="49" charset="0"/>
                </a:endParaRPr>
              </a:p>
              <a:p>
                <a:pPr>
                  <a:lnSpc>
                    <a:spcPct val="100000"/>
                  </a:lnSpc>
                  <a:spcAft>
                    <a:spcPts val="500"/>
                  </a:spcAft>
                  <a:buClr>
                    <a:srgbClr val="619E64"/>
                  </a:buClr>
                  <a:buSzPct val="85000"/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kern="0" smtClean="0">
                          <a:solidFill>
                            <a:srgbClr val="546970"/>
                          </a:solidFill>
                          <a:latin typeface="Cambria Math" panose="02040503050406030204" pitchFamily="18" charset="0"/>
                          <a:ea typeface="Source Sans Pro" panose="020B0503030403020204" pitchFamily="34" charset="0"/>
                          <a:cs typeface="Calibri" panose="020F0502020204030204" pitchFamily="34" charset="0"/>
                        </a:rPr>
                        <m:t>𝑞</m:t>
                      </m:r>
                      <m:r>
                        <a:rPr lang="en-US" b="0" i="1" kern="0" smtClean="0">
                          <a:solidFill>
                            <a:srgbClr val="546970"/>
                          </a:solidFill>
                          <a:latin typeface="Cambria Math" panose="02040503050406030204" pitchFamily="18" charset="0"/>
                          <a:ea typeface="Source Sans Pro" panose="020B0503030403020204" pitchFamily="34" charset="0"/>
                          <a:cs typeface="Calibri" panose="020F0502020204030204" pitchFamily="34" charset="0"/>
                        </a:rPr>
                        <m:t>: </m:t>
                      </m:r>
                      <m:d>
                        <m:dPr>
                          <m:begChr m:val="⟨"/>
                          <m:endChr m:val="〉"/>
                          <m:ctrlPr>
                            <a:rPr lang="en-US" b="0" i="1" kern="0" smtClean="0">
                              <a:solidFill>
                                <a:srgbClr val="546970"/>
                              </a:solidFill>
                              <a:latin typeface="Cambria Math" panose="02040503050406030204" pitchFamily="18" charset="0"/>
                              <a:ea typeface="Source Sans Pro" panose="020B0503030403020204" pitchFamily="34" charset="0"/>
                              <a:cs typeface="Calibri" panose="020F0502020204030204" pitchFamily="34" charset="0"/>
                            </a:rPr>
                          </m:ctrlPr>
                        </m:dPr>
                        <m:e>
                          <m:r>
                            <a:rPr lang="en-US" b="0" i="1" kern="0" smtClean="0">
                              <a:solidFill>
                                <a:srgbClr val="546970"/>
                              </a:solidFill>
                              <a:latin typeface="Cambria Math" panose="02040503050406030204" pitchFamily="18" charset="0"/>
                              <a:ea typeface="Source Sans Pro" panose="020B0503030403020204" pitchFamily="34" charset="0"/>
                              <a:cs typeface="Calibri" panose="020F0502020204030204" pitchFamily="34" charset="0"/>
                            </a:rPr>
                            <m:t> </m:t>
                          </m:r>
                          <m:r>
                            <a:rPr lang="en-US" b="0" i="1" kern="0" smtClean="0">
                              <a:solidFill>
                                <a:srgbClr val="546970"/>
                              </a:solidFill>
                              <a:latin typeface="Cambria Math" panose="02040503050406030204" pitchFamily="18" charset="0"/>
                              <a:ea typeface="Source Sans Pro" panose="020B0503030403020204" pitchFamily="34" charset="0"/>
                              <a:cs typeface="Calibri" panose="020F0502020204030204" pitchFamily="34" charset="0"/>
                            </a:rPr>
                            <m:t>𝛼</m:t>
                          </m:r>
                          <m:r>
                            <m:rPr>
                              <m:nor/>
                            </m:rPr>
                            <a:rPr lang="en-US" b="0" i="0" kern="0" smtClean="0">
                              <a:solidFill>
                                <a:srgbClr val="546970"/>
                              </a:solidFill>
                              <a:latin typeface="Lucida Sans Typewriter" panose="020B0509030504030204" pitchFamily="49" charset="0"/>
                              <a:ea typeface="Noto Mono" panose="020B0609030804020204" pitchFamily="49" charset="0"/>
                              <a:cs typeface="Noto Mono" panose="020B0609030804020204" pitchFamily="49" charset="0"/>
                            </a:rPr>
                            <m:t>.</m:t>
                          </m:r>
                          <m:r>
                            <m:rPr>
                              <m:nor/>
                            </m:rPr>
                            <a:rPr lang="en-US" b="0" i="0" kern="0" smtClean="0">
                              <a:solidFill>
                                <a:srgbClr val="546970"/>
                              </a:solidFill>
                              <a:latin typeface="Lucida Sans Typewriter" panose="020B0509030504030204" pitchFamily="49" charset="0"/>
                              <a:ea typeface="Noto Mono" panose="020B0609030804020204" pitchFamily="49" charset="0"/>
                              <a:cs typeface="Noto Mono" panose="020B0609030804020204" pitchFamily="49" charset="0"/>
                            </a:rPr>
                            <m:t>ucla</m:t>
                          </m:r>
                          <m:r>
                            <m:rPr>
                              <m:nor/>
                            </m:rPr>
                            <a:rPr lang="en-US" b="0" i="0" kern="0" smtClean="0">
                              <a:solidFill>
                                <a:srgbClr val="546970"/>
                              </a:solidFill>
                              <a:latin typeface="Lucida Sans Typewriter" panose="020B0509030504030204" pitchFamily="49" charset="0"/>
                              <a:ea typeface="Noto Mono" panose="020B0609030804020204" pitchFamily="49" charset="0"/>
                              <a:cs typeface="Noto Mono" panose="020B0609030804020204" pitchFamily="49" charset="0"/>
                            </a:rPr>
                            <m:t>.</m:t>
                          </m:r>
                          <m:r>
                            <m:rPr>
                              <m:nor/>
                            </m:rPr>
                            <a:rPr lang="en-US" b="0" i="0" kern="0" smtClean="0">
                              <a:solidFill>
                                <a:srgbClr val="546970"/>
                              </a:solidFill>
                              <a:latin typeface="Lucida Sans Typewriter" panose="020B0509030504030204" pitchFamily="49" charset="0"/>
                              <a:ea typeface="Noto Mono" panose="020B0609030804020204" pitchFamily="49" charset="0"/>
                              <a:cs typeface="Noto Mono" panose="020B0609030804020204" pitchFamily="49" charset="0"/>
                            </a:rPr>
                            <m:t>edu</m:t>
                          </m:r>
                          <m:r>
                            <m:rPr>
                              <m:nor/>
                            </m:rPr>
                            <a:rPr lang="en-US" b="0" i="0" kern="0" smtClean="0">
                              <a:solidFill>
                                <a:srgbClr val="546970"/>
                              </a:solidFill>
                              <a:latin typeface="Lucida Sans Typewriter" panose="020B0509030504030204" pitchFamily="49" charset="0"/>
                              <a:ea typeface="Noto Mono" panose="020B0609030804020204" pitchFamily="49" charset="0"/>
                              <a:cs typeface="Noto Mono" panose="020B0609030804020204" pitchFamily="49" charset="0"/>
                            </a:rPr>
                            <m:t>.,{</m:t>
                          </m:r>
                          <m:r>
                            <m:rPr>
                              <m:nor/>
                            </m:rPr>
                            <a:rPr lang="en-US" b="0" i="0" kern="0" smtClean="0">
                              <a:solidFill>
                                <a:srgbClr val="546970"/>
                              </a:solidFill>
                              <a:latin typeface="Lucida Sans Typewriter" panose="020B0509030504030204" pitchFamily="49" charset="0"/>
                              <a:ea typeface="Noto Mono" panose="020B0609030804020204" pitchFamily="49" charset="0"/>
                              <a:cs typeface="Noto Mono" panose="020B0609030804020204" pitchFamily="49" charset="0"/>
                            </a:rPr>
                            <m:t>A</m:t>
                          </m:r>
                          <m:r>
                            <m:rPr>
                              <m:nor/>
                            </m:rPr>
                            <a:rPr lang="en-US" b="0" i="0" kern="0" smtClean="0">
                              <a:solidFill>
                                <a:srgbClr val="546970"/>
                              </a:solidFill>
                              <a:latin typeface="Lucida Sans Typewriter" panose="020B0509030504030204" pitchFamily="49" charset="0"/>
                              <a:ea typeface="Noto Mono" panose="020B0609030804020204" pitchFamily="49" charset="0"/>
                              <a:cs typeface="Noto Mono" panose="020B0609030804020204" pitchFamily="49" charset="0"/>
                            </a:rPr>
                            <m:t>,</m:t>
                          </m:r>
                          <m:r>
                            <m:rPr>
                              <m:nor/>
                            </m:rPr>
                            <a:rPr lang="en-US" b="0" i="0" kern="0" smtClean="0">
                              <a:solidFill>
                                <a:srgbClr val="546970"/>
                              </a:solidFill>
                              <a:latin typeface="Lucida Sans Typewriter" panose="020B0509030504030204" pitchFamily="49" charset="0"/>
                              <a:ea typeface="Noto Mono" panose="020B0609030804020204" pitchFamily="49" charset="0"/>
                              <a:cs typeface="Noto Mono" panose="020B0609030804020204" pitchFamily="49" charset="0"/>
                            </a:rPr>
                            <m:t>NS</m:t>
                          </m:r>
                          <m:r>
                            <m:rPr>
                              <m:nor/>
                            </m:rPr>
                            <a:rPr lang="en-US" b="0" i="0" kern="0" smtClean="0">
                              <a:solidFill>
                                <a:srgbClr val="546970"/>
                              </a:solidFill>
                              <a:latin typeface="Lucida Sans Typewriter" panose="020B0509030504030204" pitchFamily="49" charset="0"/>
                              <a:ea typeface="Noto Mono" panose="020B0609030804020204" pitchFamily="49" charset="0"/>
                              <a:cs typeface="Noto Mono" panose="020B0609030804020204" pitchFamily="49" charset="0"/>
                            </a:rPr>
                            <m:t>,</m:t>
                          </m:r>
                          <m:r>
                            <m:rPr>
                              <m:nor/>
                            </m:rPr>
                            <a:rPr lang="en-US" b="0" i="0" kern="0" smtClean="0">
                              <a:solidFill>
                                <a:srgbClr val="546970"/>
                              </a:solidFill>
                              <a:latin typeface="Lucida Sans Typewriter" panose="020B0509030504030204" pitchFamily="49" charset="0"/>
                              <a:ea typeface="Noto Mono" panose="020B0609030804020204" pitchFamily="49" charset="0"/>
                              <a:cs typeface="Noto Mono" panose="020B0609030804020204" pitchFamily="49" charset="0"/>
                            </a:rPr>
                            <m:t>TXT</m:t>
                          </m:r>
                          <m:r>
                            <m:rPr>
                              <m:nor/>
                            </m:rPr>
                            <a:rPr lang="en-US" b="0" i="0" kern="0" smtClean="0">
                              <a:solidFill>
                                <a:srgbClr val="546970"/>
                              </a:solidFill>
                              <a:latin typeface="Lucida Sans Typewriter" panose="020B0509030504030204" pitchFamily="49" charset="0"/>
                              <a:ea typeface="Noto Mono" panose="020B0609030804020204" pitchFamily="49" charset="0"/>
                              <a:cs typeface="Noto Mono" panose="020B0609030804020204" pitchFamily="49" charset="0"/>
                            </a:rPr>
                            <m:t>}</m:t>
                          </m:r>
                        </m:e>
                      </m:d>
                    </m:oMath>
                  </m:oMathPara>
                </a14:m>
                <a:endParaRPr lang="en-US" b="0" kern="0" dirty="0">
                  <a:solidFill>
                    <a:srgbClr val="546970"/>
                  </a:solidFill>
                  <a:latin typeface="Lucida Sans Typewriter" panose="020B0509030504030204" pitchFamily="49" charset="0"/>
                  <a:ea typeface="Noto Mono" panose="020B0609030804020204" pitchFamily="49" charset="0"/>
                  <a:cs typeface="Noto Mono" panose="020B0609030804020204" pitchFamily="49" charset="0"/>
                </a:endParaRPr>
              </a:p>
              <a:p>
                <a:pPr>
                  <a:spcAft>
                    <a:spcPts val="500"/>
                  </a:spcAft>
                  <a:buClr>
                    <a:srgbClr val="619E64"/>
                  </a:buClr>
                  <a:buSzPct val="85000"/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i="1" kern="0">
                          <a:solidFill>
                            <a:srgbClr val="546970"/>
                          </a:solidFill>
                          <a:latin typeface="Cambria Math" panose="02040503050406030204" pitchFamily="18" charset="0"/>
                          <a:ea typeface="Source Sans Pro" panose="020B0503030403020204" pitchFamily="34" charset="0"/>
                          <a:cs typeface="Calibri" panose="020F0502020204030204" pitchFamily="34" charset="0"/>
                        </a:rPr>
                        <m:t>𝑎</m:t>
                      </m:r>
                      <m:r>
                        <a:rPr lang="en-US" i="1" kern="0">
                          <a:solidFill>
                            <a:srgbClr val="546970"/>
                          </a:solidFill>
                          <a:latin typeface="Cambria Math" panose="02040503050406030204" pitchFamily="18" charset="0"/>
                          <a:ea typeface="Source Sans Pro" panose="020B0503030403020204" pitchFamily="34" charset="0"/>
                          <a:cs typeface="Calibri" panose="020F0502020204030204" pitchFamily="34" charset="0"/>
                        </a:rPr>
                        <m:t>: ⟨</m:t>
                      </m:r>
                      <m:r>
                        <m:rPr>
                          <m:nor/>
                        </m:rPr>
                        <a:rPr lang="en-US" cap="small">
                          <a:solidFill>
                            <a:srgbClr val="546970"/>
                          </a:solidFill>
                          <a:latin typeface="Lucida Sans Typewriter" panose="020B0509030504030204" pitchFamily="49" charset="0"/>
                          <a:ea typeface="Noto Mono" panose="020B0609030804020204" pitchFamily="49" charset="0"/>
                          <a:cs typeface="Noto Mono" panose="020B0609030804020204" pitchFamily="49" charset="0"/>
                        </a:rPr>
                        <m:t>NX</m:t>
                      </m:r>
                      <m:r>
                        <a:rPr lang="en-US" i="1">
                          <a:solidFill>
                            <a:srgbClr val="546970"/>
                          </a:solidFill>
                          <a:latin typeface="Cambria Math" panose="02040503050406030204" pitchFamily="18" charset="0"/>
                          <a:ea typeface="Source Sans Pro" panose="020B0503030403020204" pitchFamily="34" charset="0"/>
                        </a:rPr>
                        <m:t>, </m:t>
                      </m:r>
                      <m:r>
                        <a:rPr lang="en-US" i="1">
                          <a:solidFill>
                            <a:srgbClr val="546970"/>
                          </a:solidFill>
                          <a:latin typeface="Cambria Math" panose="02040503050406030204" pitchFamily="18" charset="0"/>
                          <a:ea typeface="Source Sans Pro" panose="020B0503030403020204" pitchFamily="34" charset="0"/>
                        </a:rPr>
                        <m:t>∅⟩</m:t>
                      </m:r>
                      <m:r>
                        <a:rPr lang="en-US" b="0" i="1" kern="0" smtClean="0">
                          <a:solidFill>
                            <a:srgbClr val="F4F5F6"/>
                          </a:solidFill>
                          <a:latin typeface="Cambria Math" panose="02040503050406030204" pitchFamily="18" charset="0"/>
                          <a:ea typeface="Source Sans Pro" panose="020B0503030403020204" pitchFamily="34" charset="0"/>
                          <a:cs typeface="Calibri" panose="020F0502020204030204" pitchFamily="34" charset="0"/>
                        </a:rPr>
                        <m:t>𝑎</m:t>
                      </m:r>
                      <m:r>
                        <a:rPr lang="en-US" b="0" i="1" kern="0" smtClean="0">
                          <a:solidFill>
                            <a:srgbClr val="F4F5F6"/>
                          </a:solidFill>
                          <a:latin typeface="Cambria Math" panose="02040503050406030204" pitchFamily="18" charset="0"/>
                          <a:ea typeface="Source Sans Pro" panose="020B0503030403020204" pitchFamily="34" charset="0"/>
                          <a:cs typeface="Calibri" panose="020F0502020204030204" pitchFamily="34" charset="0"/>
                        </a:rPr>
                        <m:t>: ⟨</m:t>
                      </m:r>
                      <m:r>
                        <m:rPr>
                          <m:nor/>
                        </m:rPr>
                        <a:rPr lang="en-US" b="0" i="0" cap="small" smtClean="0">
                          <a:solidFill>
                            <a:srgbClr val="F4F5F6"/>
                          </a:solidFill>
                          <a:latin typeface="Lucida Sans Typewriter" panose="020B0509030504030204" pitchFamily="49" charset="0"/>
                          <a:ea typeface="Noto Mono" panose="020B0609030804020204" pitchFamily="49" charset="0"/>
                          <a:cs typeface="Noto Mono" panose="020B0609030804020204" pitchFamily="49" charset="0"/>
                        </a:rPr>
                        <m:t>NX</m:t>
                      </m:r>
                      <m:r>
                        <a:rPr lang="en-US" i="1">
                          <a:solidFill>
                            <a:srgbClr val="F4F5F6"/>
                          </a:solidFill>
                          <a:latin typeface="Cambria Math" panose="02040503050406030204" pitchFamily="18" charset="0"/>
                          <a:ea typeface="Source Sans Pro" panose="020B0503030403020204" pitchFamily="34" charset="0"/>
                        </a:rPr>
                        <m:t>, </m:t>
                      </m:r>
                      <m:r>
                        <a:rPr lang="en-US" b="0" i="1" smtClean="0">
                          <a:solidFill>
                            <a:srgbClr val="F4F5F6"/>
                          </a:solidFill>
                          <a:latin typeface="Cambria Math" panose="02040503050406030204" pitchFamily="18" charset="0"/>
                          <a:ea typeface="Source Sans Pro" panose="020B0503030403020204" pitchFamily="34" charset="0"/>
                        </a:rPr>
                        <m:t>∅⟩</m:t>
                      </m:r>
                    </m:oMath>
                  </m:oMathPara>
                </a14:m>
                <a:endParaRPr lang="en-US" kern="0" dirty="0">
                  <a:solidFill>
                    <a:srgbClr val="F4F5F6"/>
                  </a:solidFill>
                  <a:latin typeface="Lucida Sans Typewriter" panose="020B0509030504030204" pitchFamily="49" charset="0"/>
                  <a:ea typeface="Noto Mono" panose="020B0609030804020204" pitchFamily="49" charset="0"/>
                  <a:cs typeface="Noto Mono" panose="020B0609030804020204" pitchFamily="49" charset="0"/>
                </a:endParaRPr>
              </a:p>
            </p:txBody>
          </p:sp>
        </mc:Choice>
        <mc:Fallback>
          <p:sp>
            <p:nvSpPr>
              <p:cNvPr id="9" name="Rectangle: Rounded Corners 8">
                <a:extLst>
                  <a:ext uri="{FF2B5EF4-FFF2-40B4-BE49-F238E27FC236}">
                    <a16:creationId xmlns:a16="http://schemas.microsoft.com/office/drawing/2014/main" id="{BA8CC8A7-534A-430C-8314-67B393D691F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0" y="3228228"/>
                <a:ext cx="3665499" cy="1137270"/>
              </a:xfrm>
              <a:prstGeom prst="roundRect">
                <a:avLst>
                  <a:gd name="adj" fmla="val 4626"/>
                </a:avLst>
              </a:prstGeom>
              <a:blipFill>
                <a:blip r:embed="rId6"/>
                <a:stretch>
                  <a:fillRect/>
                </a:stretch>
              </a:blipFill>
              <a:ln w="19050">
                <a:solidFill>
                  <a:srgbClr val="70838B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D98BA2A3-38F3-4C8F-A961-2BB33AC7B217}"/>
              </a:ext>
            </a:extLst>
          </p:cNvPr>
          <p:cNvCxnSpPr>
            <a:cxnSpLocks/>
            <a:endCxn id="6" idx="0"/>
          </p:cNvCxnSpPr>
          <p:nvPr/>
        </p:nvCxnSpPr>
        <p:spPr>
          <a:xfrm flipH="1">
            <a:off x="2885190" y="2600350"/>
            <a:ext cx="2618298" cy="617567"/>
          </a:xfrm>
          <a:prstGeom prst="straightConnector1">
            <a:avLst/>
          </a:prstGeom>
          <a:ln w="28575">
            <a:solidFill>
              <a:srgbClr val="54697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61D046A1-ECE3-4792-83CD-967F193B2339}"/>
              </a:ext>
            </a:extLst>
          </p:cNvPr>
          <p:cNvCxnSpPr>
            <a:cxnSpLocks/>
            <a:endCxn id="9" idx="0"/>
          </p:cNvCxnSpPr>
          <p:nvPr/>
        </p:nvCxnSpPr>
        <p:spPr>
          <a:xfrm>
            <a:off x="5503488" y="2600350"/>
            <a:ext cx="2425262" cy="627878"/>
          </a:xfrm>
          <a:prstGeom prst="straightConnector1">
            <a:avLst/>
          </a:prstGeom>
          <a:ln w="28575">
            <a:solidFill>
              <a:srgbClr val="54697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Rectangle: Rounded Corners 11">
                <a:extLst>
                  <a:ext uri="{FF2B5EF4-FFF2-40B4-BE49-F238E27FC236}">
                    <a16:creationId xmlns:a16="http://schemas.microsoft.com/office/drawing/2014/main" id="{B06987AB-1CDC-4D39-A67C-0B4A2108318A}"/>
                  </a:ext>
                </a:extLst>
              </p:cNvPr>
              <p:cNvSpPr/>
              <p:nvPr/>
            </p:nvSpPr>
            <p:spPr>
              <a:xfrm>
                <a:off x="199829" y="4999807"/>
                <a:ext cx="2960231" cy="1137270"/>
              </a:xfrm>
              <a:prstGeom prst="roundRect">
                <a:avLst>
                  <a:gd name="adj" fmla="val 4626"/>
                </a:avLst>
              </a:prstGeom>
              <a:solidFill>
                <a:srgbClr val="F4F5F6"/>
              </a:solidFill>
              <a:ln w="19050">
                <a:solidFill>
                  <a:srgbClr val="70838B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wrap="square" rtlCol="0" anchor="ctr">
                <a:spAutoFit/>
              </a:bodyPr>
              <a:lstStyle/>
              <a:p>
                <a:pPr>
                  <a:spcAft>
                    <a:spcPts val="500"/>
                  </a:spcAft>
                  <a:buClr>
                    <a:srgbClr val="619E64"/>
                  </a:buClr>
                  <a:buSzPct val="85000"/>
                  <a:defRPr/>
                </a:pPr>
                <a14:m>
                  <m:oMath xmlns:m="http://schemas.openxmlformats.org/officeDocument/2006/math">
                    <m:r>
                      <a:rPr lang="en-US" b="0" i="1" kern="0" smtClean="0">
                        <a:solidFill>
                          <a:srgbClr val="546970"/>
                        </a:solidFill>
                        <a:latin typeface="Cambria Math" panose="02040503050406030204" pitchFamily="18" charset="0"/>
                        <a:ea typeface="Source Sans Pro" panose="020B0503030403020204" pitchFamily="34" charset="0"/>
                        <a:cs typeface="Calibri" panose="020F0502020204030204" pitchFamily="34" charset="0"/>
                      </a:rPr>
                      <m:t>𝑠</m:t>
                    </m:r>
                    <m:r>
                      <a:rPr lang="en-US" b="0" i="1" kern="0" smtClean="0">
                        <a:solidFill>
                          <a:srgbClr val="546970"/>
                        </a:solidFill>
                        <a:latin typeface="Cambria Math" panose="02040503050406030204" pitchFamily="18" charset="0"/>
                        <a:ea typeface="Source Sans Pro" panose="020B0503030403020204" pitchFamily="34" charset="0"/>
                        <a:cs typeface="Calibri" panose="020F0502020204030204" pitchFamily="34" charset="0"/>
                      </a:rPr>
                      <m:t>:</m:t>
                    </m:r>
                  </m:oMath>
                </a14:m>
                <a:r>
                  <a:rPr lang="en-US" kern="0" dirty="0">
                    <a:solidFill>
                      <a:srgbClr val="546970"/>
                    </a:solidFill>
                    <a:latin typeface="Noto Mono" panose="020B0609030804020204" pitchFamily="49" charset="0"/>
                    <a:ea typeface="Noto Mono" panose="020B0609030804020204" pitchFamily="49" charset="0"/>
                    <a:cs typeface="Noto Mono" panose="020B0609030804020204" pitchFamily="49" charset="0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kern="0">
                        <a:solidFill>
                          <a:srgbClr val="546970"/>
                        </a:solidFill>
                        <a:latin typeface="Lucida Sans Typewriter" panose="020B0509030504030204" pitchFamily="49" charset="0"/>
                        <a:ea typeface="Noto Mono" panose="020B0609030804020204" pitchFamily="49" charset="0"/>
                        <a:cs typeface="Noto Mono" panose="020B0609030804020204" pitchFamily="49" charset="0"/>
                      </a:rPr>
                      <m:t>ns</m:t>
                    </m:r>
                    <m:r>
                      <m:rPr>
                        <m:nor/>
                      </m:rPr>
                      <a:rPr lang="en-US" kern="0">
                        <a:solidFill>
                          <a:srgbClr val="546970"/>
                        </a:solidFill>
                        <a:latin typeface="Lucida Sans Typewriter" panose="020B0509030504030204" pitchFamily="49" charset="0"/>
                        <a:ea typeface="Noto Mono" panose="020B0609030804020204" pitchFamily="49" charset="0"/>
                        <a:cs typeface="Noto Mono" panose="020B0609030804020204" pitchFamily="49" charset="0"/>
                      </a:rPr>
                      <m:t>1.</m:t>
                    </m:r>
                    <m:r>
                      <m:rPr>
                        <m:nor/>
                      </m:rPr>
                      <a:rPr lang="en-US" kern="0">
                        <a:solidFill>
                          <a:srgbClr val="546970"/>
                        </a:solidFill>
                        <a:latin typeface="Lucida Sans Typewriter" panose="020B0509030504030204" pitchFamily="49" charset="0"/>
                        <a:ea typeface="Noto Mono" panose="020B0609030804020204" pitchFamily="49" charset="0"/>
                        <a:cs typeface="Noto Mono" panose="020B0609030804020204" pitchFamily="49" charset="0"/>
                      </a:rPr>
                      <m:t>edu</m:t>
                    </m:r>
                    <m:r>
                      <m:rPr>
                        <m:nor/>
                      </m:rPr>
                      <a:rPr lang="en-US" kern="0">
                        <a:solidFill>
                          <a:srgbClr val="546970"/>
                        </a:solidFill>
                        <a:latin typeface="Lucida Sans Typewriter" panose="020B0509030504030204" pitchFamily="49" charset="0"/>
                        <a:ea typeface="Noto Mono" panose="020B0609030804020204" pitchFamily="49" charset="0"/>
                        <a:cs typeface="Noto Mono" panose="020B0609030804020204" pitchFamily="49" charset="0"/>
                      </a:rPr>
                      <m:t>.</m:t>
                    </m:r>
                  </m:oMath>
                </a14:m>
                <a:endParaRPr lang="en-US" kern="0" dirty="0">
                  <a:solidFill>
                    <a:srgbClr val="546970"/>
                  </a:solidFill>
                  <a:latin typeface="Lucida Sans Typewriter" panose="020B0509030504030204" pitchFamily="49" charset="0"/>
                  <a:ea typeface="Noto Mono" panose="020B0609030804020204" pitchFamily="49" charset="0"/>
                  <a:cs typeface="Noto Mono" panose="020B0609030804020204" pitchFamily="49" charset="0"/>
                </a:endParaRPr>
              </a:p>
              <a:p>
                <a:pPr>
                  <a:lnSpc>
                    <a:spcPct val="100000"/>
                  </a:lnSpc>
                  <a:spcAft>
                    <a:spcPts val="500"/>
                  </a:spcAft>
                  <a:buClr>
                    <a:srgbClr val="619E64"/>
                  </a:buClr>
                  <a:buSzPct val="85000"/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kern="0" smtClean="0">
                          <a:solidFill>
                            <a:srgbClr val="546970"/>
                          </a:solidFill>
                          <a:latin typeface="Cambria Math" panose="02040503050406030204" pitchFamily="18" charset="0"/>
                          <a:ea typeface="Source Sans Pro" panose="020B0503030403020204" pitchFamily="34" charset="0"/>
                          <a:cs typeface="Calibri" panose="020F0502020204030204" pitchFamily="34" charset="0"/>
                        </a:rPr>
                        <m:t>𝑞</m:t>
                      </m:r>
                      <m:r>
                        <a:rPr lang="en-US" b="0" i="1" kern="0" smtClean="0">
                          <a:solidFill>
                            <a:srgbClr val="546970"/>
                          </a:solidFill>
                          <a:latin typeface="Cambria Math" panose="02040503050406030204" pitchFamily="18" charset="0"/>
                          <a:ea typeface="Source Sans Pro" panose="020B0503030403020204" pitchFamily="34" charset="0"/>
                          <a:cs typeface="Calibri" panose="020F0502020204030204" pitchFamily="34" charset="0"/>
                        </a:rPr>
                        <m:t>: </m:t>
                      </m:r>
                      <m:d>
                        <m:dPr>
                          <m:begChr m:val="⟨"/>
                          <m:endChr m:val="〉"/>
                          <m:ctrlPr>
                            <a:rPr lang="en-US" b="0" i="1" kern="0" smtClean="0">
                              <a:solidFill>
                                <a:srgbClr val="546970"/>
                              </a:solidFill>
                              <a:latin typeface="Cambria Math" panose="02040503050406030204" pitchFamily="18" charset="0"/>
                              <a:ea typeface="Source Sans Pro" panose="020B0503030403020204" pitchFamily="34" charset="0"/>
                              <a:cs typeface="Calibri" panose="020F0502020204030204" pitchFamily="34" charset="0"/>
                            </a:rPr>
                          </m:ctrlPr>
                        </m:dPr>
                        <m:e>
                          <m:r>
                            <a:rPr lang="en-US" b="0" i="1" kern="0" smtClean="0">
                              <a:solidFill>
                                <a:srgbClr val="546970"/>
                              </a:solidFill>
                              <a:latin typeface="Cambria Math" panose="02040503050406030204" pitchFamily="18" charset="0"/>
                              <a:ea typeface="Source Sans Pro" panose="020B0503030403020204" pitchFamily="34" charset="0"/>
                              <a:cs typeface="Calibri" panose="020F0502020204030204" pitchFamily="34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b="0" i="0" kern="0" smtClean="0">
                              <a:solidFill>
                                <a:srgbClr val="546970"/>
                              </a:solidFill>
                              <a:latin typeface="Lucida Sans Typewriter" panose="020B0509030504030204" pitchFamily="49" charset="0"/>
                              <a:ea typeface="Noto Mono" panose="020B0609030804020204" pitchFamily="49" charset="0"/>
                              <a:cs typeface="Noto Mono" panose="020B0609030804020204" pitchFamily="49" charset="0"/>
                            </a:rPr>
                            <m:t>www</m:t>
                          </m:r>
                          <m:r>
                            <m:rPr>
                              <m:nor/>
                            </m:rPr>
                            <a:rPr lang="en-US" b="0" i="0" kern="0" smtClean="0">
                              <a:solidFill>
                                <a:srgbClr val="546970"/>
                              </a:solidFill>
                              <a:latin typeface="Lucida Sans Typewriter" panose="020B0509030504030204" pitchFamily="49" charset="0"/>
                              <a:ea typeface="Noto Mono" panose="020B0609030804020204" pitchFamily="49" charset="0"/>
                              <a:cs typeface="Noto Mono" panose="020B0609030804020204" pitchFamily="49" charset="0"/>
                            </a:rPr>
                            <m:t>.</m:t>
                          </m:r>
                          <m:r>
                            <m:rPr>
                              <m:nor/>
                            </m:rPr>
                            <a:rPr lang="en-US" b="0" i="0" kern="0" smtClean="0">
                              <a:solidFill>
                                <a:srgbClr val="546970"/>
                              </a:solidFill>
                              <a:latin typeface="Lucida Sans Typewriter" panose="020B0509030504030204" pitchFamily="49" charset="0"/>
                              <a:ea typeface="Noto Mono" panose="020B0609030804020204" pitchFamily="49" charset="0"/>
                              <a:cs typeface="Noto Mono" panose="020B0609030804020204" pitchFamily="49" charset="0"/>
                            </a:rPr>
                            <m:t>ucla</m:t>
                          </m:r>
                          <m:r>
                            <m:rPr>
                              <m:nor/>
                            </m:rPr>
                            <a:rPr lang="en-US" b="0" i="0" kern="0" smtClean="0">
                              <a:solidFill>
                                <a:srgbClr val="546970"/>
                              </a:solidFill>
                              <a:latin typeface="Lucida Sans Typewriter" panose="020B0509030504030204" pitchFamily="49" charset="0"/>
                              <a:ea typeface="Noto Mono" panose="020B0609030804020204" pitchFamily="49" charset="0"/>
                              <a:cs typeface="Noto Mono" panose="020B0609030804020204" pitchFamily="49" charset="0"/>
                            </a:rPr>
                            <m:t>.</m:t>
                          </m:r>
                          <m:r>
                            <m:rPr>
                              <m:nor/>
                            </m:rPr>
                            <a:rPr lang="en-US" b="0" i="0" kern="0" smtClean="0">
                              <a:solidFill>
                                <a:srgbClr val="546970"/>
                              </a:solidFill>
                              <a:latin typeface="Lucida Sans Typewriter" panose="020B0509030504030204" pitchFamily="49" charset="0"/>
                              <a:ea typeface="Noto Mono" panose="020B0609030804020204" pitchFamily="49" charset="0"/>
                              <a:cs typeface="Noto Mono" panose="020B0609030804020204" pitchFamily="49" charset="0"/>
                            </a:rPr>
                            <m:t>edu</m:t>
                          </m:r>
                          <m:r>
                            <m:rPr>
                              <m:nor/>
                            </m:rPr>
                            <a:rPr lang="en-US" b="0" i="0" kern="0" smtClean="0">
                              <a:solidFill>
                                <a:srgbClr val="546970"/>
                              </a:solidFill>
                              <a:latin typeface="Lucida Sans Typewriter" panose="020B0509030504030204" pitchFamily="49" charset="0"/>
                              <a:ea typeface="Noto Mono" panose="020B0609030804020204" pitchFamily="49" charset="0"/>
                              <a:cs typeface="Noto Mono" panose="020B0609030804020204" pitchFamily="49" charset="0"/>
                            </a:rPr>
                            <m:t>.,{</m:t>
                          </m:r>
                          <m:r>
                            <m:rPr>
                              <m:nor/>
                            </m:rPr>
                            <a:rPr lang="en-US" b="0" i="0" kern="0" smtClean="0">
                              <a:solidFill>
                                <a:srgbClr val="546970"/>
                              </a:solidFill>
                              <a:latin typeface="Lucida Sans Typewriter" panose="020B0509030504030204" pitchFamily="49" charset="0"/>
                              <a:ea typeface="Noto Mono" panose="020B0609030804020204" pitchFamily="49" charset="0"/>
                              <a:cs typeface="Noto Mono" panose="020B0609030804020204" pitchFamily="49" charset="0"/>
                            </a:rPr>
                            <m:t>A</m:t>
                          </m:r>
                          <m:r>
                            <m:rPr>
                              <m:nor/>
                            </m:rPr>
                            <a:rPr lang="en-US" b="0" i="0" kern="0" smtClean="0">
                              <a:solidFill>
                                <a:srgbClr val="546970"/>
                              </a:solidFill>
                              <a:latin typeface="Lucida Sans Typewriter" panose="020B0509030504030204" pitchFamily="49" charset="0"/>
                              <a:ea typeface="Noto Mono" panose="020B0609030804020204" pitchFamily="49" charset="0"/>
                              <a:cs typeface="Noto Mono" panose="020B0609030804020204" pitchFamily="49" charset="0"/>
                            </a:rPr>
                            <m:t>}</m:t>
                          </m:r>
                        </m:e>
                      </m:d>
                    </m:oMath>
                  </m:oMathPara>
                </a14:m>
                <a:endParaRPr lang="en-US" b="0" kern="0" dirty="0">
                  <a:solidFill>
                    <a:srgbClr val="546970"/>
                  </a:solidFill>
                  <a:latin typeface="Lucida Sans Typewriter" panose="020B0509030504030204" pitchFamily="49" charset="0"/>
                  <a:ea typeface="Noto Mono" panose="020B0609030804020204" pitchFamily="49" charset="0"/>
                  <a:cs typeface="Noto Mono" panose="020B0609030804020204" pitchFamily="49" charset="0"/>
                </a:endParaRPr>
              </a:p>
              <a:p>
                <a:pPr>
                  <a:spcAft>
                    <a:spcPts val="500"/>
                  </a:spcAft>
                  <a:buClr>
                    <a:srgbClr val="619E64"/>
                  </a:buClr>
                  <a:buSzPct val="85000"/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kern="0" smtClean="0">
                          <a:solidFill>
                            <a:srgbClr val="546970"/>
                          </a:solidFill>
                          <a:latin typeface="Cambria Math" panose="02040503050406030204" pitchFamily="18" charset="0"/>
                          <a:ea typeface="Source Sans Pro" panose="020B0503030403020204" pitchFamily="34" charset="0"/>
                          <a:cs typeface="Calibri" panose="020F0502020204030204" pitchFamily="34" charset="0"/>
                        </a:rPr>
                        <m:t>𝑎</m:t>
                      </m:r>
                      <m:r>
                        <a:rPr lang="en-US" b="0" i="1" kern="0" smtClean="0">
                          <a:solidFill>
                            <a:srgbClr val="546970"/>
                          </a:solidFill>
                          <a:latin typeface="Cambria Math" panose="02040503050406030204" pitchFamily="18" charset="0"/>
                          <a:ea typeface="Source Sans Pro" panose="020B0503030403020204" pitchFamily="34" charset="0"/>
                          <a:cs typeface="Calibri" panose="020F0502020204030204" pitchFamily="34" charset="0"/>
                        </a:rPr>
                        <m:t>: ⟨</m:t>
                      </m:r>
                      <m:r>
                        <m:rPr>
                          <m:nor/>
                        </m:rPr>
                        <a:rPr lang="en-US" b="0" i="0" cap="small" smtClean="0">
                          <a:solidFill>
                            <a:srgbClr val="546970"/>
                          </a:solidFill>
                          <a:latin typeface="Lucida Sans Typewriter" panose="020B0509030504030204" pitchFamily="49" charset="0"/>
                          <a:ea typeface="Noto Mono" panose="020B0609030804020204" pitchFamily="49" charset="0"/>
                          <a:cs typeface="Noto Mono" panose="020B0609030804020204" pitchFamily="49" charset="0"/>
                        </a:rPr>
                        <m:t>Ans</m:t>
                      </m:r>
                      <m:r>
                        <a:rPr lang="en-US" i="1">
                          <a:solidFill>
                            <a:srgbClr val="546970"/>
                          </a:solidFill>
                          <a:latin typeface="Cambria Math" panose="02040503050406030204" pitchFamily="18" charset="0"/>
                          <a:ea typeface="Source Sans Pro" panose="020B0503030403020204" pitchFamily="34" charset="0"/>
                        </a:rPr>
                        <m:t>, </m:t>
                      </m:r>
                      <m:r>
                        <a:rPr lang="en-US" b="0" i="1" smtClean="0">
                          <a:solidFill>
                            <a:srgbClr val="546970"/>
                          </a:solidFill>
                          <a:latin typeface="Cambria Math" panose="02040503050406030204" pitchFamily="18" charset="0"/>
                          <a:ea typeface="Source Sans Pro" panose="020B0503030403020204" pitchFamily="34" charset="0"/>
                        </a:rPr>
                        <m:t>{</m:t>
                      </m:r>
                      <m:r>
                        <m:rPr>
                          <m:nor/>
                        </m:rPr>
                        <a:rPr lang="en-US" b="0" i="0" smtClean="0">
                          <a:solidFill>
                            <a:srgbClr val="546970"/>
                          </a:solidFill>
                          <a:latin typeface="Lucida Sans Typewriter" panose="020B0509030504030204" pitchFamily="49" charset="0"/>
                          <a:ea typeface="Noto Mono" panose="020B0609030804020204" pitchFamily="49" charset="0"/>
                          <a:cs typeface="Noto Mono" panose="020B0609030804020204" pitchFamily="49" charset="0"/>
                        </a:rPr>
                        <m:t>128.97.27.37</m:t>
                      </m:r>
                      <m:r>
                        <a:rPr lang="en-US" b="0" i="1" smtClean="0">
                          <a:solidFill>
                            <a:srgbClr val="546970"/>
                          </a:solidFill>
                          <a:latin typeface="Cambria Math" panose="02040503050406030204" pitchFamily="18" charset="0"/>
                          <a:ea typeface="Source Sans Pro" panose="020B0503030403020204" pitchFamily="34" charset="0"/>
                        </a:rPr>
                        <m:t>}⟩</m:t>
                      </m:r>
                    </m:oMath>
                  </m:oMathPara>
                </a14:m>
                <a:endParaRPr lang="en-US" kern="0" dirty="0">
                  <a:solidFill>
                    <a:srgbClr val="546970"/>
                  </a:solidFill>
                  <a:latin typeface="Lucida Sans Typewriter" panose="020B0509030504030204" pitchFamily="49" charset="0"/>
                  <a:ea typeface="Noto Mono" panose="020B0609030804020204" pitchFamily="49" charset="0"/>
                  <a:cs typeface="Noto Mono" panose="020B0609030804020204" pitchFamily="49" charset="0"/>
                </a:endParaRPr>
              </a:p>
            </p:txBody>
          </p:sp>
        </mc:Choice>
        <mc:Fallback>
          <p:sp>
            <p:nvSpPr>
              <p:cNvPr id="12" name="Rectangle: Rounded Corners 11">
                <a:extLst>
                  <a:ext uri="{FF2B5EF4-FFF2-40B4-BE49-F238E27FC236}">
                    <a16:creationId xmlns:a16="http://schemas.microsoft.com/office/drawing/2014/main" id="{B06987AB-1CDC-4D39-A67C-0B4A2108318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9829" y="4999807"/>
                <a:ext cx="2960231" cy="1137270"/>
              </a:xfrm>
              <a:prstGeom prst="roundRect">
                <a:avLst>
                  <a:gd name="adj" fmla="val 4626"/>
                </a:avLst>
              </a:prstGeom>
              <a:blipFill>
                <a:blip r:embed="rId7"/>
                <a:stretch>
                  <a:fillRect/>
                </a:stretch>
              </a:blipFill>
              <a:ln w="19050">
                <a:solidFill>
                  <a:srgbClr val="70838B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Rectangle: Rounded Corners 12">
                <a:extLst>
                  <a:ext uri="{FF2B5EF4-FFF2-40B4-BE49-F238E27FC236}">
                    <a16:creationId xmlns:a16="http://schemas.microsoft.com/office/drawing/2014/main" id="{C061B3F7-6AA9-476A-B756-6FAB67FBA880}"/>
                  </a:ext>
                </a:extLst>
              </p:cNvPr>
              <p:cNvSpPr/>
              <p:nvPr/>
            </p:nvSpPr>
            <p:spPr>
              <a:xfrm>
                <a:off x="3377369" y="5022667"/>
                <a:ext cx="3665499" cy="1137270"/>
              </a:xfrm>
              <a:prstGeom prst="roundRect">
                <a:avLst>
                  <a:gd name="adj" fmla="val 4626"/>
                </a:avLst>
              </a:prstGeom>
              <a:solidFill>
                <a:srgbClr val="F4F5F6"/>
              </a:solidFill>
              <a:ln w="19050">
                <a:solidFill>
                  <a:srgbClr val="70838B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wrap="square" rIns="0" rtlCol="0" anchor="ctr">
                <a:spAutoFit/>
              </a:bodyPr>
              <a:lstStyle/>
              <a:p>
                <a:pPr>
                  <a:spcAft>
                    <a:spcPts val="500"/>
                  </a:spcAft>
                  <a:buClr>
                    <a:srgbClr val="619E64"/>
                  </a:buClr>
                  <a:buSzPct val="85000"/>
                  <a:defRPr/>
                </a:pPr>
                <a14:m>
                  <m:oMath xmlns:m="http://schemas.openxmlformats.org/officeDocument/2006/math">
                    <m:r>
                      <a:rPr lang="en-US" b="0" i="1" kern="0" smtClean="0">
                        <a:solidFill>
                          <a:srgbClr val="546970"/>
                        </a:solidFill>
                        <a:latin typeface="Cambria Math" panose="02040503050406030204" pitchFamily="18" charset="0"/>
                        <a:ea typeface="Source Sans Pro" panose="020B0503030403020204" pitchFamily="34" charset="0"/>
                        <a:cs typeface="Calibri" panose="020F0502020204030204" pitchFamily="34" charset="0"/>
                      </a:rPr>
                      <m:t>𝑠</m:t>
                    </m:r>
                    <m:r>
                      <a:rPr lang="en-US" b="0" i="1" kern="0" smtClean="0">
                        <a:solidFill>
                          <a:srgbClr val="546970"/>
                        </a:solidFill>
                        <a:latin typeface="Cambria Math" panose="02040503050406030204" pitchFamily="18" charset="0"/>
                        <a:ea typeface="Source Sans Pro" panose="020B0503030403020204" pitchFamily="34" charset="0"/>
                        <a:cs typeface="Calibri" panose="020F0502020204030204" pitchFamily="34" charset="0"/>
                      </a:rPr>
                      <m:t>:</m:t>
                    </m:r>
                  </m:oMath>
                </a14:m>
                <a:r>
                  <a:rPr lang="en-US" kern="0" dirty="0">
                    <a:solidFill>
                      <a:srgbClr val="546970"/>
                    </a:solidFill>
                    <a:latin typeface="Noto Mono" panose="020B0609030804020204" pitchFamily="49" charset="0"/>
                    <a:ea typeface="Noto Mono" panose="020B0609030804020204" pitchFamily="49" charset="0"/>
                    <a:cs typeface="Noto Mono" panose="020B0609030804020204" pitchFamily="49" charset="0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kern="0">
                        <a:solidFill>
                          <a:srgbClr val="546970"/>
                        </a:solidFill>
                        <a:latin typeface="Lucida Sans Typewriter" panose="020B0509030504030204" pitchFamily="49" charset="0"/>
                        <a:ea typeface="Noto Mono" panose="020B0609030804020204" pitchFamily="49" charset="0"/>
                        <a:cs typeface="Noto Mono" panose="020B0609030804020204" pitchFamily="49" charset="0"/>
                      </a:rPr>
                      <m:t>ns</m:t>
                    </m:r>
                    <m:r>
                      <m:rPr>
                        <m:nor/>
                      </m:rPr>
                      <a:rPr lang="en-US" kern="0">
                        <a:solidFill>
                          <a:srgbClr val="546970"/>
                        </a:solidFill>
                        <a:latin typeface="Lucida Sans Typewriter" panose="020B0509030504030204" pitchFamily="49" charset="0"/>
                        <a:ea typeface="Noto Mono" panose="020B0609030804020204" pitchFamily="49" charset="0"/>
                        <a:cs typeface="Noto Mono" panose="020B0609030804020204" pitchFamily="49" charset="0"/>
                      </a:rPr>
                      <m:t>1.</m:t>
                    </m:r>
                    <m:r>
                      <m:rPr>
                        <m:nor/>
                      </m:rPr>
                      <a:rPr lang="en-US" kern="0">
                        <a:solidFill>
                          <a:srgbClr val="546970"/>
                        </a:solidFill>
                        <a:latin typeface="Lucida Sans Typewriter" panose="020B0509030504030204" pitchFamily="49" charset="0"/>
                        <a:ea typeface="Noto Mono" panose="020B0609030804020204" pitchFamily="49" charset="0"/>
                        <a:cs typeface="Noto Mono" panose="020B0609030804020204" pitchFamily="49" charset="0"/>
                      </a:rPr>
                      <m:t>edu</m:t>
                    </m:r>
                    <m:r>
                      <m:rPr>
                        <m:nor/>
                      </m:rPr>
                      <a:rPr lang="en-US" kern="0">
                        <a:solidFill>
                          <a:srgbClr val="546970"/>
                        </a:solidFill>
                        <a:latin typeface="Lucida Sans Typewriter" panose="020B0509030504030204" pitchFamily="49" charset="0"/>
                        <a:ea typeface="Noto Mono" panose="020B0609030804020204" pitchFamily="49" charset="0"/>
                        <a:cs typeface="Noto Mono" panose="020B0609030804020204" pitchFamily="49" charset="0"/>
                      </a:rPr>
                      <m:t>.</m:t>
                    </m:r>
                  </m:oMath>
                </a14:m>
                <a:endParaRPr lang="en-US" kern="0" dirty="0">
                  <a:solidFill>
                    <a:srgbClr val="546970"/>
                  </a:solidFill>
                  <a:latin typeface="Lucida Sans Typewriter" panose="020B0509030504030204" pitchFamily="49" charset="0"/>
                  <a:ea typeface="Noto Mono" panose="020B0609030804020204" pitchFamily="49" charset="0"/>
                  <a:cs typeface="Noto Mono" panose="020B0609030804020204" pitchFamily="49" charset="0"/>
                </a:endParaRPr>
              </a:p>
              <a:p>
                <a:pPr>
                  <a:lnSpc>
                    <a:spcPct val="100000"/>
                  </a:lnSpc>
                  <a:spcAft>
                    <a:spcPts val="500"/>
                  </a:spcAft>
                  <a:buClr>
                    <a:srgbClr val="619E64"/>
                  </a:buClr>
                  <a:buSzPct val="85000"/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kern="0" smtClean="0">
                          <a:solidFill>
                            <a:srgbClr val="546970"/>
                          </a:solidFill>
                          <a:latin typeface="Cambria Math" panose="02040503050406030204" pitchFamily="18" charset="0"/>
                          <a:ea typeface="Source Sans Pro" panose="020B0503030403020204" pitchFamily="34" charset="0"/>
                          <a:cs typeface="Calibri" panose="020F0502020204030204" pitchFamily="34" charset="0"/>
                        </a:rPr>
                        <m:t>𝑞</m:t>
                      </m:r>
                      <m:r>
                        <a:rPr lang="en-US" b="0" i="1" kern="0" smtClean="0">
                          <a:solidFill>
                            <a:srgbClr val="546970"/>
                          </a:solidFill>
                          <a:latin typeface="Cambria Math" panose="02040503050406030204" pitchFamily="18" charset="0"/>
                          <a:ea typeface="Source Sans Pro" panose="020B0503030403020204" pitchFamily="34" charset="0"/>
                          <a:cs typeface="Calibri" panose="020F0502020204030204" pitchFamily="34" charset="0"/>
                        </a:rPr>
                        <m:t>: </m:t>
                      </m:r>
                      <m:d>
                        <m:dPr>
                          <m:begChr m:val="⟨"/>
                          <m:endChr m:val="〉"/>
                          <m:ctrlPr>
                            <a:rPr lang="en-US" b="0" i="1" kern="0" smtClean="0">
                              <a:solidFill>
                                <a:srgbClr val="546970"/>
                              </a:solidFill>
                              <a:latin typeface="Cambria Math" panose="02040503050406030204" pitchFamily="18" charset="0"/>
                              <a:ea typeface="Source Sans Pro" panose="020B0503030403020204" pitchFamily="34" charset="0"/>
                              <a:cs typeface="Calibri" panose="020F0502020204030204" pitchFamily="34" charset="0"/>
                            </a:rPr>
                          </m:ctrlPr>
                        </m:dPr>
                        <m:e>
                          <m:r>
                            <a:rPr lang="en-US" b="0" i="1" kern="0" smtClean="0">
                              <a:solidFill>
                                <a:srgbClr val="546970"/>
                              </a:solidFill>
                              <a:latin typeface="Cambria Math" panose="02040503050406030204" pitchFamily="18" charset="0"/>
                              <a:ea typeface="Source Sans Pro" panose="020B0503030403020204" pitchFamily="34" charset="0"/>
                              <a:cs typeface="Calibri" panose="020F0502020204030204" pitchFamily="34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b="0" i="0" kern="0" smtClean="0">
                              <a:solidFill>
                                <a:srgbClr val="546970"/>
                              </a:solidFill>
                              <a:latin typeface="Lucida Sans Typewriter" panose="020B0509030504030204" pitchFamily="49" charset="0"/>
                              <a:ea typeface="Noto Mono" panose="020B0609030804020204" pitchFamily="49" charset="0"/>
                              <a:cs typeface="Noto Mono" panose="020B0609030804020204" pitchFamily="49" charset="0"/>
                            </a:rPr>
                            <m:t>www</m:t>
                          </m:r>
                          <m:r>
                            <m:rPr>
                              <m:nor/>
                            </m:rPr>
                            <a:rPr lang="en-US" b="0" i="0" kern="0" smtClean="0">
                              <a:solidFill>
                                <a:srgbClr val="546970"/>
                              </a:solidFill>
                              <a:latin typeface="Lucida Sans Typewriter" panose="020B0509030504030204" pitchFamily="49" charset="0"/>
                              <a:ea typeface="Noto Mono" panose="020B0609030804020204" pitchFamily="49" charset="0"/>
                              <a:cs typeface="Noto Mono" panose="020B0609030804020204" pitchFamily="49" charset="0"/>
                            </a:rPr>
                            <m:t>.</m:t>
                          </m:r>
                          <m:r>
                            <m:rPr>
                              <m:nor/>
                            </m:rPr>
                            <a:rPr lang="en-US" b="0" i="0" kern="0" smtClean="0">
                              <a:solidFill>
                                <a:srgbClr val="546970"/>
                              </a:solidFill>
                              <a:latin typeface="Lucida Sans Typewriter" panose="020B0509030504030204" pitchFamily="49" charset="0"/>
                              <a:ea typeface="Noto Mono" panose="020B0609030804020204" pitchFamily="49" charset="0"/>
                              <a:cs typeface="Noto Mono" panose="020B0609030804020204" pitchFamily="49" charset="0"/>
                            </a:rPr>
                            <m:t>ucla</m:t>
                          </m:r>
                          <m:r>
                            <m:rPr>
                              <m:nor/>
                            </m:rPr>
                            <a:rPr lang="en-US" b="0" i="0" kern="0" smtClean="0">
                              <a:solidFill>
                                <a:srgbClr val="546970"/>
                              </a:solidFill>
                              <a:latin typeface="Lucida Sans Typewriter" panose="020B0509030504030204" pitchFamily="49" charset="0"/>
                              <a:ea typeface="Noto Mono" panose="020B0609030804020204" pitchFamily="49" charset="0"/>
                              <a:cs typeface="Noto Mono" panose="020B0609030804020204" pitchFamily="49" charset="0"/>
                            </a:rPr>
                            <m:t>.</m:t>
                          </m:r>
                          <m:r>
                            <m:rPr>
                              <m:nor/>
                            </m:rPr>
                            <a:rPr lang="en-US" b="0" i="0" kern="0" smtClean="0">
                              <a:solidFill>
                                <a:srgbClr val="546970"/>
                              </a:solidFill>
                              <a:latin typeface="Lucida Sans Typewriter" panose="020B0509030504030204" pitchFamily="49" charset="0"/>
                              <a:ea typeface="Noto Mono" panose="020B0609030804020204" pitchFamily="49" charset="0"/>
                              <a:cs typeface="Noto Mono" panose="020B0609030804020204" pitchFamily="49" charset="0"/>
                            </a:rPr>
                            <m:t>edu</m:t>
                          </m:r>
                          <m:r>
                            <m:rPr>
                              <m:nor/>
                            </m:rPr>
                            <a:rPr lang="en-US" b="0" i="0" kern="0" smtClean="0">
                              <a:solidFill>
                                <a:srgbClr val="546970"/>
                              </a:solidFill>
                              <a:latin typeface="Lucida Sans Typewriter" panose="020B0509030504030204" pitchFamily="49" charset="0"/>
                              <a:ea typeface="Noto Mono" panose="020B0609030804020204" pitchFamily="49" charset="0"/>
                              <a:cs typeface="Noto Mono" panose="020B0609030804020204" pitchFamily="49" charset="0"/>
                            </a:rPr>
                            <m:t>.,{</m:t>
                          </m:r>
                          <m:r>
                            <m:rPr>
                              <m:nor/>
                            </m:rPr>
                            <a:rPr lang="en-US" b="0" i="0" kern="0" smtClean="0">
                              <a:solidFill>
                                <a:srgbClr val="546970"/>
                              </a:solidFill>
                              <a:latin typeface="Lucida Sans Typewriter" panose="020B0509030504030204" pitchFamily="49" charset="0"/>
                              <a:ea typeface="Noto Mono" panose="020B0609030804020204" pitchFamily="49" charset="0"/>
                              <a:cs typeface="Noto Mono" panose="020B0609030804020204" pitchFamily="49" charset="0"/>
                            </a:rPr>
                            <m:t>NS</m:t>
                          </m:r>
                          <m:r>
                            <m:rPr>
                              <m:nor/>
                            </m:rPr>
                            <a:rPr lang="en-US" b="0" i="0" kern="0" smtClean="0">
                              <a:solidFill>
                                <a:srgbClr val="546970"/>
                              </a:solidFill>
                              <a:latin typeface="Lucida Sans Typewriter" panose="020B0509030504030204" pitchFamily="49" charset="0"/>
                              <a:ea typeface="Noto Mono" panose="020B0609030804020204" pitchFamily="49" charset="0"/>
                              <a:cs typeface="Noto Mono" panose="020B0609030804020204" pitchFamily="49" charset="0"/>
                            </a:rPr>
                            <m:t>,</m:t>
                          </m:r>
                          <m:r>
                            <m:rPr>
                              <m:nor/>
                            </m:rPr>
                            <a:rPr lang="en-US" b="0" i="0" kern="0" smtClean="0">
                              <a:solidFill>
                                <a:srgbClr val="546970"/>
                              </a:solidFill>
                              <a:latin typeface="Lucida Sans Typewriter" panose="020B0509030504030204" pitchFamily="49" charset="0"/>
                              <a:ea typeface="Noto Mono" panose="020B0609030804020204" pitchFamily="49" charset="0"/>
                              <a:cs typeface="Noto Mono" panose="020B0609030804020204" pitchFamily="49" charset="0"/>
                            </a:rPr>
                            <m:t>TXT</m:t>
                          </m:r>
                          <m:r>
                            <m:rPr>
                              <m:nor/>
                            </m:rPr>
                            <a:rPr lang="en-US" b="0" i="0" kern="0" smtClean="0">
                              <a:solidFill>
                                <a:srgbClr val="546970"/>
                              </a:solidFill>
                              <a:latin typeface="Lucida Sans Typewriter" panose="020B0509030504030204" pitchFamily="49" charset="0"/>
                              <a:ea typeface="Noto Mono" panose="020B0609030804020204" pitchFamily="49" charset="0"/>
                              <a:cs typeface="Noto Mono" panose="020B0609030804020204" pitchFamily="49" charset="0"/>
                            </a:rPr>
                            <m:t>}</m:t>
                          </m:r>
                        </m:e>
                      </m:d>
                    </m:oMath>
                  </m:oMathPara>
                </a14:m>
                <a:endParaRPr lang="en-US" b="0" kern="0" dirty="0">
                  <a:solidFill>
                    <a:srgbClr val="546970"/>
                  </a:solidFill>
                  <a:latin typeface="Lucida Sans Typewriter" panose="020B0509030504030204" pitchFamily="49" charset="0"/>
                  <a:ea typeface="Noto Mono" panose="020B0609030804020204" pitchFamily="49" charset="0"/>
                  <a:cs typeface="Noto Mono" panose="020B0609030804020204" pitchFamily="49" charset="0"/>
                </a:endParaRPr>
              </a:p>
              <a:p>
                <a:pPr>
                  <a:spcAft>
                    <a:spcPts val="500"/>
                  </a:spcAft>
                  <a:buClr>
                    <a:srgbClr val="619E64"/>
                  </a:buClr>
                  <a:buSzPct val="85000"/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kern="0" smtClean="0">
                          <a:solidFill>
                            <a:srgbClr val="546970"/>
                          </a:solidFill>
                          <a:latin typeface="Cambria Math" panose="02040503050406030204" pitchFamily="18" charset="0"/>
                          <a:ea typeface="Source Sans Pro" panose="020B0503030403020204" pitchFamily="34" charset="0"/>
                          <a:cs typeface="Calibri" panose="020F0502020204030204" pitchFamily="34" charset="0"/>
                        </a:rPr>
                        <m:t>𝑎</m:t>
                      </m:r>
                      <m:r>
                        <a:rPr lang="en-US" b="0" i="1" kern="0" smtClean="0">
                          <a:solidFill>
                            <a:srgbClr val="546970"/>
                          </a:solidFill>
                          <a:latin typeface="Cambria Math" panose="02040503050406030204" pitchFamily="18" charset="0"/>
                          <a:ea typeface="Source Sans Pro" panose="020B0503030403020204" pitchFamily="34" charset="0"/>
                          <a:cs typeface="Calibri" panose="020F0502020204030204" pitchFamily="34" charset="0"/>
                        </a:rPr>
                        <m:t>: ⟨</m:t>
                      </m:r>
                      <m:r>
                        <m:rPr>
                          <m:nor/>
                        </m:rPr>
                        <a:rPr lang="en-US" b="0" i="0" cap="small" smtClean="0">
                          <a:solidFill>
                            <a:srgbClr val="546970"/>
                          </a:solidFill>
                          <a:latin typeface="Lucida Sans Typewriter" panose="020B0509030504030204" pitchFamily="49" charset="0"/>
                          <a:ea typeface="Noto Mono" panose="020B0609030804020204" pitchFamily="49" charset="0"/>
                          <a:cs typeface="Noto Mono" panose="020B0609030804020204" pitchFamily="49" charset="0"/>
                        </a:rPr>
                        <m:t>Ans</m:t>
                      </m:r>
                      <m:r>
                        <a:rPr lang="en-US" i="1">
                          <a:solidFill>
                            <a:srgbClr val="546970"/>
                          </a:solidFill>
                          <a:latin typeface="Cambria Math" panose="02040503050406030204" pitchFamily="18" charset="0"/>
                          <a:ea typeface="Source Sans Pro" panose="020B0503030403020204" pitchFamily="34" charset="0"/>
                        </a:rPr>
                        <m:t>, </m:t>
                      </m:r>
                      <m:r>
                        <a:rPr lang="en-US" b="0" i="1" smtClean="0">
                          <a:solidFill>
                            <a:srgbClr val="546970"/>
                          </a:solidFill>
                          <a:latin typeface="Cambria Math" panose="02040503050406030204" pitchFamily="18" charset="0"/>
                          <a:ea typeface="Source Sans Pro" panose="020B0503030403020204" pitchFamily="34" charset="0"/>
                        </a:rPr>
                        <m:t>∅⟩</m:t>
                      </m:r>
                    </m:oMath>
                  </m:oMathPara>
                </a14:m>
                <a:endParaRPr lang="en-US" kern="0" dirty="0">
                  <a:solidFill>
                    <a:srgbClr val="546970"/>
                  </a:solidFill>
                  <a:latin typeface="Lucida Sans Typewriter" panose="020B0509030504030204" pitchFamily="49" charset="0"/>
                  <a:ea typeface="Noto Mono" panose="020B0609030804020204" pitchFamily="49" charset="0"/>
                  <a:cs typeface="Noto Mono" panose="020B0609030804020204" pitchFamily="49" charset="0"/>
                </a:endParaRPr>
              </a:p>
            </p:txBody>
          </p:sp>
        </mc:Choice>
        <mc:Fallback>
          <p:sp>
            <p:nvSpPr>
              <p:cNvPr id="13" name="Rectangle: Rounded Corners 12">
                <a:extLst>
                  <a:ext uri="{FF2B5EF4-FFF2-40B4-BE49-F238E27FC236}">
                    <a16:creationId xmlns:a16="http://schemas.microsoft.com/office/drawing/2014/main" id="{C061B3F7-6AA9-476A-B756-6FAB67FBA88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77369" y="5022667"/>
                <a:ext cx="3665499" cy="1137270"/>
              </a:xfrm>
              <a:prstGeom prst="roundRect">
                <a:avLst>
                  <a:gd name="adj" fmla="val 4626"/>
                </a:avLst>
              </a:prstGeom>
              <a:blipFill>
                <a:blip r:embed="rId8"/>
                <a:stretch>
                  <a:fillRect/>
                </a:stretch>
              </a:blipFill>
              <a:ln w="19050">
                <a:solidFill>
                  <a:srgbClr val="70838B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745851B6-4918-4E88-8449-C0FF97CFD6D2}"/>
              </a:ext>
            </a:extLst>
          </p:cNvPr>
          <p:cNvCxnSpPr>
            <a:cxnSpLocks/>
            <a:endCxn id="13" idx="0"/>
          </p:cNvCxnSpPr>
          <p:nvPr/>
        </p:nvCxnSpPr>
        <p:spPr>
          <a:xfrm>
            <a:off x="2813629" y="4365498"/>
            <a:ext cx="2396490" cy="657169"/>
          </a:xfrm>
          <a:prstGeom prst="straightConnector1">
            <a:avLst/>
          </a:prstGeom>
          <a:ln w="28575">
            <a:solidFill>
              <a:srgbClr val="54697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AD944116-1AD9-4231-B603-9A789F2EFE7A}"/>
              </a:ext>
            </a:extLst>
          </p:cNvPr>
          <p:cNvCxnSpPr>
            <a:cxnSpLocks/>
          </p:cNvCxnSpPr>
          <p:nvPr/>
        </p:nvCxnSpPr>
        <p:spPr>
          <a:xfrm flipH="1">
            <a:off x="1679945" y="4365498"/>
            <a:ext cx="1133684" cy="634309"/>
          </a:xfrm>
          <a:prstGeom prst="straightConnector1">
            <a:avLst/>
          </a:prstGeom>
          <a:ln w="28575">
            <a:solidFill>
              <a:srgbClr val="54697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" name="Table 31">
            <a:extLst>
              <a:ext uri="{FF2B5EF4-FFF2-40B4-BE49-F238E27FC236}">
                <a16:creationId xmlns:a16="http://schemas.microsoft.com/office/drawing/2014/main" id="{926F050A-0CEE-4456-BF07-1FD4C5FEC4B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32875818"/>
              </p:ext>
            </p:extLst>
          </p:nvPr>
        </p:nvGraphicFramePr>
        <p:xfrm>
          <a:off x="271390" y="1176934"/>
          <a:ext cx="4674729" cy="1709563"/>
        </p:xfrm>
        <a:graphic>
          <a:graphicData uri="http://schemas.openxmlformats.org/drawingml/2006/table">
            <a:tbl>
              <a:tblPr firstRow="1" bandRow="1">
                <a:effectLst>
                  <a:outerShdw blurRad="50800" sx="101000" sy="101000" algn="ctr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817229">
                  <a:extLst>
                    <a:ext uri="{9D8B030D-6E8A-4147-A177-3AD203B41FA5}">
                      <a16:colId xmlns:a16="http://schemas.microsoft.com/office/drawing/2014/main" val="448935893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3392558462"/>
                    </a:ext>
                  </a:extLst>
                </a:gridCol>
                <a:gridCol w="2034540">
                  <a:extLst>
                    <a:ext uri="{9D8B030D-6E8A-4147-A177-3AD203B41FA5}">
                      <a16:colId xmlns:a16="http://schemas.microsoft.com/office/drawing/2014/main" val="3314790156"/>
                    </a:ext>
                  </a:extLst>
                </a:gridCol>
              </a:tblGrid>
              <a:tr h="332285"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rgbClr val="657B83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Domain Name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FB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rgbClr val="657B83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Type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FB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rgbClr val="657B83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Data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FB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15431099"/>
                  </a:ext>
                </a:extLst>
              </a:tr>
              <a:tr h="327739"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rgbClr val="657B83"/>
                          </a:solidFill>
                          <a:latin typeface="Lucida Sans Typewriter" panose="020B0509030504030204" pitchFamily="49" charset="0"/>
                          <a:ea typeface="Noto Mono" panose="020B0609030804020204" pitchFamily="49" charset="0"/>
                          <a:cs typeface="Noto Mono" panose="020B0609030804020204" pitchFamily="49" charset="0"/>
                        </a:rPr>
                        <a:t>ucla.edu.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FB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solidFill>
                            <a:srgbClr val="657B83"/>
                          </a:solidFill>
                          <a:latin typeface="Lucida Sans Typewriter" panose="020B0509030504030204" pitchFamily="49" charset="0"/>
                          <a:ea typeface="Noto Mono" panose="020B0609030804020204" pitchFamily="49" charset="0"/>
                          <a:cs typeface="Noto Mono" panose="020B0609030804020204" pitchFamily="49" charset="0"/>
                        </a:rPr>
                        <a:t>SOA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FB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solidFill>
                            <a:srgbClr val="657B83"/>
                          </a:solidFill>
                          <a:latin typeface="Lucida Sans Typewriter" panose="020B0509030504030204" pitchFamily="49" charset="0"/>
                          <a:ea typeface="Noto Mono" panose="020B0609030804020204" pitchFamily="49" charset="0"/>
                          <a:cs typeface="Noto Mono" panose="020B0609030804020204" pitchFamily="49" charset="0"/>
                        </a:rPr>
                        <a:t>sb1.ucla.edu. …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FB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35477995"/>
                  </a:ext>
                </a:extLst>
              </a:tr>
              <a:tr h="327739"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rgbClr val="657B83"/>
                          </a:solidFill>
                          <a:latin typeface="Lucida Sans Typewriter" panose="020B0509030504030204" pitchFamily="49" charset="0"/>
                          <a:ea typeface="Noto Mono" panose="020B0609030804020204" pitchFamily="49" charset="0"/>
                          <a:cs typeface="Noto Mono" panose="020B0609030804020204" pitchFamily="49" charset="0"/>
                        </a:rPr>
                        <a:t>bio.ucla.edu.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FB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657B83"/>
                          </a:solidFill>
                          <a:latin typeface="Lucida Sans Typewriter" panose="020B0509030504030204" pitchFamily="49" charset="0"/>
                          <a:ea typeface="Noto Mono" panose="020B0609030804020204" pitchFamily="49" charset="0"/>
                          <a:cs typeface="Noto Mono" panose="020B0609030804020204" pitchFamily="49" charset="0"/>
                        </a:rPr>
                        <a:t>A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FB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solidFill>
                            <a:srgbClr val="657B83"/>
                          </a:solidFill>
                          <a:latin typeface="Lucida Sans Typewriter" panose="020B0509030504030204" pitchFamily="49" charset="0"/>
                          <a:ea typeface="Noto Mono" panose="020B0609030804020204" pitchFamily="49" charset="0"/>
                          <a:cs typeface="Noto Mono" panose="020B0609030804020204" pitchFamily="49" charset="0"/>
                        </a:rPr>
                        <a:t>192.35.255.7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FB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2066195"/>
                  </a:ext>
                </a:extLst>
              </a:tr>
              <a:tr h="327739">
                <a:tc>
                  <a:txBody>
                    <a:bodyPr/>
                    <a:lstStyle/>
                    <a:p>
                      <a:r>
                        <a:rPr lang="en-US" sz="1600">
                          <a:solidFill>
                            <a:srgbClr val="657B83"/>
                          </a:solidFill>
                          <a:latin typeface="Lucida Sans Typewriter" panose="020B0509030504030204" pitchFamily="49" charset="0"/>
                          <a:ea typeface="Noto Mono" panose="020B0609030804020204" pitchFamily="49" charset="0"/>
                          <a:cs typeface="Noto Mono" panose="020B0609030804020204" pitchFamily="49" charset="0"/>
                        </a:rPr>
                        <a:t>www.ucla.edu.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FB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657B83"/>
                          </a:solidFill>
                          <a:latin typeface="Lucida Sans Typewriter" panose="020B0509030504030204" pitchFamily="49" charset="0"/>
                          <a:ea typeface="Noto Mono" panose="020B0609030804020204" pitchFamily="49" charset="0"/>
                          <a:cs typeface="Noto Mono" panose="020B0609030804020204" pitchFamily="49" charset="0"/>
                        </a:rPr>
                        <a:t>A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FB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rgbClr val="657B83"/>
                          </a:solidFill>
                          <a:latin typeface="Lucida Sans Typewriter" panose="020B0509030504030204" pitchFamily="49" charset="0"/>
                          <a:ea typeface="Noto Mono" panose="020B0609030804020204" pitchFamily="49" charset="0"/>
                          <a:cs typeface="Noto Mono" panose="020B0609030804020204" pitchFamily="49" charset="0"/>
                        </a:rPr>
                        <a:t>128.97.27.37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FB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8927820"/>
                  </a:ext>
                </a:extLst>
              </a:tr>
              <a:tr h="327739"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rgbClr val="0070C0"/>
                          </a:solidFill>
                          <a:latin typeface="Lucida Sans Typewriter" panose="020B0509030504030204" pitchFamily="49" charset="0"/>
                          <a:ea typeface="Noto Mono" panose="020B0609030804020204" pitchFamily="49" charset="0"/>
                          <a:cs typeface="Noto Mono" panose="020B0609030804020204" pitchFamily="49" charset="0"/>
                        </a:rPr>
                        <a:t>*.ucla.edu.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FB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solidFill>
                            <a:srgbClr val="0070C0"/>
                          </a:solidFill>
                          <a:latin typeface="Lucida Sans Typewriter" panose="020B0509030504030204" pitchFamily="49" charset="0"/>
                          <a:ea typeface="Noto Mono" panose="020B0609030804020204" pitchFamily="49" charset="0"/>
                          <a:cs typeface="Noto Mono" panose="020B0609030804020204" pitchFamily="49" charset="0"/>
                        </a:rPr>
                        <a:t>CNAME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FB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rgbClr val="0070C0"/>
                          </a:solidFill>
                          <a:latin typeface="Lucida Sans Typewriter" panose="020B0509030504030204" pitchFamily="49" charset="0"/>
                          <a:ea typeface="Noto Mono" panose="020B0609030804020204" pitchFamily="49" charset="0"/>
                          <a:cs typeface="Noto Mono" panose="020B0609030804020204" pitchFamily="49" charset="0"/>
                        </a:rPr>
                        <a:t>www.ucla.edu.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rgbClr val="D69928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FB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6139101"/>
                  </a:ext>
                </a:extLst>
              </a:tr>
            </a:tbl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6934983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FB8A0090-BA36-4635-8623-C8290B056046}"/>
              </a:ext>
            </a:extLst>
          </p:cNvPr>
          <p:cNvSpPr/>
          <p:nvPr/>
        </p:nvSpPr>
        <p:spPr>
          <a:xfrm flipV="1">
            <a:off x="4145001" y="886094"/>
            <a:ext cx="3901998" cy="27432"/>
          </a:xfrm>
          <a:prstGeom prst="roundRect">
            <a:avLst/>
          </a:prstGeom>
          <a:solidFill>
            <a:srgbClr val="26A69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Rectangle: Rounded Corners 7">
                <a:extLst>
                  <a:ext uri="{FF2B5EF4-FFF2-40B4-BE49-F238E27FC236}">
                    <a16:creationId xmlns:a16="http://schemas.microsoft.com/office/drawing/2014/main" id="{C48325F7-6294-4E56-BF88-EC2D19AFAE76}"/>
                  </a:ext>
                </a:extLst>
              </p:cNvPr>
              <p:cNvSpPr/>
              <p:nvPr/>
            </p:nvSpPr>
            <p:spPr>
              <a:xfrm>
                <a:off x="3644068" y="1463080"/>
                <a:ext cx="3718839" cy="1137270"/>
              </a:xfrm>
              <a:prstGeom prst="roundRect">
                <a:avLst>
                  <a:gd name="adj" fmla="val 4626"/>
                </a:avLst>
              </a:prstGeom>
              <a:solidFill>
                <a:srgbClr val="F4F5F6"/>
              </a:solidFill>
              <a:ln w="19050">
                <a:solidFill>
                  <a:srgbClr val="70838B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wrap="square" rtlCol="0" anchor="ctr">
                <a:spAutoFit/>
              </a:bodyPr>
              <a:lstStyle/>
              <a:p>
                <a:pPr>
                  <a:lnSpc>
                    <a:spcPct val="100000"/>
                  </a:lnSpc>
                  <a:spcAft>
                    <a:spcPts val="500"/>
                  </a:spcAft>
                  <a:buClr>
                    <a:srgbClr val="619E64"/>
                  </a:buClr>
                  <a:buSzPct val="85000"/>
                  <a:defRPr/>
                </a:pPr>
                <a14:m>
                  <m:oMath xmlns:m="http://schemas.openxmlformats.org/officeDocument/2006/math">
                    <m:r>
                      <a:rPr lang="en-US" b="0" i="1" kern="0" smtClean="0">
                        <a:solidFill>
                          <a:srgbClr val="546970"/>
                        </a:solidFill>
                        <a:latin typeface="Cambria Math" panose="02040503050406030204" pitchFamily="18" charset="0"/>
                        <a:ea typeface="Source Sans Pro" panose="020B0503030403020204" pitchFamily="34" charset="0"/>
                        <a:cs typeface="Calibri" panose="020F0502020204030204" pitchFamily="34" charset="0"/>
                      </a:rPr>
                      <m:t>𝑠</m:t>
                    </m:r>
                    <m:r>
                      <a:rPr lang="en-US" b="0" i="1" kern="0" smtClean="0">
                        <a:solidFill>
                          <a:srgbClr val="546970"/>
                        </a:solidFill>
                        <a:latin typeface="Cambria Math" panose="02040503050406030204" pitchFamily="18" charset="0"/>
                        <a:ea typeface="Source Sans Pro" panose="020B0503030403020204" pitchFamily="34" charset="0"/>
                        <a:cs typeface="Calibri" panose="020F0502020204030204" pitchFamily="34" charset="0"/>
                      </a:rPr>
                      <m:t>:</m:t>
                    </m:r>
                  </m:oMath>
                </a14:m>
                <a:r>
                  <a:rPr lang="en-US" kern="0" dirty="0">
                    <a:solidFill>
                      <a:srgbClr val="546970"/>
                    </a:solidFill>
                    <a:latin typeface="Noto Mono" panose="020B0609030804020204" pitchFamily="49" charset="0"/>
                    <a:ea typeface="Noto Mono" panose="020B0609030804020204" pitchFamily="49" charset="0"/>
                    <a:cs typeface="Noto Mono" panose="020B0609030804020204" pitchFamily="49" charset="0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b="0" i="0" kern="0" smtClean="0">
                        <a:solidFill>
                          <a:srgbClr val="546970"/>
                        </a:solidFill>
                        <a:latin typeface="Lucida Sans Typewriter" panose="020B0509030504030204" pitchFamily="49" charset="0"/>
                        <a:ea typeface="Noto Mono" panose="020B0609030804020204" pitchFamily="49" charset="0"/>
                        <a:cs typeface="Noto Mono" panose="020B0609030804020204" pitchFamily="49" charset="0"/>
                      </a:rPr>
                      <m:t>a</m:t>
                    </m:r>
                    <m:r>
                      <m:rPr>
                        <m:nor/>
                      </m:rPr>
                      <a:rPr lang="en-US" b="0" i="0" kern="0" smtClean="0">
                        <a:solidFill>
                          <a:srgbClr val="546970"/>
                        </a:solidFill>
                        <a:latin typeface="Lucida Sans Typewriter" panose="020B0509030504030204" pitchFamily="49" charset="0"/>
                        <a:ea typeface="Noto Mono" panose="020B0609030804020204" pitchFamily="49" charset="0"/>
                        <a:cs typeface="Noto Mono" panose="020B0609030804020204" pitchFamily="49" charset="0"/>
                      </a:rPr>
                      <m:t>.</m:t>
                    </m:r>
                    <m:r>
                      <m:rPr>
                        <m:nor/>
                      </m:rPr>
                      <a:rPr lang="en-US" b="0" i="0" kern="0" smtClean="0">
                        <a:solidFill>
                          <a:srgbClr val="546970"/>
                        </a:solidFill>
                        <a:latin typeface="Lucida Sans Typewriter" panose="020B0509030504030204" pitchFamily="49" charset="0"/>
                        <a:ea typeface="Noto Mono" panose="020B0609030804020204" pitchFamily="49" charset="0"/>
                        <a:cs typeface="Noto Mono" panose="020B0609030804020204" pitchFamily="49" charset="0"/>
                      </a:rPr>
                      <m:t>edu</m:t>
                    </m:r>
                    <m:r>
                      <m:rPr>
                        <m:nor/>
                      </m:rPr>
                      <a:rPr lang="en-US" b="0" i="0" kern="0" smtClean="0">
                        <a:solidFill>
                          <a:srgbClr val="546970"/>
                        </a:solidFill>
                        <a:latin typeface="Lucida Sans Typewriter" panose="020B0509030504030204" pitchFamily="49" charset="0"/>
                        <a:ea typeface="Noto Mono" panose="020B0609030804020204" pitchFamily="49" charset="0"/>
                        <a:cs typeface="Noto Mono" panose="020B0609030804020204" pitchFamily="49" charset="0"/>
                      </a:rPr>
                      <m:t>.</m:t>
                    </m:r>
                    <m:r>
                      <m:rPr>
                        <m:nor/>
                      </m:rPr>
                      <a:rPr lang="en-US" b="0" i="0" kern="0" smtClean="0">
                        <a:solidFill>
                          <a:srgbClr val="546970"/>
                        </a:solidFill>
                        <a:latin typeface="Lucida Sans Typewriter" panose="020B0509030504030204" pitchFamily="49" charset="0"/>
                        <a:ea typeface="Noto Mono" panose="020B0609030804020204" pitchFamily="49" charset="0"/>
                        <a:cs typeface="Noto Mono" panose="020B0609030804020204" pitchFamily="49" charset="0"/>
                      </a:rPr>
                      <m:t>net</m:t>
                    </m:r>
                  </m:oMath>
                </a14:m>
                <a:r>
                  <a:rPr lang="en-US" kern="0" dirty="0">
                    <a:solidFill>
                      <a:srgbClr val="546970"/>
                    </a:solidFill>
                    <a:latin typeface="Lucida Sans Typewriter" panose="020B0509030504030204" pitchFamily="49" charset="0"/>
                    <a:ea typeface="Noto Mono" panose="020B0609030804020204" pitchFamily="49" charset="0"/>
                    <a:cs typeface="Noto Mono" panose="020B0609030804020204" pitchFamily="49" charset="0"/>
                  </a:rPr>
                  <a:t>.</a:t>
                </a:r>
              </a:p>
              <a:p>
                <a:pPr>
                  <a:lnSpc>
                    <a:spcPct val="100000"/>
                  </a:lnSpc>
                  <a:spcAft>
                    <a:spcPts val="500"/>
                  </a:spcAft>
                  <a:buClr>
                    <a:srgbClr val="619E64"/>
                  </a:buClr>
                  <a:buSzPct val="85000"/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kern="0" smtClean="0">
                          <a:solidFill>
                            <a:srgbClr val="546970"/>
                          </a:solidFill>
                          <a:latin typeface="Cambria Math" panose="02040503050406030204" pitchFamily="18" charset="0"/>
                          <a:ea typeface="Source Sans Pro" panose="020B0503030403020204" pitchFamily="34" charset="0"/>
                          <a:cs typeface="Calibri" panose="020F0502020204030204" pitchFamily="34" charset="0"/>
                        </a:rPr>
                        <m:t>𝑞</m:t>
                      </m:r>
                      <m:r>
                        <a:rPr lang="en-US" b="0" i="1" kern="0" smtClean="0">
                          <a:solidFill>
                            <a:srgbClr val="546970"/>
                          </a:solidFill>
                          <a:latin typeface="Cambria Math" panose="02040503050406030204" pitchFamily="18" charset="0"/>
                          <a:ea typeface="Source Sans Pro" panose="020B0503030403020204" pitchFamily="34" charset="0"/>
                          <a:cs typeface="Calibri" panose="020F0502020204030204" pitchFamily="34" charset="0"/>
                        </a:rPr>
                        <m:t>: </m:t>
                      </m:r>
                      <m:d>
                        <m:dPr>
                          <m:begChr m:val="⟨"/>
                          <m:endChr m:val="〉"/>
                          <m:ctrlPr>
                            <a:rPr lang="en-US" b="0" i="1" kern="0" smtClean="0">
                              <a:solidFill>
                                <a:srgbClr val="546970"/>
                              </a:solidFill>
                              <a:latin typeface="Cambria Math" panose="02040503050406030204" pitchFamily="18" charset="0"/>
                              <a:ea typeface="Source Sans Pro" panose="020B0503030403020204" pitchFamily="34" charset="0"/>
                              <a:cs typeface="Calibri" panose="020F0502020204030204" pitchFamily="34" charset="0"/>
                            </a:rPr>
                          </m:ctrlPr>
                        </m:dPr>
                        <m:e>
                          <m:r>
                            <a:rPr lang="en-US" b="0" i="1" kern="0" smtClean="0">
                              <a:solidFill>
                                <a:srgbClr val="546970"/>
                              </a:solidFill>
                              <a:latin typeface="Cambria Math" panose="02040503050406030204" pitchFamily="18" charset="0"/>
                              <a:ea typeface="Source Sans Pro" panose="020B0503030403020204" pitchFamily="34" charset="0"/>
                              <a:cs typeface="Calibri" panose="020F0502020204030204" pitchFamily="34" charset="0"/>
                            </a:rPr>
                            <m:t> </m:t>
                          </m:r>
                          <m:r>
                            <a:rPr lang="en-US" b="0" i="1" kern="0" smtClean="0">
                              <a:solidFill>
                                <a:srgbClr val="546970"/>
                              </a:solidFill>
                              <a:latin typeface="Cambria Math" panose="02040503050406030204" pitchFamily="18" charset="0"/>
                              <a:ea typeface="Source Sans Pro" panose="020B0503030403020204" pitchFamily="34" charset="0"/>
                              <a:cs typeface="Calibri" panose="020F0502020204030204" pitchFamily="34" charset="0"/>
                            </a:rPr>
                            <m:t>𝛼</m:t>
                          </m:r>
                          <m:r>
                            <m:rPr>
                              <m:nor/>
                            </m:rPr>
                            <a:rPr lang="en-US" b="0" i="0" kern="0" smtClean="0">
                              <a:solidFill>
                                <a:srgbClr val="546970"/>
                              </a:solidFill>
                              <a:latin typeface="Lucida Sans Typewriter" panose="020B0509030504030204" pitchFamily="49" charset="0"/>
                              <a:ea typeface="Noto Mono" panose="020B0609030804020204" pitchFamily="49" charset="0"/>
                              <a:cs typeface="Noto Mono" panose="020B0609030804020204" pitchFamily="49" charset="0"/>
                            </a:rPr>
                            <m:t>.</m:t>
                          </m:r>
                          <m:r>
                            <m:rPr>
                              <m:nor/>
                            </m:rPr>
                            <a:rPr lang="en-US" b="0" i="0" kern="0" smtClean="0">
                              <a:solidFill>
                                <a:srgbClr val="546970"/>
                              </a:solidFill>
                              <a:latin typeface="Lucida Sans Typewriter" panose="020B0509030504030204" pitchFamily="49" charset="0"/>
                              <a:ea typeface="Noto Mono" panose="020B0609030804020204" pitchFamily="49" charset="0"/>
                              <a:cs typeface="Noto Mono" panose="020B0609030804020204" pitchFamily="49" charset="0"/>
                            </a:rPr>
                            <m:t>ucla</m:t>
                          </m:r>
                          <m:r>
                            <m:rPr>
                              <m:nor/>
                            </m:rPr>
                            <a:rPr lang="en-US" b="0" i="0" kern="0" smtClean="0">
                              <a:solidFill>
                                <a:srgbClr val="546970"/>
                              </a:solidFill>
                              <a:latin typeface="Lucida Sans Typewriter" panose="020B0509030504030204" pitchFamily="49" charset="0"/>
                              <a:ea typeface="Noto Mono" panose="020B0609030804020204" pitchFamily="49" charset="0"/>
                              <a:cs typeface="Noto Mono" panose="020B0609030804020204" pitchFamily="49" charset="0"/>
                            </a:rPr>
                            <m:t>.</m:t>
                          </m:r>
                          <m:r>
                            <m:rPr>
                              <m:nor/>
                            </m:rPr>
                            <a:rPr lang="en-US" b="0" i="0" kern="0" smtClean="0">
                              <a:solidFill>
                                <a:srgbClr val="546970"/>
                              </a:solidFill>
                              <a:latin typeface="Lucida Sans Typewriter" panose="020B0509030504030204" pitchFamily="49" charset="0"/>
                              <a:ea typeface="Noto Mono" panose="020B0609030804020204" pitchFamily="49" charset="0"/>
                              <a:cs typeface="Noto Mono" panose="020B0609030804020204" pitchFamily="49" charset="0"/>
                            </a:rPr>
                            <m:t>edu</m:t>
                          </m:r>
                          <m:r>
                            <m:rPr>
                              <m:nor/>
                            </m:rPr>
                            <a:rPr lang="en-US" b="0" i="0" kern="0" smtClean="0">
                              <a:solidFill>
                                <a:srgbClr val="546970"/>
                              </a:solidFill>
                              <a:latin typeface="Lucida Sans Typewriter" panose="020B0509030504030204" pitchFamily="49" charset="0"/>
                              <a:ea typeface="Noto Mono" panose="020B0609030804020204" pitchFamily="49" charset="0"/>
                              <a:cs typeface="Noto Mono" panose="020B0609030804020204" pitchFamily="49" charset="0"/>
                            </a:rPr>
                            <m:t>.,{</m:t>
                          </m:r>
                          <m:r>
                            <m:rPr>
                              <m:nor/>
                            </m:rPr>
                            <a:rPr lang="en-US" b="0" i="0" kern="0" smtClean="0">
                              <a:solidFill>
                                <a:srgbClr val="546970"/>
                              </a:solidFill>
                              <a:latin typeface="Lucida Sans Typewriter" panose="020B0509030504030204" pitchFamily="49" charset="0"/>
                              <a:ea typeface="Noto Mono" panose="020B0609030804020204" pitchFamily="49" charset="0"/>
                              <a:cs typeface="Noto Mono" panose="020B0609030804020204" pitchFamily="49" charset="0"/>
                            </a:rPr>
                            <m:t>A</m:t>
                          </m:r>
                          <m:r>
                            <m:rPr>
                              <m:nor/>
                            </m:rPr>
                            <a:rPr lang="en-US" b="0" i="0" kern="0" smtClean="0">
                              <a:solidFill>
                                <a:srgbClr val="546970"/>
                              </a:solidFill>
                              <a:latin typeface="Lucida Sans Typewriter" panose="020B0509030504030204" pitchFamily="49" charset="0"/>
                              <a:ea typeface="Noto Mono" panose="020B0609030804020204" pitchFamily="49" charset="0"/>
                              <a:cs typeface="Noto Mono" panose="020B0609030804020204" pitchFamily="49" charset="0"/>
                            </a:rPr>
                            <m:t>,</m:t>
                          </m:r>
                          <m:r>
                            <m:rPr>
                              <m:nor/>
                            </m:rPr>
                            <a:rPr lang="en-US" b="0" i="0" kern="0" smtClean="0">
                              <a:solidFill>
                                <a:srgbClr val="546970"/>
                              </a:solidFill>
                              <a:latin typeface="Lucida Sans Typewriter" panose="020B0509030504030204" pitchFamily="49" charset="0"/>
                              <a:ea typeface="Noto Mono" panose="020B0609030804020204" pitchFamily="49" charset="0"/>
                              <a:cs typeface="Noto Mono" panose="020B0609030804020204" pitchFamily="49" charset="0"/>
                            </a:rPr>
                            <m:t>NS</m:t>
                          </m:r>
                          <m:r>
                            <m:rPr>
                              <m:nor/>
                            </m:rPr>
                            <a:rPr lang="en-US" b="0" i="0" kern="0" smtClean="0">
                              <a:solidFill>
                                <a:srgbClr val="546970"/>
                              </a:solidFill>
                              <a:latin typeface="Lucida Sans Typewriter" panose="020B0509030504030204" pitchFamily="49" charset="0"/>
                              <a:ea typeface="Noto Mono" panose="020B0609030804020204" pitchFamily="49" charset="0"/>
                              <a:cs typeface="Noto Mono" panose="020B0609030804020204" pitchFamily="49" charset="0"/>
                            </a:rPr>
                            <m:t>,</m:t>
                          </m:r>
                          <m:r>
                            <m:rPr>
                              <m:nor/>
                            </m:rPr>
                            <a:rPr lang="en-US" b="0" i="0" kern="0" smtClean="0">
                              <a:solidFill>
                                <a:srgbClr val="546970"/>
                              </a:solidFill>
                              <a:latin typeface="Lucida Sans Typewriter" panose="020B0509030504030204" pitchFamily="49" charset="0"/>
                              <a:ea typeface="Noto Mono" panose="020B0609030804020204" pitchFamily="49" charset="0"/>
                              <a:cs typeface="Noto Mono" panose="020B0609030804020204" pitchFamily="49" charset="0"/>
                            </a:rPr>
                            <m:t>TXT</m:t>
                          </m:r>
                          <m:r>
                            <m:rPr>
                              <m:nor/>
                            </m:rPr>
                            <a:rPr lang="en-US" b="0" i="0" kern="0" smtClean="0">
                              <a:solidFill>
                                <a:srgbClr val="546970"/>
                              </a:solidFill>
                              <a:latin typeface="Lucida Sans Typewriter" panose="020B0509030504030204" pitchFamily="49" charset="0"/>
                              <a:ea typeface="Noto Mono" panose="020B0609030804020204" pitchFamily="49" charset="0"/>
                              <a:cs typeface="Noto Mono" panose="020B0609030804020204" pitchFamily="49" charset="0"/>
                            </a:rPr>
                            <m:t>}</m:t>
                          </m:r>
                        </m:e>
                      </m:d>
                    </m:oMath>
                  </m:oMathPara>
                </a14:m>
                <a:endParaRPr lang="en-US" b="0" kern="0" dirty="0">
                  <a:solidFill>
                    <a:srgbClr val="546970"/>
                  </a:solidFill>
                  <a:latin typeface="Lucida Sans Typewriter" panose="020B0509030504030204" pitchFamily="49" charset="0"/>
                  <a:ea typeface="Noto Mono" panose="020B0609030804020204" pitchFamily="49" charset="0"/>
                  <a:cs typeface="Noto Mono" panose="020B0609030804020204" pitchFamily="49" charset="0"/>
                </a:endParaRPr>
              </a:p>
              <a:p>
                <a:pPr>
                  <a:spcAft>
                    <a:spcPts val="500"/>
                  </a:spcAft>
                  <a:buClr>
                    <a:srgbClr val="619E64"/>
                  </a:buClr>
                  <a:buSzPct val="85000"/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kern="0" smtClean="0">
                          <a:solidFill>
                            <a:srgbClr val="546970"/>
                          </a:solidFill>
                          <a:latin typeface="Cambria Math" panose="02040503050406030204" pitchFamily="18" charset="0"/>
                          <a:ea typeface="Source Sans Pro" panose="020B0503030403020204" pitchFamily="34" charset="0"/>
                          <a:cs typeface="Calibri" panose="020F0502020204030204" pitchFamily="34" charset="0"/>
                        </a:rPr>
                        <m:t>𝑎</m:t>
                      </m:r>
                      <m:r>
                        <a:rPr lang="en-US" b="0" i="1" kern="0" smtClean="0">
                          <a:solidFill>
                            <a:srgbClr val="546970"/>
                          </a:solidFill>
                          <a:latin typeface="Cambria Math" panose="02040503050406030204" pitchFamily="18" charset="0"/>
                          <a:ea typeface="Source Sans Pro" panose="020B0503030403020204" pitchFamily="34" charset="0"/>
                          <a:cs typeface="Calibri" panose="020F0502020204030204" pitchFamily="34" charset="0"/>
                        </a:rPr>
                        <m:t>: ⟨</m:t>
                      </m:r>
                      <m:r>
                        <m:rPr>
                          <m:nor/>
                        </m:rPr>
                        <a:rPr lang="en-US" cap="small">
                          <a:solidFill>
                            <a:srgbClr val="546970"/>
                          </a:solidFill>
                          <a:latin typeface="Noto Mono" panose="020B0609030804020204" pitchFamily="49" charset="0"/>
                          <a:ea typeface="Noto Mono" panose="020B0609030804020204" pitchFamily="49" charset="0"/>
                          <a:cs typeface="Noto Mono" panose="020B0609030804020204" pitchFamily="49" charset="0"/>
                        </a:rPr>
                        <m:t>Ref</m:t>
                      </m:r>
                      <m:r>
                        <a:rPr lang="en-US" i="1">
                          <a:solidFill>
                            <a:srgbClr val="546970"/>
                          </a:solidFill>
                          <a:latin typeface="Cambria Math" panose="02040503050406030204" pitchFamily="18" charset="0"/>
                          <a:ea typeface="Source Sans Pro" panose="020B0503030403020204" pitchFamily="34" charset="0"/>
                        </a:rPr>
                        <m:t>, </m:t>
                      </m:r>
                      <m:r>
                        <a:rPr lang="en-US" b="0" i="1" smtClean="0">
                          <a:solidFill>
                            <a:srgbClr val="546970"/>
                          </a:solidFill>
                          <a:latin typeface="Cambria Math" panose="02040503050406030204" pitchFamily="18" charset="0"/>
                          <a:ea typeface="Source Sans Pro" panose="020B0503030403020204" pitchFamily="34" charset="0"/>
                        </a:rPr>
                        <m:t>{</m:t>
                      </m:r>
                      <m:r>
                        <m:rPr>
                          <m:nor/>
                        </m:rPr>
                        <a:rPr lang="en-US" b="0" i="0" smtClean="0">
                          <a:solidFill>
                            <a:srgbClr val="546970"/>
                          </a:solidFill>
                          <a:latin typeface="Lucida Sans Typewriter" panose="020B0509030504030204" pitchFamily="49" charset="0"/>
                          <a:ea typeface="Noto Mono" panose="020B0609030804020204" pitchFamily="49" charset="0"/>
                          <a:cs typeface="Noto Mono" panose="020B0609030804020204" pitchFamily="49" charset="0"/>
                        </a:rPr>
                        <m:t>ns</m:t>
                      </m:r>
                      <m:r>
                        <m:rPr>
                          <m:nor/>
                        </m:rPr>
                        <a:rPr lang="en-US" b="0" i="0" smtClean="0">
                          <a:solidFill>
                            <a:srgbClr val="546970"/>
                          </a:solidFill>
                          <a:latin typeface="Lucida Sans Typewriter" panose="020B0509030504030204" pitchFamily="49" charset="0"/>
                          <a:ea typeface="Noto Mono" panose="020B0609030804020204" pitchFamily="49" charset="0"/>
                          <a:cs typeface="Noto Mono" panose="020B0609030804020204" pitchFamily="49" charset="0"/>
                        </a:rPr>
                        <m:t>1.</m:t>
                      </m:r>
                      <m:r>
                        <m:rPr>
                          <m:nor/>
                        </m:rPr>
                        <a:rPr lang="en-US" b="0" i="0" smtClean="0">
                          <a:solidFill>
                            <a:srgbClr val="546970"/>
                          </a:solidFill>
                          <a:latin typeface="Lucida Sans Typewriter" panose="020B0509030504030204" pitchFamily="49" charset="0"/>
                          <a:ea typeface="Noto Mono" panose="020B0609030804020204" pitchFamily="49" charset="0"/>
                          <a:cs typeface="Noto Mono" panose="020B0609030804020204" pitchFamily="49" charset="0"/>
                        </a:rPr>
                        <m:t>edu</m:t>
                      </m:r>
                      <m:r>
                        <m:rPr>
                          <m:nor/>
                        </m:rPr>
                        <a:rPr lang="en-US" b="0" i="0" smtClean="0">
                          <a:solidFill>
                            <a:srgbClr val="546970"/>
                          </a:solidFill>
                          <a:latin typeface="Lucida Sans Typewriter" panose="020B0509030504030204" pitchFamily="49" charset="0"/>
                          <a:ea typeface="Noto Mono" panose="020B0609030804020204" pitchFamily="49" charset="0"/>
                          <a:cs typeface="Noto Mono" panose="020B0609030804020204" pitchFamily="49" charset="0"/>
                        </a:rPr>
                        <m:t>.,</m:t>
                      </m:r>
                      <m:r>
                        <m:rPr>
                          <m:nor/>
                        </m:rPr>
                        <a:rPr lang="en-US" b="0" i="0" smtClean="0">
                          <a:solidFill>
                            <a:srgbClr val="546970"/>
                          </a:solidFill>
                          <a:latin typeface="Lucida Sans Typewriter" panose="020B0509030504030204" pitchFamily="49" charset="0"/>
                          <a:ea typeface="Noto Mono" panose="020B0609030804020204" pitchFamily="49" charset="0"/>
                          <a:cs typeface="Noto Mono" panose="020B0609030804020204" pitchFamily="49" charset="0"/>
                        </a:rPr>
                        <m:t>ns</m:t>
                      </m:r>
                      <m:r>
                        <m:rPr>
                          <m:nor/>
                        </m:rPr>
                        <a:rPr lang="en-US" b="0" i="0" smtClean="0">
                          <a:solidFill>
                            <a:srgbClr val="546970"/>
                          </a:solidFill>
                          <a:latin typeface="Lucida Sans Typewriter" panose="020B0509030504030204" pitchFamily="49" charset="0"/>
                          <a:ea typeface="Noto Mono" panose="020B0609030804020204" pitchFamily="49" charset="0"/>
                          <a:cs typeface="Noto Mono" panose="020B0609030804020204" pitchFamily="49" charset="0"/>
                        </a:rPr>
                        <m:t>2.</m:t>
                      </m:r>
                      <m:r>
                        <m:rPr>
                          <m:nor/>
                        </m:rPr>
                        <a:rPr lang="en-US" b="0" i="0" smtClean="0">
                          <a:solidFill>
                            <a:srgbClr val="546970"/>
                          </a:solidFill>
                          <a:latin typeface="Lucida Sans Typewriter" panose="020B0509030504030204" pitchFamily="49" charset="0"/>
                          <a:ea typeface="Noto Mono" panose="020B0609030804020204" pitchFamily="49" charset="0"/>
                          <a:cs typeface="Noto Mono" panose="020B0609030804020204" pitchFamily="49" charset="0"/>
                        </a:rPr>
                        <m:t>edu</m:t>
                      </m:r>
                      <m:r>
                        <m:rPr>
                          <m:nor/>
                        </m:rPr>
                        <a:rPr lang="en-US" b="0" i="0" smtClean="0">
                          <a:solidFill>
                            <a:srgbClr val="546970"/>
                          </a:solidFill>
                          <a:latin typeface="Lucida Sans Typewriter" panose="020B0509030504030204" pitchFamily="49" charset="0"/>
                          <a:ea typeface="Noto Mono" panose="020B0609030804020204" pitchFamily="49" charset="0"/>
                          <a:cs typeface="Noto Mono" panose="020B0609030804020204" pitchFamily="49" charset="0"/>
                        </a:rPr>
                        <m:t>.</m:t>
                      </m:r>
                      <m:r>
                        <a:rPr lang="en-US" b="0" i="1" smtClean="0">
                          <a:solidFill>
                            <a:srgbClr val="546970"/>
                          </a:solidFill>
                          <a:latin typeface="Cambria Math" panose="02040503050406030204" pitchFamily="18" charset="0"/>
                          <a:ea typeface="Source Sans Pro" panose="020B0503030403020204" pitchFamily="34" charset="0"/>
                        </a:rPr>
                        <m:t>}⟩</m:t>
                      </m:r>
                    </m:oMath>
                  </m:oMathPara>
                </a14:m>
                <a:endParaRPr lang="en-US" kern="0" dirty="0">
                  <a:solidFill>
                    <a:srgbClr val="546970"/>
                  </a:solidFill>
                  <a:latin typeface="Noto Mono" panose="020B0609030804020204" pitchFamily="49" charset="0"/>
                  <a:ea typeface="Noto Mono" panose="020B0609030804020204" pitchFamily="49" charset="0"/>
                  <a:cs typeface="Noto Mono" panose="020B0609030804020204" pitchFamily="49" charset="0"/>
                </a:endParaRPr>
              </a:p>
            </p:txBody>
          </p:sp>
        </mc:Choice>
        <mc:Fallback>
          <p:sp>
            <p:nvSpPr>
              <p:cNvPr id="8" name="Rectangle: Rounded Corners 7">
                <a:extLst>
                  <a:ext uri="{FF2B5EF4-FFF2-40B4-BE49-F238E27FC236}">
                    <a16:creationId xmlns:a16="http://schemas.microsoft.com/office/drawing/2014/main" id="{C48325F7-6294-4E56-BF88-EC2D19AFAE7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44068" y="1463080"/>
                <a:ext cx="3718839" cy="1137270"/>
              </a:xfrm>
              <a:prstGeom prst="roundRect">
                <a:avLst>
                  <a:gd name="adj" fmla="val 4626"/>
                </a:avLst>
              </a:prstGeom>
              <a:blipFill>
                <a:blip r:embed="rId4"/>
                <a:stretch>
                  <a:fillRect/>
                </a:stretch>
              </a:blipFill>
              <a:ln w="19050">
                <a:solidFill>
                  <a:srgbClr val="70838B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Rectangle: Rounded Corners 5">
                <a:extLst>
                  <a:ext uri="{FF2B5EF4-FFF2-40B4-BE49-F238E27FC236}">
                    <a16:creationId xmlns:a16="http://schemas.microsoft.com/office/drawing/2014/main" id="{EE21784F-6AFD-492F-A425-308A5200A648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271390" y="3217917"/>
                <a:ext cx="5227599" cy="1137270"/>
              </a:xfrm>
              <a:prstGeom prst="roundRect">
                <a:avLst>
                  <a:gd name="adj" fmla="val 4626"/>
                </a:avLst>
              </a:prstGeom>
              <a:solidFill>
                <a:srgbClr val="F4F5F6"/>
              </a:solidFill>
              <a:ln w="19050">
                <a:solidFill>
                  <a:srgbClr val="70838B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>
                  <a:spcAft>
                    <a:spcPts val="500"/>
                  </a:spcAft>
                  <a:buClr>
                    <a:srgbClr val="619E64"/>
                  </a:buClr>
                  <a:buSzPct val="85000"/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kern="0" smtClean="0">
                          <a:solidFill>
                            <a:srgbClr val="546970"/>
                          </a:solidFill>
                          <a:latin typeface="Cambria Math" panose="02040503050406030204" pitchFamily="18" charset="0"/>
                          <a:ea typeface="Source Sans Pro" panose="020B0503030403020204" pitchFamily="34" charset="0"/>
                          <a:cs typeface="Calibri" panose="020F0502020204030204" pitchFamily="34" charset="0"/>
                        </a:rPr>
                        <m:t>𝑠</m:t>
                      </m:r>
                      <m:r>
                        <a:rPr lang="en-US" b="0" i="1" kern="0" smtClean="0">
                          <a:solidFill>
                            <a:srgbClr val="546970"/>
                          </a:solidFill>
                          <a:latin typeface="Cambria Math" panose="02040503050406030204" pitchFamily="18" charset="0"/>
                          <a:ea typeface="Source Sans Pro" panose="020B0503030403020204" pitchFamily="34" charset="0"/>
                          <a:cs typeface="Calibri" panose="020F0502020204030204" pitchFamily="34" charset="0"/>
                        </a:rPr>
                        <m:t>: </m:t>
                      </m:r>
                      <m:r>
                        <m:rPr>
                          <m:nor/>
                        </m:rPr>
                        <a:rPr lang="en-US" b="0" i="0" kern="0" smtClean="0">
                          <a:solidFill>
                            <a:srgbClr val="546970"/>
                          </a:solidFill>
                          <a:latin typeface="Lucida Sans Typewriter" panose="020B0509030504030204" pitchFamily="49" charset="0"/>
                          <a:ea typeface="Noto Mono" panose="020B0609030804020204" pitchFamily="49" charset="0"/>
                          <a:cs typeface="Noto Mono" panose="020B0609030804020204" pitchFamily="49" charset="0"/>
                        </a:rPr>
                        <m:t>ns</m:t>
                      </m:r>
                      <m:r>
                        <m:rPr>
                          <m:nor/>
                        </m:rPr>
                        <a:rPr lang="en-US" b="0" i="0" kern="0" smtClean="0">
                          <a:solidFill>
                            <a:srgbClr val="546970"/>
                          </a:solidFill>
                          <a:latin typeface="Lucida Sans Typewriter" panose="020B0509030504030204" pitchFamily="49" charset="0"/>
                          <a:ea typeface="Noto Mono" panose="020B0609030804020204" pitchFamily="49" charset="0"/>
                          <a:cs typeface="Noto Mono" panose="020B0609030804020204" pitchFamily="49" charset="0"/>
                        </a:rPr>
                        <m:t>1.</m:t>
                      </m:r>
                      <m:r>
                        <m:rPr>
                          <m:nor/>
                        </m:rPr>
                        <a:rPr lang="en-US" kern="0">
                          <a:solidFill>
                            <a:srgbClr val="546970"/>
                          </a:solidFill>
                          <a:latin typeface="Lucida Sans Typewriter" panose="020B0509030504030204" pitchFamily="49" charset="0"/>
                          <a:ea typeface="Noto Mono" panose="020B0609030804020204" pitchFamily="49" charset="0"/>
                          <a:cs typeface="Noto Mono" panose="020B0609030804020204" pitchFamily="49" charset="0"/>
                        </a:rPr>
                        <m:t>edu</m:t>
                      </m:r>
                      <m:r>
                        <m:rPr>
                          <m:nor/>
                        </m:rPr>
                        <a:rPr lang="en-US" kern="0">
                          <a:solidFill>
                            <a:srgbClr val="546970"/>
                          </a:solidFill>
                          <a:latin typeface="Lucida Sans Typewriter" panose="020B0509030504030204" pitchFamily="49" charset="0"/>
                          <a:ea typeface="Noto Mono" panose="020B0609030804020204" pitchFamily="49" charset="0"/>
                          <a:cs typeface="Noto Mono" panose="020B0609030804020204" pitchFamily="49" charset="0"/>
                        </a:rPr>
                        <m:t>.</m:t>
                      </m:r>
                    </m:oMath>
                  </m:oMathPara>
                </a14:m>
                <a:endParaRPr lang="en-US" kern="0" dirty="0">
                  <a:solidFill>
                    <a:srgbClr val="546970"/>
                  </a:solidFill>
                  <a:latin typeface="Lucida Sans Typewriter" panose="020B0509030504030204" pitchFamily="49" charset="0"/>
                  <a:ea typeface="Noto Mono" panose="020B0609030804020204" pitchFamily="49" charset="0"/>
                  <a:cs typeface="Noto Mono" panose="020B0609030804020204" pitchFamily="49" charset="0"/>
                </a:endParaRPr>
              </a:p>
              <a:p>
                <a:pPr>
                  <a:lnSpc>
                    <a:spcPct val="100000"/>
                  </a:lnSpc>
                  <a:spcAft>
                    <a:spcPts val="500"/>
                  </a:spcAft>
                  <a:buClr>
                    <a:srgbClr val="619E64"/>
                  </a:buClr>
                  <a:buSzPct val="85000"/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kern="0" smtClean="0">
                          <a:solidFill>
                            <a:srgbClr val="546970"/>
                          </a:solidFill>
                          <a:latin typeface="Cambria Math" panose="02040503050406030204" pitchFamily="18" charset="0"/>
                          <a:ea typeface="Source Sans Pro" panose="020B0503030403020204" pitchFamily="34" charset="0"/>
                          <a:cs typeface="Calibri" panose="020F0502020204030204" pitchFamily="34" charset="0"/>
                        </a:rPr>
                        <m:t>𝑞</m:t>
                      </m:r>
                      <m:r>
                        <a:rPr lang="en-US" b="0" i="1" kern="0" smtClean="0">
                          <a:solidFill>
                            <a:srgbClr val="546970"/>
                          </a:solidFill>
                          <a:latin typeface="Cambria Math" panose="02040503050406030204" pitchFamily="18" charset="0"/>
                          <a:ea typeface="Source Sans Pro" panose="020B0503030403020204" pitchFamily="34" charset="0"/>
                          <a:cs typeface="Calibri" panose="020F0502020204030204" pitchFamily="34" charset="0"/>
                        </a:rPr>
                        <m:t>: </m:t>
                      </m:r>
                      <m:d>
                        <m:dPr>
                          <m:begChr m:val="⟨"/>
                          <m:endChr m:val="〉"/>
                          <m:ctrlPr>
                            <a:rPr lang="en-US" b="0" i="1" kern="0" smtClean="0">
                              <a:solidFill>
                                <a:srgbClr val="546970"/>
                              </a:solidFill>
                              <a:latin typeface="Cambria Math" panose="02040503050406030204" pitchFamily="18" charset="0"/>
                              <a:ea typeface="Source Sans Pro" panose="020B0503030403020204" pitchFamily="34" charset="0"/>
                              <a:cs typeface="Calibri" panose="020F0502020204030204" pitchFamily="34" charset="0"/>
                            </a:rPr>
                          </m:ctrlPr>
                        </m:dPr>
                        <m:e>
                          <m:r>
                            <a:rPr lang="en-US" b="0" i="1" kern="0" smtClean="0">
                              <a:solidFill>
                                <a:srgbClr val="546970"/>
                              </a:solidFill>
                              <a:latin typeface="Cambria Math" panose="02040503050406030204" pitchFamily="18" charset="0"/>
                              <a:ea typeface="Source Sans Pro" panose="020B0503030403020204" pitchFamily="34" charset="0"/>
                              <a:cs typeface="Calibri" panose="020F0502020204030204" pitchFamily="34" charset="0"/>
                            </a:rPr>
                            <m:t> </m:t>
                          </m:r>
                          <m:r>
                            <a:rPr lang="en-US" b="0" i="1" kern="0" smtClean="0">
                              <a:solidFill>
                                <a:srgbClr val="546970"/>
                              </a:solidFill>
                              <a:latin typeface="Cambria Math" panose="02040503050406030204" pitchFamily="18" charset="0"/>
                              <a:ea typeface="Source Sans Pro" panose="020B0503030403020204" pitchFamily="34" charset="0"/>
                              <a:cs typeface="Calibri" panose="020F0502020204030204" pitchFamily="34" charset="0"/>
                            </a:rPr>
                            <m:t>𝛼</m:t>
                          </m:r>
                          <m:r>
                            <m:rPr>
                              <m:nor/>
                            </m:rPr>
                            <a:rPr lang="en-US" b="0" i="0" kern="0" smtClean="0">
                              <a:solidFill>
                                <a:srgbClr val="546970"/>
                              </a:solidFill>
                              <a:latin typeface="Lucida Sans Typewriter" panose="020B0509030504030204" pitchFamily="49" charset="0"/>
                              <a:ea typeface="Noto Mono" panose="020B0609030804020204" pitchFamily="49" charset="0"/>
                              <a:cs typeface="Noto Mono" panose="020B0609030804020204" pitchFamily="49" charset="0"/>
                            </a:rPr>
                            <m:t>.</m:t>
                          </m:r>
                          <m:r>
                            <m:rPr>
                              <m:nor/>
                            </m:rPr>
                            <a:rPr lang="en-US" b="0" i="0" kern="0" smtClean="0">
                              <a:solidFill>
                                <a:srgbClr val="546970"/>
                              </a:solidFill>
                              <a:latin typeface="Lucida Sans Typewriter" panose="020B0509030504030204" pitchFamily="49" charset="0"/>
                              <a:ea typeface="Noto Mono" panose="020B0609030804020204" pitchFamily="49" charset="0"/>
                              <a:cs typeface="Noto Mono" panose="020B0609030804020204" pitchFamily="49" charset="0"/>
                            </a:rPr>
                            <m:t>ucla</m:t>
                          </m:r>
                          <m:r>
                            <m:rPr>
                              <m:nor/>
                            </m:rPr>
                            <a:rPr lang="en-US" b="0" i="0" kern="0" smtClean="0">
                              <a:solidFill>
                                <a:srgbClr val="546970"/>
                              </a:solidFill>
                              <a:latin typeface="Lucida Sans Typewriter" panose="020B0509030504030204" pitchFamily="49" charset="0"/>
                              <a:ea typeface="Noto Mono" panose="020B0609030804020204" pitchFamily="49" charset="0"/>
                              <a:cs typeface="Noto Mono" panose="020B0609030804020204" pitchFamily="49" charset="0"/>
                            </a:rPr>
                            <m:t>.</m:t>
                          </m:r>
                          <m:r>
                            <m:rPr>
                              <m:nor/>
                            </m:rPr>
                            <a:rPr lang="en-US" b="0" i="0" kern="0" smtClean="0">
                              <a:solidFill>
                                <a:srgbClr val="546970"/>
                              </a:solidFill>
                              <a:latin typeface="Lucida Sans Typewriter" panose="020B0509030504030204" pitchFamily="49" charset="0"/>
                              <a:ea typeface="Noto Mono" panose="020B0609030804020204" pitchFamily="49" charset="0"/>
                              <a:cs typeface="Noto Mono" panose="020B0609030804020204" pitchFamily="49" charset="0"/>
                            </a:rPr>
                            <m:t>edu</m:t>
                          </m:r>
                          <m:r>
                            <m:rPr>
                              <m:nor/>
                            </m:rPr>
                            <a:rPr lang="en-US" b="0" i="0" kern="0" smtClean="0">
                              <a:solidFill>
                                <a:srgbClr val="546970"/>
                              </a:solidFill>
                              <a:latin typeface="Lucida Sans Typewriter" panose="020B0509030504030204" pitchFamily="49" charset="0"/>
                              <a:ea typeface="Noto Mono" panose="020B0609030804020204" pitchFamily="49" charset="0"/>
                              <a:cs typeface="Noto Mono" panose="020B0609030804020204" pitchFamily="49" charset="0"/>
                            </a:rPr>
                            <m:t>.,{</m:t>
                          </m:r>
                          <m:r>
                            <m:rPr>
                              <m:nor/>
                            </m:rPr>
                            <a:rPr lang="en-US" b="0" i="0" kern="0" smtClean="0">
                              <a:solidFill>
                                <a:srgbClr val="546970"/>
                              </a:solidFill>
                              <a:latin typeface="Lucida Sans Typewriter" panose="020B0509030504030204" pitchFamily="49" charset="0"/>
                              <a:ea typeface="Noto Mono" panose="020B0609030804020204" pitchFamily="49" charset="0"/>
                              <a:cs typeface="Noto Mono" panose="020B0609030804020204" pitchFamily="49" charset="0"/>
                            </a:rPr>
                            <m:t>A</m:t>
                          </m:r>
                          <m:r>
                            <m:rPr>
                              <m:nor/>
                            </m:rPr>
                            <a:rPr lang="en-US" b="0" i="0" kern="0" smtClean="0">
                              <a:solidFill>
                                <a:srgbClr val="546970"/>
                              </a:solidFill>
                              <a:latin typeface="Lucida Sans Typewriter" panose="020B0509030504030204" pitchFamily="49" charset="0"/>
                              <a:ea typeface="Noto Mono" panose="020B0609030804020204" pitchFamily="49" charset="0"/>
                              <a:cs typeface="Noto Mono" panose="020B0609030804020204" pitchFamily="49" charset="0"/>
                            </a:rPr>
                            <m:t>,</m:t>
                          </m:r>
                          <m:r>
                            <m:rPr>
                              <m:nor/>
                            </m:rPr>
                            <a:rPr lang="en-US" b="0" i="0" kern="0" smtClean="0">
                              <a:solidFill>
                                <a:srgbClr val="546970"/>
                              </a:solidFill>
                              <a:latin typeface="Lucida Sans Typewriter" panose="020B0509030504030204" pitchFamily="49" charset="0"/>
                              <a:ea typeface="Noto Mono" panose="020B0609030804020204" pitchFamily="49" charset="0"/>
                              <a:cs typeface="Noto Mono" panose="020B0609030804020204" pitchFamily="49" charset="0"/>
                            </a:rPr>
                            <m:t>NS</m:t>
                          </m:r>
                          <m:r>
                            <m:rPr>
                              <m:nor/>
                            </m:rPr>
                            <a:rPr lang="en-US" b="0" i="0" kern="0" smtClean="0">
                              <a:solidFill>
                                <a:srgbClr val="546970"/>
                              </a:solidFill>
                              <a:latin typeface="Lucida Sans Typewriter" panose="020B0509030504030204" pitchFamily="49" charset="0"/>
                              <a:ea typeface="Noto Mono" panose="020B0609030804020204" pitchFamily="49" charset="0"/>
                              <a:cs typeface="Noto Mono" panose="020B0609030804020204" pitchFamily="49" charset="0"/>
                            </a:rPr>
                            <m:t>,</m:t>
                          </m:r>
                          <m:r>
                            <m:rPr>
                              <m:nor/>
                            </m:rPr>
                            <a:rPr lang="en-US" b="0" i="0" kern="0" smtClean="0">
                              <a:solidFill>
                                <a:srgbClr val="546970"/>
                              </a:solidFill>
                              <a:latin typeface="Lucida Sans Typewriter" panose="020B0509030504030204" pitchFamily="49" charset="0"/>
                              <a:ea typeface="Noto Mono" panose="020B0609030804020204" pitchFamily="49" charset="0"/>
                              <a:cs typeface="Noto Mono" panose="020B0609030804020204" pitchFamily="49" charset="0"/>
                            </a:rPr>
                            <m:t>TXT</m:t>
                          </m:r>
                          <m:r>
                            <m:rPr>
                              <m:nor/>
                            </m:rPr>
                            <a:rPr lang="en-US" b="0" i="0" kern="0" smtClean="0">
                              <a:solidFill>
                                <a:srgbClr val="546970"/>
                              </a:solidFill>
                              <a:latin typeface="Lucida Sans Typewriter" panose="020B0509030504030204" pitchFamily="49" charset="0"/>
                              <a:ea typeface="Noto Mono" panose="020B0609030804020204" pitchFamily="49" charset="0"/>
                              <a:cs typeface="Noto Mono" panose="020B0609030804020204" pitchFamily="49" charset="0"/>
                            </a:rPr>
                            <m:t>}</m:t>
                          </m:r>
                        </m:e>
                      </m:d>
                    </m:oMath>
                  </m:oMathPara>
                </a14:m>
                <a:endParaRPr lang="en-US" b="0" kern="0" dirty="0">
                  <a:solidFill>
                    <a:srgbClr val="546970"/>
                  </a:solidFill>
                  <a:latin typeface="Lucida Sans Typewriter" panose="020B0509030504030204" pitchFamily="49" charset="0"/>
                  <a:ea typeface="Noto Mono" panose="020B0609030804020204" pitchFamily="49" charset="0"/>
                  <a:cs typeface="Noto Mono" panose="020B0609030804020204" pitchFamily="49" charset="0"/>
                </a:endParaRPr>
              </a:p>
              <a:p>
                <a:pPr>
                  <a:spcAft>
                    <a:spcPts val="500"/>
                  </a:spcAft>
                  <a:buClr>
                    <a:srgbClr val="619E64"/>
                  </a:buClr>
                  <a:buSzPct val="85000"/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i="1" kern="0">
                          <a:solidFill>
                            <a:srgbClr val="546970"/>
                          </a:solidFill>
                          <a:latin typeface="Cambria Math" panose="02040503050406030204" pitchFamily="18" charset="0"/>
                          <a:ea typeface="Source Sans Pro" panose="020B0503030403020204" pitchFamily="34" charset="0"/>
                          <a:cs typeface="Calibri" panose="020F0502020204030204" pitchFamily="34" charset="0"/>
                        </a:rPr>
                        <m:t>𝑎</m:t>
                      </m:r>
                      <m:r>
                        <a:rPr lang="en-US" i="1" kern="0">
                          <a:solidFill>
                            <a:srgbClr val="546970"/>
                          </a:solidFill>
                          <a:latin typeface="Cambria Math" panose="02040503050406030204" pitchFamily="18" charset="0"/>
                          <a:ea typeface="Source Sans Pro" panose="020B0503030403020204" pitchFamily="34" charset="0"/>
                          <a:cs typeface="Calibri" panose="020F0502020204030204" pitchFamily="34" charset="0"/>
                        </a:rPr>
                        <m:t>: ⟨</m:t>
                      </m:r>
                      <m:r>
                        <m:rPr>
                          <m:nor/>
                        </m:rPr>
                        <a:rPr lang="en-US" cap="small">
                          <a:solidFill>
                            <a:srgbClr val="546970"/>
                          </a:solidFill>
                          <a:latin typeface="Lucida Sans Typewriter" panose="020B0509030504030204" pitchFamily="49" charset="0"/>
                          <a:ea typeface="Noto Mono" panose="020B0609030804020204" pitchFamily="49" charset="0"/>
                          <a:cs typeface="Noto Mono" panose="020B0609030804020204" pitchFamily="49" charset="0"/>
                        </a:rPr>
                        <m:t>AnsQ</m:t>
                      </m:r>
                      <m:r>
                        <a:rPr lang="en-US" i="1">
                          <a:solidFill>
                            <a:srgbClr val="546970"/>
                          </a:solidFill>
                          <a:latin typeface="Cambria Math" panose="02040503050406030204" pitchFamily="18" charset="0"/>
                          <a:ea typeface="Source Sans Pro" panose="020B0503030403020204" pitchFamily="34" charset="0"/>
                        </a:rPr>
                        <m:t>, </m:t>
                      </m:r>
                      <m:d>
                        <m:dPr>
                          <m:begChr m:val="⟨"/>
                          <m:endChr m:val="〉"/>
                          <m:ctrlPr>
                            <a:rPr lang="en-US" i="1" kern="0">
                              <a:solidFill>
                                <a:srgbClr val="546970"/>
                              </a:solidFill>
                              <a:latin typeface="Cambria Math" panose="02040503050406030204" pitchFamily="18" charset="0"/>
                              <a:ea typeface="Source Sans Pro" panose="020B0503030403020204" pitchFamily="34" charset="0"/>
                              <a:cs typeface="Calibri" panose="020F0502020204030204" pitchFamily="34" charset="0"/>
                            </a:rPr>
                          </m:ctrlPr>
                        </m:dPr>
                        <m:e>
                          <m:r>
                            <m:rPr>
                              <m:nor/>
                            </m:rPr>
                            <a:rPr lang="en-US" kern="0">
                              <a:solidFill>
                                <a:srgbClr val="546970"/>
                              </a:solidFill>
                              <a:latin typeface="Lucida Sans Typewriter" panose="020B0509030504030204" pitchFamily="49" charset="0"/>
                              <a:ea typeface="Noto Mono" panose="020B0609030804020204" pitchFamily="49" charset="0"/>
                              <a:cs typeface="Noto Mono" panose="020B0609030804020204" pitchFamily="49" charset="0"/>
                            </a:rPr>
                            <m:t>www</m:t>
                          </m:r>
                          <m:r>
                            <m:rPr>
                              <m:nor/>
                            </m:rPr>
                            <a:rPr lang="en-US" kern="0">
                              <a:solidFill>
                                <a:srgbClr val="546970"/>
                              </a:solidFill>
                              <a:latin typeface="Lucida Sans Typewriter" panose="020B0509030504030204" pitchFamily="49" charset="0"/>
                              <a:ea typeface="Noto Mono" panose="020B0609030804020204" pitchFamily="49" charset="0"/>
                              <a:cs typeface="Noto Mono" panose="020B0609030804020204" pitchFamily="49" charset="0"/>
                            </a:rPr>
                            <m:t>.</m:t>
                          </m:r>
                          <m:r>
                            <m:rPr>
                              <m:nor/>
                            </m:rPr>
                            <a:rPr lang="en-US" kern="0">
                              <a:solidFill>
                                <a:srgbClr val="546970"/>
                              </a:solidFill>
                              <a:latin typeface="Lucida Sans Typewriter" panose="020B0509030504030204" pitchFamily="49" charset="0"/>
                              <a:ea typeface="Noto Mono" panose="020B0609030804020204" pitchFamily="49" charset="0"/>
                              <a:cs typeface="Noto Mono" panose="020B0609030804020204" pitchFamily="49" charset="0"/>
                            </a:rPr>
                            <m:t>ucla</m:t>
                          </m:r>
                          <m:r>
                            <m:rPr>
                              <m:nor/>
                            </m:rPr>
                            <a:rPr lang="en-US" kern="0">
                              <a:solidFill>
                                <a:srgbClr val="546970"/>
                              </a:solidFill>
                              <a:latin typeface="Lucida Sans Typewriter" panose="020B0509030504030204" pitchFamily="49" charset="0"/>
                              <a:ea typeface="Noto Mono" panose="020B0609030804020204" pitchFamily="49" charset="0"/>
                              <a:cs typeface="Noto Mono" panose="020B0609030804020204" pitchFamily="49" charset="0"/>
                            </a:rPr>
                            <m:t>.</m:t>
                          </m:r>
                          <m:r>
                            <m:rPr>
                              <m:nor/>
                            </m:rPr>
                            <a:rPr lang="en-US" kern="0">
                              <a:solidFill>
                                <a:srgbClr val="546970"/>
                              </a:solidFill>
                              <a:latin typeface="Lucida Sans Typewriter" panose="020B0509030504030204" pitchFamily="49" charset="0"/>
                              <a:ea typeface="Noto Mono" panose="020B0609030804020204" pitchFamily="49" charset="0"/>
                              <a:cs typeface="Noto Mono" panose="020B0609030804020204" pitchFamily="49" charset="0"/>
                            </a:rPr>
                            <m:t>edu</m:t>
                          </m:r>
                          <m:r>
                            <m:rPr>
                              <m:nor/>
                            </m:rPr>
                            <a:rPr lang="en-US" kern="0">
                              <a:solidFill>
                                <a:srgbClr val="546970"/>
                              </a:solidFill>
                              <a:latin typeface="Lucida Sans Typewriter" panose="020B0509030504030204" pitchFamily="49" charset="0"/>
                              <a:ea typeface="Noto Mono" panose="020B0609030804020204" pitchFamily="49" charset="0"/>
                              <a:cs typeface="Noto Mono" panose="020B0609030804020204" pitchFamily="49" charset="0"/>
                            </a:rPr>
                            <m:t>.,{</m:t>
                          </m:r>
                          <m:r>
                            <m:rPr>
                              <m:nor/>
                            </m:rPr>
                            <a:rPr lang="en-US" kern="0">
                              <a:solidFill>
                                <a:srgbClr val="546970"/>
                              </a:solidFill>
                              <a:latin typeface="Lucida Sans Typewriter" panose="020B0509030504030204" pitchFamily="49" charset="0"/>
                              <a:ea typeface="Noto Mono" panose="020B0609030804020204" pitchFamily="49" charset="0"/>
                              <a:cs typeface="Noto Mono" panose="020B0609030804020204" pitchFamily="49" charset="0"/>
                            </a:rPr>
                            <m:t>A</m:t>
                          </m:r>
                          <m:r>
                            <m:rPr>
                              <m:nor/>
                            </m:rPr>
                            <a:rPr lang="en-US" kern="0">
                              <a:solidFill>
                                <a:srgbClr val="546970"/>
                              </a:solidFill>
                              <a:latin typeface="Lucida Sans Typewriter" panose="020B0509030504030204" pitchFamily="49" charset="0"/>
                              <a:ea typeface="Noto Mono" panose="020B0609030804020204" pitchFamily="49" charset="0"/>
                              <a:cs typeface="Noto Mono" panose="020B0609030804020204" pitchFamily="49" charset="0"/>
                            </a:rPr>
                            <m:t>,</m:t>
                          </m:r>
                          <m:r>
                            <m:rPr>
                              <m:nor/>
                            </m:rPr>
                            <a:rPr lang="en-US" kern="0">
                              <a:solidFill>
                                <a:srgbClr val="546970"/>
                              </a:solidFill>
                              <a:latin typeface="Lucida Sans Typewriter" panose="020B0509030504030204" pitchFamily="49" charset="0"/>
                              <a:ea typeface="Noto Mono" panose="020B0609030804020204" pitchFamily="49" charset="0"/>
                              <a:cs typeface="Noto Mono" panose="020B0609030804020204" pitchFamily="49" charset="0"/>
                            </a:rPr>
                            <m:t>NS</m:t>
                          </m:r>
                          <m:r>
                            <m:rPr>
                              <m:nor/>
                            </m:rPr>
                            <a:rPr lang="en-US" kern="0">
                              <a:solidFill>
                                <a:srgbClr val="546970"/>
                              </a:solidFill>
                              <a:latin typeface="Lucida Sans Typewriter" panose="020B0509030504030204" pitchFamily="49" charset="0"/>
                              <a:ea typeface="Noto Mono" panose="020B0609030804020204" pitchFamily="49" charset="0"/>
                              <a:cs typeface="Noto Mono" panose="020B0609030804020204" pitchFamily="49" charset="0"/>
                            </a:rPr>
                            <m:t>,</m:t>
                          </m:r>
                          <m:r>
                            <m:rPr>
                              <m:nor/>
                            </m:rPr>
                            <a:rPr lang="en-US" kern="0">
                              <a:solidFill>
                                <a:srgbClr val="546970"/>
                              </a:solidFill>
                              <a:latin typeface="Lucida Sans Typewriter" panose="020B0509030504030204" pitchFamily="49" charset="0"/>
                              <a:ea typeface="Noto Mono" panose="020B0609030804020204" pitchFamily="49" charset="0"/>
                              <a:cs typeface="Noto Mono" panose="020B0609030804020204" pitchFamily="49" charset="0"/>
                            </a:rPr>
                            <m:t>TXT</m:t>
                          </m:r>
                          <m:r>
                            <m:rPr>
                              <m:nor/>
                            </m:rPr>
                            <a:rPr lang="en-US" kern="0">
                              <a:solidFill>
                                <a:srgbClr val="546970"/>
                              </a:solidFill>
                              <a:latin typeface="Lucida Sans Typewriter" panose="020B0509030504030204" pitchFamily="49" charset="0"/>
                              <a:ea typeface="Noto Mono" panose="020B0609030804020204" pitchFamily="49" charset="0"/>
                              <a:cs typeface="Noto Mono" panose="020B0609030804020204" pitchFamily="49" charset="0"/>
                            </a:rPr>
                            <m:t>}</m:t>
                          </m:r>
                        </m:e>
                      </m:d>
                      <m:r>
                        <a:rPr lang="en-US" i="1">
                          <a:solidFill>
                            <a:srgbClr val="546970"/>
                          </a:solidFill>
                          <a:latin typeface="Cambria Math" panose="02040503050406030204" pitchFamily="18" charset="0"/>
                          <a:ea typeface="Source Sans Pro" panose="020B0503030403020204" pitchFamily="34" charset="0"/>
                        </a:rPr>
                        <m:t>⟩</m:t>
                      </m:r>
                    </m:oMath>
                  </m:oMathPara>
                </a14:m>
                <a:endParaRPr lang="en-US" kern="0" dirty="0">
                  <a:solidFill>
                    <a:srgbClr val="546970"/>
                  </a:solidFill>
                  <a:latin typeface="Lucida Sans Typewriter" panose="020B0509030504030204" pitchFamily="49" charset="0"/>
                  <a:ea typeface="Noto Mono" panose="020B0609030804020204" pitchFamily="49" charset="0"/>
                  <a:cs typeface="Noto Mono" panose="020B0609030804020204" pitchFamily="49" charset="0"/>
                </a:endParaRPr>
              </a:p>
            </p:txBody>
          </p:sp>
        </mc:Choice>
        <mc:Fallback>
          <p:sp>
            <p:nvSpPr>
              <p:cNvPr id="6" name="Rectangle: Rounded Corners 5">
                <a:extLst>
                  <a:ext uri="{FF2B5EF4-FFF2-40B4-BE49-F238E27FC236}">
                    <a16:creationId xmlns:a16="http://schemas.microsoft.com/office/drawing/2014/main" id="{EE21784F-6AFD-492F-A425-308A5200A64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1390" y="3217917"/>
                <a:ext cx="5227599" cy="1137270"/>
              </a:xfrm>
              <a:prstGeom prst="roundRect">
                <a:avLst>
                  <a:gd name="adj" fmla="val 4626"/>
                </a:avLst>
              </a:prstGeom>
              <a:blipFill>
                <a:blip r:embed="rId5"/>
                <a:stretch>
                  <a:fillRect/>
                </a:stretch>
              </a:blipFill>
              <a:ln w="19050">
                <a:solidFill>
                  <a:srgbClr val="70838B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Rectangle: Rounded Corners 8">
                <a:extLst>
                  <a:ext uri="{FF2B5EF4-FFF2-40B4-BE49-F238E27FC236}">
                    <a16:creationId xmlns:a16="http://schemas.microsoft.com/office/drawing/2014/main" id="{BA8CC8A7-534A-430C-8314-67B393D691F9}"/>
                  </a:ext>
                </a:extLst>
              </p:cNvPr>
              <p:cNvSpPr/>
              <p:nvPr/>
            </p:nvSpPr>
            <p:spPr>
              <a:xfrm>
                <a:off x="6096000" y="3228228"/>
                <a:ext cx="3665499" cy="1137270"/>
              </a:xfrm>
              <a:prstGeom prst="roundRect">
                <a:avLst>
                  <a:gd name="adj" fmla="val 4626"/>
                </a:avLst>
              </a:prstGeom>
              <a:solidFill>
                <a:srgbClr val="F4F5F6"/>
              </a:solidFill>
              <a:ln w="19050">
                <a:solidFill>
                  <a:srgbClr val="70838B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wrap="square" rtlCol="0" anchor="ctr">
                <a:spAutoFit/>
              </a:bodyPr>
              <a:lstStyle/>
              <a:p>
                <a:pPr>
                  <a:spcAft>
                    <a:spcPts val="500"/>
                  </a:spcAft>
                  <a:buClr>
                    <a:srgbClr val="619E64"/>
                  </a:buClr>
                  <a:buSzPct val="85000"/>
                  <a:defRPr/>
                </a:pPr>
                <a14:m>
                  <m:oMath xmlns:m="http://schemas.openxmlformats.org/officeDocument/2006/math">
                    <m:r>
                      <a:rPr lang="en-US" b="0" i="1" kern="0" smtClean="0">
                        <a:solidFill>
                          <a:srgbClr val="546970"/>
                        </a:solidFill>
                        <a:latin typeface="Cambria Math" panose="02040503050406030204" pitchFamily="18" charset="0"/>
                        <a:ea typeface="Source Sans Pro" panose="020B0503030403020204" pitchFamily="34" charset="0"/>
                        <a:cs typeface="Calibri" panose="020F0502020204030204" pitchFamily="34" charset="0"/>
                      </a:rPr>
                      <m:t>𝑠</m:t>
                    </m:r>
                    <m:r>
                      <a:rPr lang="en-US" b="0" i="1" kern="0" smtClean="0">
                        <a:solidFill>
                          <a:srgbClr val="546970"/>
                        </a:solidFill>
                        <a:latin typeface="Cambria Math" panose="02040503050406030204" pitchFamily="18" charset="0"/>
                        <a:ea typeface="Source Sans Pro" panose="020B0503030403020204" pitchFamily="34" charset="0"/>
                        <a:cs typeface="Calibri" panose="020F0502020204030204" pitchFamily="34" charset="0"/>
                      </a:rPr>
                      <m:t>: </m:t>
                    </m:r>
                  </m:oMath>
                </a14:m>
                <a:r>
                  <a:rPr lang="en-US" kern="0" dirty="0">
                    <a:solidFill>
                      <a:srgbClr val="546970"/>
                    </a:solidFill>
                    <a:latin typeface="Noto Mono" panose="020B0609030804020204" pitchFamily="49" charset="0"/>
                    <a:ea typeface="Noto Mono" panose="020B0609030804020204" pitchFamily="49" charset="0"/>
                    <a:cs typeface="Noto Mono" panose="020B0609030804020204" pitchFamily="49" charset="0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kern="0">
                        <a:solidFill>
                          <a:srgbClr val="546970"/>
                        </a:solidFill>
                        <a:latin typeface="Lucida Sans Typewriter" panose="020B0509030504030204" pitchFamily="49" charset="0"/>
                        <a:ea typeface="Noto Mono" panose="020B0609030804020204" pitchFamily="49" charset="0"/>
                        <a:cs typeface="Noto Mono" panose="020B0609030804020204" pitchFamily="49" charset="0"/>
                      </a:rPr>
                      <m:t>ns</m:t>
                    </m:r>
                    <m:r>
                      <m:rPr>
                        <m:nor/>
                      </m:rPr>
                      <a:rPr lang="en-US" b="0" i="0" kern="0" smtClean="0">
                        <a:solidFill>
                          <a:srgbClr val="546970"/>
                        </a:solidFill>
                        <a:latin typeface="Lucida Sans Typewriter" panose="020B0509030504030204" pitchFamily="49" charset="0"/>
                        <a:ea typeface="Noto Mono" panose="020B0609030804020204" pitchFamily="49" charset="0"/>
                        <a:cs typeface="Noto Mono" panose="020B0609030804020204" pitchFamily="49" charset="0"/>
                      </a:rPr>
                      <m:t>2</m:t>
                    </m:r>
                    <m:r>
                      <m:rPr>
                        <m:nor/>
                      </m:rPr>
                      <a:rPr lang="en-US" kern="0">
                        <a:solidFill>
                          <a:srgbClr val="546970"/>
                        </a:solidFill>
                        <a:latin typeface="Lucida Sans Typewriter" panose="020B0509030504030204" pitchFamily="49" charset="0"/>
                        <a:ea typeface="Noto Mono" panose="020B0609030804020204" pitchFamily="49" charset="0"/>
                        <a:cs typeface="Noto Mono" panose="020B0609030804020204" pitchFamily="49" charset="0"/>
                      </a:rPr>
                      <m:t>.</m:t>
                    </m:r>
                    <m:r>
                      <m:rPr>
                        <m:nor/>
                      </m:rPr>
                      <a:rPr lang="en-US" kern="0">
                        <a:solidFill>
                          <a:srgbClr val="546970"/>
                        </a:solidFill>
                        <a:latin typeface="Lucida Sans Typewriter" panose="020B0509030504030204" pitchFamily="49" charset="0"/>
                        <a:ea typeface="Noto Mono" panose="020B0609030804020204" pitchFamily="49" charset="0"/>
                        <a:cs typeface="Noto Mono" panose="020B0609030804020204" pitchFamily="49" charset="0"/>
                      </a:rPr>
                      <m:t>edu</m:t>
                    </m:r>
                    <m:r>
                      <m:rPr>
                        <m:nor/>
                      </m:rPr>
                      <a:rPr lang="en-US" kern="0">
                        <a:solidFill>
                          <a:srgbClr val="546970"/>
                        </a:solidFill>
                        <a:latin typeface="Lucida Sans Typewriter" panose="020B0509030504030204" pitchFamily="49" charset="0"/>
                        <a:ea typeface="Noto Mono" panose="020B0609030804020204" pitchFamily="49" charset="0"/>
                        <a:cs typeface="Noto Mono" panose="020B0609030804020204" pitchFamily="49" charset="0"/>
                      </a:rPr>
                      <m:t>.</m:t>
                    </m:r>
                  </m:oMath>
                </a14:m>
                <a:endParaRPr lang="en-US" kern="0" dirty="0">
                  <a:solidFill>
                    <a:srgbClr val="546970"/>
                  </a:solidFill>
                  <a:latin typeface="Lucida Sans Typewriter" panose="020B0509030504030204" pitchFamily="49" charset="0"/>
                  <a:ea typeface="Noto Mono" panose="020B0609030804020204" pitchFamily="49" charset="0"/>
                  <a:cs typeface="Noto Mono" panose="020B0609030804020204" pitchFamily="49" charset="0"/>
                </a:endParaRPr>
              </a:p>
              <a:p>
                <a:pPr>
                  <a:lnSpc>
                    <a:spcPct val="100000"/>
                  </a:lnSpc>
                  <a:spcAft>
                    <a:spcPts val="500"/>
                  </a:spcAft>
                  <a:buClr>
                    <a:srgbClr val="619E64"/>
                  </a:buClr>
                  <a:buSzPct val="85000"/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kern="0" smtClean="0">
                          <a:solidFill>
                            <a:srgbClr val="546970"/>
                          </a:solidFill>
                          <a:latin typeface="Cambria Math" panose="02040503050406030204" pitchFamily="18" charset="0"/>
                          <a:ea typeface="Source Sans Pro" panose="020B0503030403020204" pitchFamily="34" charset="0"/>
                          <a:cs typeface="Calibri" panose="020F0502020204030204" pitchFamily="34" charset="0"/>
                        </a:rPr>
                        <m:t>𝑞</m:t>
                      </m:r>
                      <m:r>
                        <a:rPr lang="en-US" b="0" i="1" kern="0" smtClean="0">
                          <a:solidFill>
                            <a:srgbClr val="546970"/>
                          </a:solidFill>
                          <a:latin typeface="Cambria Math" panose="02040503050406030204" pitchFamily="18" charset="0"/>
                          <a:ea typeface="Source Sans Pro" panose="020B0503030403020204" pitchFamily="34" charset="0"/>
                          <a:cs typeface="Calibri" panose="020F0502020204030204" pitchFamily="34" charset="0"/>
                        </a:rPr>
                        <m:t>: </m:t>
                      </m:r>
                      <m:d>
                        <m:dPr>
                          <m:begChr m:val="⟨"/>
                          <m:endChr m:val="〉"/>
                          <m:ctrlPr>
                            <a:rPr lang="en-US" b="0" i="1" kern="0" smtClean="0">
                              <a:solidFill>
                                <a:srgbClr val="546970"/>
                              </a:solidFill>
                              <a:latin typeface="Cambria Math" panose="02040503050406030204" pitchFamily="18" charset="0"/>
                              <a:ea typeface="Source Sans Pro" panose="020B0503030403020204" pitchFamily="34" charset="0"/>
                              <a:cs typeface="Calibri" panose="020F0502020204030204" pitchFamily="34" charset="0"/>
                            </a:rPr>
                          </m:ctrlPr>
                        </m:dPr>
                        <m:e>
                          <m:r>
                            <a:rPr lang="en-US" b="0" i="1" kern="0" smtClean="0">
                              <a:solidFill>
                                <a:srgbClr val="546970"/>
                              </a:solidFill>
                              <a:latin typeface="Cambria Math" panose="02040503050406030204" pitchFamily="18" charset="0"/>
                              <a:ea typeface="Source Sans Pro" panose="020B0503030403020204" pitchFamily="34" charset="0"/>
                              <a:cs typeface="Calibri" panose="020F0502020204030204" pitchFamily="34" charset="0"/>
                            </a:rPr>
                            <m:t> </m:t>
                          </m:r>
                          <m:r>
                            <a:rPr lang="en-US" b="0" i="1" kern="0" smtClean="0">
                              <a:solidFill>
                                <a:srgbClr val="546970"/>
                              </a:solidFill>
                              <a:latin typeface="Cambria Math" panose="02040503050406030204" pitchFamily="18" charset="0"/>
                              <a:ea typeface="Source Sans Pro" panose="020B0503030403020204" pitchFamily="34" charset="0"/>
                              <a:cs typeface="Calibri" panose="020F0502020204030204" pitchFamily="34" charset="0"/>
                            </a:rPr>
                            <m:t>𝛼</m:t>
                          </m:r>
                          <m:r>
                            <m:rPr>
                              <m:nor/>
                            </m:rPr>
                            <a:rPr lang="en-US" b="0" i="0" kern="0" smtClean="0">
                              <a:solidFill>
                                <a:srgbClr val="546970"/>
                              </a:solidFill>
                              <a:latin typeface="Lucida Sans Typewriter" panose="020B0509030504030204" pitchFamily="49" charset="0"/>
                              <a:ea typeface="Noto Mono" panose="020B0609030804020204" pitchFamily="49" charset="0"/>
                              <a:cs typeface="Noto Mono" panose="020B0609030804020204" pitchFamily="49" charset="0"/>
                            </a:rPr>
                            <m:t>.</m:t>
                          </m:r>
                          <m:r>
                            <m:rPr>
                              <m:nor/>
                            </m:rPr>
                            <a:rPr lang="en-US" b="0" i="0" kern="0" smtClean="0">
                              <a:solidFill>
                                <a:srgbClr val="546970"/>
                              </a:solidFill>
                              <a:latin typeface="Lucida Sans Typewriter" panose="020B0509030504030204" pitchFamily="49" charset="0"/>
                              <a:ea typeface="Noto Mono" panose="020B0609030804020204" pitchFamily="49" charset="0"/>
                              <a:cs typeface="Noto Mono" panose="020B0609030804020204" pitchFamily="49" charset="0"/>
                            </a:rPr>
                            <m:t>ucla</m:t>
                          </m:r>
                          <m:r>
                            <m:rPr>
                              <m:nor/>
                            </m:rPr>
                            <a:rPr lang="en-US" b="0" i="0" kern="0" smtClean="0">
                              <a:solidFill>
                                <a:srgbClr val="546970"/>
                              </a:solidFill>
                              <a:latin typeface="Lucida Sans Typewriter" panose="020B0509030504030204" pitchFamily="49" charset="0"/>
                              <a:ea typeface="Noto Mono" panose="020B0609030804020204" pitchFamily="49" charset="0"/>
                              <a:cs typeface="Noto Mono" panose="020B0609030804020204" pitchFamily="49" charset="0"/>
                            </a:rPr>
                            <m:t>.</m:t>
                          </m:r>
                          <m:r>
                            <m:rPr>
                              <m:nor/>
                            </m:rPr>
                            <a:rPr lang="en-US" b="0" i="0" kern="0" smtClean="0">
                              <a:solidFill>
                                <a:srgbClr val="546970"/>
                              </a:solidFill>
                              <a:latin typeface="Lucida Sans Typewriter" panose="020B0509030504030204" pitchFamily="49" charset="0"/>
                              <a:ea typeface="Noto Mono" panose="020B0609030804020204" pitchFamily="49" charset="0"/>
                              <a:cs typeface="Noto Mono" panose="020B0609030804020204" pitchFamily="49" charset="0"/>
                            </a:rPr>
                            <m:t>edu</m:t>
                          </m:r>
                          <m:r>
                            <m:rPr>
                              <m:nor/>
                            </m:rPr>
                            <a:rPr lang="en-US" b="0" i="0" kern="0" smtClean="0">
                              <a:solidFill>
                                <a:srgbClr val="546970"/>
                              </a:solidFill>
                              <a:latin typeface="Lucida Sans Typewriter" panose="020B0509030504030204" pitchFamily="49" charset="0"/>
                              <a:ea typeface="Noto Mono" panose="020B0609030804020204" pitchFamily="49" charset="0"/>
                              <a:cs typeface="Noto Mono" panose="020B0609030804020204" pitchFamily="49" charset="0"/>
                            </a:rPr>
                            <m:t>.,{</m:t>
                          </m:r>
                          <m:r>
                            <m:rPr>
                              <m:nor/>
                            </m:rPr>
                            <a:rPr lang="en-US" b="0" i="0" kern="0" smtClean="0">
                              <a:solidFill>
                                <a:srgbClr val="546970"/>
                              </a:solidFill>
                              <a:latin typeface="Lucida Sans Typewriter" panose="020B0509030504030204" pitchFamily="49" charset="0"/>
                              <a:ea typeface="Noto Mono" panose="020B0609030804020204" pitchFamily="49" charset="0"/>
                              <a:cs typeface="Noto Mono" panose="020B0609030804020204" pitchFamily="49" charset="0"/>
                            </a:rPr>
                            <m:t>A</m:t>
                          </m:r>
                          <m:r>
                            <m:rPr>
                              <m:nor/>
                            </m:rPr>
                            <a:rPr lang="en-US" b="0" i="0" kern="0" smtClean="0">
                              <a:solidFill>
                                <a:srgbClr val="546970"/>
                              </a:solidFill>
                              <a:latin typeface="Lucida Sans Typewriter" panose="020B0509030504030204" pitchFamily="49" charset="0"/>
                              <a:ea typeface="Noto Mono" panose="020B0609030804020204" pitchFamily="49" charset="0"/>
                              <a:cs typeface="Noto Mono" panose="020B0609030804020204" pitchFamily="49" charset="0"/>
                            </a:rPr>
                            <m:t>,</m:t>
                          </m:r>
                          <m:r>
                            <m:rPr>
                              <m:nor/>
                            </m:rPr>
                            <a:rPr lang="en-US" b="0" i="0" kern="0" smtClean="0">
                              <a:solidFill>
                                <a:srgbClr val="546970"/>
                              </a:solidFill>
                              <a:latin typeface="Lucida Sans Typewriter" panose="020B0509030504030204" pitchFamily="49" charset="0"/>
                              <a:ea typeface="Noto Mono" panose="020B0609030804020204" pitchFamily="49" charset="0"/>
                              <a:cs typeface="Noto Mono" panose="020B0609030804020204" pitchFamily="49" charset="0"/>
                            </a:rPr>
                            <m:t>NS</m:t>
                          </m:r>
                          <m:r>
                            <m:rPr>
                              <m:nor/>
                            </m:rPr>
                            <a:rPr lang="en-US" b="0" i="0" kern="0" smtClean="0">
                              <a:solidFill>
                                <a:srgbClr val="546970"/>
                              </a:solidFill>
                              <a:latin typeface="Lucida Sans Typewriter" panose="020B0509030504030204" pitchFamily="49" charset="0"/>
                              <a:ea typeface="Noto Mono" panose="020B0609030804020204" pitchFamily="49" charset="0"/>
                              <a:cs typeface="Noto Mono" panose="020B0609030804020204" pitchFamily="49" charset="0"/>
                            </a:rPr>
                            <m:t>,</m:t>
                          </m:r>
                          <m:r>
                            <m:rPr>
                              <m:nor/>
                            </m:rPr>
                            <a:rPr lang="en-US" b="0" i="0" kern="0" smtClean="0">
                              <a:solidFill>
                                <a:srgbClr val="546970"/>
                              </a:solidFill>
                              <a:latin typeface="Lucida Sans Typewriter" panose="020B0509030504030204" pitchFamily="49" charset="0"/>
                              <a:ea typeface="Noto Mono" panose="020B0609030804020204" pitchFamily="49" charset="0"/>
                              <a:cs typeface="Noto Mono" panose="020B0609030804020204" pitchFamily="49" charset="0"/>
                            </a:rPr>
                            <m:t>TXT</m:t>
                          </m:r>
                          <m:r>
                            <m:rPr>
                              <m:nor/>
                            </m:rPr>
                            <a:rPr lang="en-US" b="0" i="0" kern="0" smtClean="0">
                              <a:solidFill>
                                <a:srgbClr val="546970"/>
                              </a:solidFill>
                              <a:latin typeface="Lucida Sans Typewriter" panose="020B0509030504030204" pitchFamily="49" charset="0"/>
                              <a:ea typeface="Noto Mono" panose="020B0609030804020204" pitchFamily="49" charset="0"/>
                              <a:cs typeface="Noto Mono" panose="020B0609030804020204" pitchFamily="49" charset="0"/>
                            </a:rPr>
                            <m:t>}</m:t>
                          </m:r>
                        </m:e>
                      </m:d>
                    </m:oMath>
                  </m:oMathPara>
                </a14:m>
                <a:endParaRPr lang="en-US" b="0" kern="0" dirty="0">
                  <a:solidFill>
                    <a:srgbClr val="546970"/>
                  </a:solidFill>
                  <a:latin typeface="Lucida Sans Typewriter" panose="020B0509030504030204" pitchFamily="49" charset="0"/>
                  <a:ea typeface="Noto Mono" panose="020B0609030804020204" pitchFamily="49" charset="0"/>
                  <a:cs typeface="Noto Mono" panose="020B0609030804020204" pitchFamily="49" charset="0"/>
                </a:endParaRPr>
              </a:p>
              <a:p>
                <a:pPr>
                  <a:spcAft>
                    <a:spcPts val="500"/>
                  </a:spcAft>
                  <a:buClr>
                    <a:srgbClr val="619E64"/>
                  </a:buClr>
                  <a:buSzPct val="85000"/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i="1" kern="0">
                          <a:solidFill>
                            <a:srgbClr val="546970"/>
                          </a:solidFill>
                          <a:latin typeface="Cambria Math" panose="02040503050406030204" pitchFamily="18" charset="0"/>
                          <a:ea typeface="Source Sans Pro" panose="020B0503030403020204" pitchFamily="34" charset="0"/>
                          <a:cs typeface="Calibri" panose="020F0502020204030204" pitchFamily="34" charset="0"/>
                        </a:rPr>
                        <m:t>𝑎</m:t>
                      </m:r>
                      <m:r>
                        <a:rPr lang="en-US" i="1" kern="0">
                          <a:solidFill>
                            <a:srgbClr val="546970"/>
                          </a:solidFill>
                          <a:latin typeface="Cambria Math" panose="02040503050406030204" pitchFamily="18" charset="0"/>
                          <a:ea typeface="Source Sans Pro" panose="020B0503030403020204" pitchFamily="34" charset="0"/>
                          <a:cs typeface="Calibri" panose="020F0502020204030204" pitchFamily="34" charset="0"/>
                        </a:rPr>
                        <m:t>: ⟨</m:t>
                      </m:r>
                      <m:r>
                        <m:rPr>
                          <m:nor/>
                        </m:rPr>
                        <a:rPr lang="en-US" cap="small">
                          <a:solidFill>
                            <a:srgbClr val="546970"/>
                          </a:solidFill>
                          <a:latin typeface="Lucida Sans Typewriter" panose="020B0509030504030204" pitchFamily="49" charset="0"/>
                          <a:ea typeface="Noto Mono" panose="020B0609030804020204" pitchFamily="49" charset="0"/>
                          <a:cs typeface="Noto Mono" panose="020B0609030804020204" pitchFamily="49" charset="0"/>
                        </a:rPr>
                        <m:t>NX</m:t>
                      </m:r>
                      <m:r>
                        <a:rPr lang="en-US" i="1">
                          <a:solidFill>
                            <a:srgbClr val="546970"/>
                          </a:solidFill>
                          <a:latin typeface="Cambria Math" panose="02040503050406030204" pitchFamily="18" charset="0"/>
                          <a:ea typeface="Source Sans Pro" panose="020B0503030403020204" pitchFamily="34" charset="0"/>
                        </a:rPr>
                        <m:t>, </m:t>
                      </m:r>
                      <m:r>
                        <a:rPr lang="en-US" i="1">
                          <a:solidFill>
                            <a:srgbClr val="546970"/>
                          </a:solidFill>
                          <a:latin typeface="Cambria Math" panose="02040503050406030204" pitchFamily="18" charset="0"/>
                          <a:ea typeface="Source Sans Pro" panose="020B0503030403020204" pitchFamily="34" charset="0"/>
                        </a:rPr>
                        <m:t>∅⟩</m:t>
                      </m:r>
                      <m:r>
                        <a:rPr lang="en-US" b="0" i="1" kern="0" smtClean="0">
                          <a:solidFill>
                            <a:srgbClr val="F4F5F6"/>
                          </a:solidFill>
                          <a:latin typeface="Cambria Math" panose="02040503050406030204" pitchFamily="18" charset="0"/>
                          <a:ea typeface="Source Sans Pro" panose="020B0503030403020204" pitchFamily="34" charset="0"/>
                          <a:cs typeface="Calibri" panose="020F0502020204030204" pitchFamily="34" charset="0"/>
                        </a:rPr>
                        <m:t>𝑎</m:t>
                      </m:r>
                      <m:r>
                        <a:rPr lang="en-US" b="0" i="1" kern="0" smtClean="0">
                          <a:solidFill>
                            <a:srgbClr val="F4F5F6"/>
                          </a:solidFill>
                          <a:latin typeface="Cambria Math" panose="02040503050406030204" pitchFamily="18" charset="0"/>
                          <a:ea typeface="Source Sans Pro" panose="020B0503030403020204" pitchFamily="34" charset="0"/>
                          <a:cs typeface="Calibri" panose="020F0502020204030204" pitchFamily="34" charset="0"/>
                        </a:rPr>
                        <m:t>: ⟨</m:t>
                      </m:r>
                      <m:r>
                        <m:rPr>
                          <m:nor/>
                        </m:rPr>
                        <a:rPr lang="en-US" b="0" i="0" cap="small" smtClean="0">
                          <a:solidFill>
                            <a:srgbClr val="F4F5F6"/>
                          </a:solidFill>
                          <a:latin typeface="Lucida Sans Typewriter" panose="020B0509030504030204" pitchFamily="49" charset="0"/>
                          <a:ea typeface="Noto Mono" panose="020B0609030804020204" pitchFamily="49" charset="0"/>
                          <a:cs typeface="Noto Mono" panose="020B0609030804020204" pitchFamily="49" charset="0"/>
                        </a:rPr>
                        <m:t>NX</m:t>
                      </m:r>
                      <m:r>
                        <a:rPr lang="en-US" i="1">
                          <a:solidFill>
                            <a:srgbClr val="F4F5F6"/>
                          </a:solidFill>
                          <a:latin typeface="Cambria Math" panose="02040503050406030204" pitchFamily="18" charset="0"/>
                          <a:ea typeface="Source Sans Pro" panose="020B0503030403020204" pitchFamily="34" charset="0"/>
                        </a:rPr>
                        <m:t>, </m:t>
                      </m:r>
                      <m:r>
                        <a:rPr lang="en-US" b="0" i="1" smtClean="0">
                          <a:solidFill>
                            <a:srgbClr val="F4F5F6"/>
                          </a:solidFill>
                          <a:latin typeface="Cambria Math" panose="02040503050406030204" pitchFamily="18" charset="0"/>
                          <a:ea typeface="Source Sans Pro" panose="020B0503030403020204" pitchFamily="34" charset="0"/>
                        </a:rPr>
                        <m:t>∅⟩</m:t>
                      </m:r>
                    </m:oMath>
                  </m:oMathPara>
                </a14:m>
                <a:endParaRPr lang="en-US" kern="0" dirty="0">
                  <a:solidFill>
                    <a:srgbClr val="F4F5F6"/>
                  </a:solidFill>
                  <a:latin typeface="Lucida Sans Typewriter" panose="020B0509030504030204" pitchFamily="49" charset="0"/>
                  <a:ea typeface="Noto Mono" panose="020B0609030804020204" pitchFamily="49" charset="0"/>
                  <a:cs typeface="Noto Mono" panose="020B0609030804020204" pitchFamily="49" charset="0"/>
                </a:endParaRPr>
              </a:p>
            </p:txBody>
          </p:sp>
        </mc:Choice>
        <mc:Fallback>
          <p:sp>
            <p:nvSpPr>
              <p:cNvPr id="9" name="Rectangle: Rounded Corners 8">
                <a:extLst>
                  <a:ext uri="{FF2B5EF4-FFF2-40B4-BE49-F238E27FC236}">
                    <a16:creationId xmlns:a16="http://schemas.microsoft.com/office/drawing/2014/main" id="{BA8CC8A7-534A-430C-8314-67B393D691F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0" y="3228228"/>
                <a:ext cx="3665499" cy="1137270"/>
              </a:xfrm>
              <a:prstGeom prst="roundRect">
                <a:avLst>
                  <a:gd name="adj" fmla="val 4626"/>
                </a:avLst>
              </a:prstGeom>
              <a:blipFill>
                <a:blip r:embed="rId6"/>
                <a:stretch>
                  <a:fillRect/>
                </a:stretch>
              </a:blipFill>
              <a:ln w="19050">
                <a:solidFill>
                  <a:srgbClr val="70838B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D98BA2A3-38F3-4C8F-A961-2BB33AC7B217}"/>
              </a:ext>
            </a:extLst>
          </p:cNvPr>
          <p:cNvCxnSpPr>
            <a:cxnSpLocks/>
            <a:endCxn id="6" idx="0"/>
          </p:cNvCxnSpPr>
          <p:nvPr/>
        </p:nvCxnSpPr>
        <p:spPr>
          <a:xfrm flipH="1">
            <a:off x="2885190" y="2600350"/>
            <a:ext cx="2618298" cy="617567"/>
          </a:xfrm>
          <a:prstGeom prst="straightConnector1">
            <a:avLst/>
          </a:prstGeom>
          <a:ln w="28575">
            <a:solidFill>
              <a:srgbClr val="54697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61D046A1-ECE3-4792-83CD-967F193B2339}"/>
              </a:ext>
            </a:extLst>
          </p:cNvPr>
          <p:cNvCxnSpPr>
            <a:cxnSpLocks/>
            <a:endCxn id="9" idx="0"/>
          </p:cNvCxnSpPr>
          <p:nvPr/>
        </p:nvCxnSpPr>
        <p:spPr>
          <a:xfrm>
            <a:off x="5503488" y="2600350"/>
            <a:ext cx="2425262" cy="627878"/>
          </a:xfrm>
          <a:prstGeom prst="straightConnector1">
            <a:avLst/>
          </a:prstGeom>
          <a:ln w="28575">
            <a:solidFill>
              <a:srgbClr val="54697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Rectangle: Rounded Corners 11">
                <a:extLst>
                  <a:ext uri="{FF2B5EF4-FFF2-40B4-BE49-F238E27FC236}">
                    <a16:creationId xmlns:a16="http://schemas.microsoft.com/office/drawing/2014/main" id="{B06987AB-1CDC-4D39-A67C-0B4A2108318A}"/>
                  </a:ext>
                </a:extLst>
              </p:cNvPr>
              <p:cNvSpPr/>
              <p:nvPr/>
            </p:nvSpPr>
            <p:spPr>
              <a:xfrm>
                <a:off x="199829" y="4999807"/>
                <a:ext cx="2960231" cy="1137270"/>
              </a:xfrm>
              <a:prstGeom prst="roundRect">
                <a:avLst>
                  <a:gd name="adj" fmla="val 4626"/>
                </a:avLst>
              </a:prstGeom>
              <a:solidFill>
                <a:srgbClr val="F4F5F6"/>
              </a:solidFill>
              <a:ln w="19050">
                <a:solidFill>
                  <a:srgbClr val="70838B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wrap="square" rtlCol="0" anchor="ctr">
                <a:spAutoFit/>
              </a:bodyPr>
              <a:lstStyle/>
              <a:p>
                <a:pPr>
                  <a:spcAft>
                    <a:spcPts val="500"/>
                  </a:spcAft>
                  <a:buClr>
                    <a:srgbClr val="619E64"/>
                  </a:buClr>
                  <a:buSzPct val="85000"/>
                  <a:defRPr/>
                </a:pPr>
                <a14:m>
                  <m:oMath xmlns:m="http://schemas.openxmlformats.org/officeDocument/2006/math">
                    <m:r>
                      <a:rPr lang="en-US" b="0" i="1" kern="0" smtClean="0">
                        <a:solidFill>
                          <a:srgbClr val="546970"/>
                        </a:solidFill>
                        <a:latin typeface="Cambria Math" panose="02040503050406030204" pitchFamily="18" charset="0"/>
                        <a:ea typeface="Source Sans Pro" panose="020B0503030403020204" pitchFamily="34" charset="0"/>
                        <a:cs typeface="Calibri" panose="020F0502020204030204" pitchFamily="34" charset="0"/>
                      </a:rPr>
                      <m:t>𝑠</m:t>
                    </m:r>
                    <m:r>
                      <a:rPr lang="en-US" b="0" i="1" kern="0" smtClean="0">
                        <a:solidFill>
                          <a:srgbClr val="546970"/>
                        </a:solidFill>
                        <a:latin typeface="Cambria Math" panose="02040503050406030204" pitchFamily="18" charset="0"/>
                        <a:ea typeface="Source Sans Pro" panose="020B0503030403020204" pitchFamily="34" charset="0"/>
                        <a:cs typeface="Calibri" panose="020F0502020204030204" pitchFamily="34" charset="0"/>
                      </a:rPr>
                      <m:t>:</m:t>
                    </m:r>
                  </m:oMath>
                </a14:m>
                <a:r>
                  <a:rPr lang="en-US" kern="0" dirty="0">
                    <a:solidFill>
                      <a:srgbClr val="546970"/>
                    </a:solidFill>
                    <a:latin typeface="Noto Mono" panose="020B0609030804020204" pitchFamily="49" charset="0"/>
                    <a:ea typeface="Noto Mono" panose="020B0609030804020204" pitchFamily="49" charset="0"/>
                    <a:cs typeface="Noto Mono" panose="020B0609030804020204" pitchFamily="49" charset="0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kern="0">
                        <a:solidFill>
                          <a:srgbClr val="546970"/>
                        </a:solidFill>
                        <a:latin typeface="Lucida Sans Typewriter" panose="020B0509030504030204" pitchFamily="49" charset="0"/>
                        <a:ea typeface="Noto Mono" panose="020B0609030804020204" pitchFamily="49" charset="0"/>
                        <a:cs typeface="Noto Mono" panose="020B0609030804020204" pitchFamily="49" charset="0"/>
                      </a:rPr>
                      <m:t>ns</m:t>
                    </m:r>
                    <m:r>
                      <m:rPr>
                        <m:nor/>
                      </m:rPr>
                      <a:rPr lang="en-US" kern="0">
                        <a:solidFill>
                          <a:srgbClr val="546970"/>
                        </a:solidFill>
                        <a:latin typeface="Lucida Sans Typewriter" panose="020B0509030504030204" pitchFamily="49" charset="0"/>
                        <a:ea typeface="Noto Mono" panose="020B0609030804020204" pitchFamily="49" charset="0"/>
                        <a:cs typeface="Noto Mono" panose="020B0609030804020204" pitchFamily="49" charset="0"/>
                      </a:rPr>
                      <m:t>1.</m:t>
                    </m:r>
                    <m:r>
                      <m:rPr>
                        <m:nor/>
                      </m:rPr>
                      <a:rPr lang="en-US" kern="0">
                        <a:solidFill>
                          <a:srgbClr val="546970"/>
                        </a:solidFill>
                        <a:latin typeface="Lucida Sans Typewriter" panose="020B0509030504030204" pitchFamily="49" charset="0"/>
                        <a:ea typeface="Noto Mono" panose="020B0609030804020204" pitchFamily="49" charset="0"/>
                        <a:cs typeface="Noto Mono" panose="020B0609030804020204" pitchFamily="49" charset="0"/>
                      </a:rPr>
                      <m:t>edu</m:t>
                    </m:r>
                    <m:r>
                      <m:rPr>
                        <m:nor/>
                      </m:rPr>
                      <a:rPr lang="en-US" kern="0">
                        <a:solidFill>
                          <a:srgbClr val="546970"/>
                        </a:solidFill>
                        <a:latin typeface="Lucida Sans Typewriter" panose="020B0509030504030204" pitchFamily="49" charset="0"/>
                        <a:ea typeface="Noto Mono" panose="020B0609030804020204" pitchFamily="49" charset="0"/>
                        <a:cs typeface="Noto Mono" panose="020B0609030804020204" pitchFamily="49" charset="0"/>
                      </a:rPr>
                      <m:t>.</m:t>
                    </m:r>
                  </m:oMath>
                </a14:m>
                <a:endParaRPr lang="en-US" kern="0" dirty="0">
                  <a:solidFill>
                    <a:srgbClr val="546970"/>
                  </a:solidFill>
                  <a:latin typeface="Lucida Sans Typewriter" panose="020B0509030504030204" pitchFamily="49" charset="0"/>
                  <a:ea typeface="Noto Mono" panose="020B0609030804020204" pitchFamily="49" charset="0"/>
                  <a:cs typeface="Noto Mono" panose="020B0609030804020204" pitchFamily="49" charset="0"/>
                </a:endParaRPr>
              </a:p>
              <a:p>
                <a:pPr>
                  <a:lnSpc>
                    <a:spcPct val="100000"/>
                  </a:lnSpc>
                  <a:spcAft>
                    <a:spcPts val="500"/>
                  </a:spcAft>
                  <a:buClr>
                    <a:srgbClr val="619E64"/>
                  </a:buClr>
                  <a:buSzPct val="85000"/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kern="0" smtClean="0">
                          <a:solidFill>
                            <a:srgbClr val="546970"/>
                          </a:solidFill>
                          <a:latin typeface="Cambria Math" panose="02040503050406030204" pitchFamily="18" charset="0"/>
                          <a:ea typeface="Source Sans Pro" panose="020B0503030403020204" pitchFamily="34" charset="0"/>
                          <a:cs typeface="Calibri" panose="020F0502020204030204" pitchFamily="34" charset="0"/>
                        </a:rPr>
                        <m:t>𝑞</m:t>
                      </m:r>
                      <m:r>
                        <a:rPr lang="en-US" b="0" i="1" kern="0" smtClean="0">
                          <a:solidFill>
                            <a:srgbClr val="546970"/>
                          </a:solidFill>
                          <a:latin typeface="Cambria Math" panose="02040503050406030204" pitchFamily="18" charset="0"/>
                          <a:ea typeface="Source Sans Pro" panose="020B0503030403020204" pitchFamily="34" charset="0"/>
                          <a:cs typeface="Calibri" panose="020F0502020204030204" pitchFamily="34" charset="0"/>
                        </a:rPr>
                        <m:t>: </m:t>
                      </m:r>
                      <m:d>
                        <m:dPr>
                          <m:begChr m:val="⟨"/>
                          <m:endChr m:val="〉"/>
                          <m:ctrlPr>
                            <a:rPr lang="en-US" b="0" i="1" kern="0" smtClean="0">
                              <a:solidFill>
                                <a:srgbClr val="546970"/>
                              </a:solidFill>
                              <a:latin typeface="Cambria Math" panose="02040503050406030204" pitchFamily="18" charset="0"/>
                              <a:ea typeface="Source Sans Pro" panose="020B0503030403020204" pitchFamily="34" charset="0"/>
                              <a:cs typeface="Calibri" panose="020F0502020204030204" pitchFamily="34" charset="0"/>
                            </a:rPr>
                          </m:ctrlPr>
                        </m:dPr>
                        <m:e>
                          <m:r>
                            <a:rPr lang="en-US" b="0" i="1" kern="0" smtClean="0">
                              <a:solidFill>
                                <a:srgbClr val="546970"/>
                              </a:solidFill>
                              <a:latin typeface="Cambria Math" panose="02040503050406030204" pitchFamily="18" charset="0"/>
                              <a:ea typeface="Source Sans Pro" panose="020B0503030403020204" pitchFamily="34" charset="0"/>
                              <a:cs typeface="Calibri" panose="020F0502020204030204" pitchFamily="34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b="0" i="0" kern="0" smtClean="0">
                              <a:solidFill>
                                <a:srgbClr val="546970"/>
                              </a:solidFill>
                              <a:latin typeface="Lucida Sans Typewriter" panose="020B0509030504030204" pitchFamily="49" charset="0"/>
                              <a:ea typeface="Noto Mono" panose="020B0609030804020204" pitchFamily="49" charset="0"/>
                              <a:cs typeface="Noto Mono" panose="020B0609030804020204" pitchFamily="49" charset="0"/>
                            </a:rPr>
                            <m:t>www</m:t>
                          </m:r>
                          <m:r>
                            <m:rPr>
                              <m:nor/>
                            </m:rPr>
                            <a:rPr lang="en-US" b="0" i="0" kern="0" smtClean="0">
                              <a:solidFill>
                                <a:srgbClr val="546970"/>
                              </a:solidFill>
                              <a:latin typeface="Lucida Sans Typewriter" panose="020B0509030504030204" pitchFamily="49" charset="0"/>
                              <a:ea typeface="Noto Mono" panose="020B0609030804020204" pitchFamily="49" charset="0"/>
                              <a:cs typeface="Noto Mono" panose="020B0609030804020204" pitchFamily="49" charset="0"/>
                            </a:rPr>
                            <m:t>.</m:t>
                          </m:r>
                          <m:r>
                            <m:rPr>
                              <m:nor/>
                            </m:rPr>
                            <a:rPr lang="en-US" b="0" i="0" kern="0" smtClean="0">
                              <a:solidFill>
                                <a:srgbClr val="546970"/>
                              </a:solidFill>
                              <a:latin typeface="Lucida Sans Typewriter" panose="020B0509030504030204" pitchFamily="49" charset="0"/>
                              <a:ea typeface="Noto Mono" panose="020B0609030804020204" pitchFamily="49" charset="0"/>
                              <a:cs typeface="Noto Mono" panose="020B0609030804020204" pitchFamily="49" charset="0"/>
                            </a:rPr>
                            <m:t>ucla</m:t>
                          </m:r>
                          <m:r>
                            <m:rPr>
                              <m:nor/>
                            </m:rPr>
                            <a:rPr lang="en-US" b="0" i="0" kern="0" smtClean="0">
                              <a:solidFill>
                                <a:srgbClr val="546970"/>
                              </a:solidFill>
                              <a:latin typeface="Lucida Sans Typewriter" panose="020B0509030504030204" pitchFamily="49" charset="0"/>
                              <a:ea typeface="Noto Mono" panose="020B0609030804020204" pitchFamily="49" charset="0"/>
                              <a:cs typeface="Noto Mono" panose="020B0609030804020204" pitchFamily="49" charset="0"/>
                            </a:rPr>
                            <m:t>.</m:t>
                          </m:r>
                          <m:r>
                            <m:rPr>
                              <m:nor/>
                            </m:rPr>
                            <a:rPr lang="en-US" b="0" i="0" kern="0" smtClean="0">
                              <a:solidFill>
                                <a:srgbClr val="546970"/>
                              </a:solidFill>
                              <a:latin typeface="Lucida Sans Typewriter" panose="020B0509030504030204" pitchFamily="49" charset="0"/>
                              <a:ea typeface="Noto Mono" panose="020B0609030804020204" pitchFamily="49" charset="0"/>
                              <a:cs typeface="Noto Mono" panose="020B0609030804020204" pitchFamily="49" charset="0"/>
                            </a:rPr>
                            <m:t>edu</m:t>
                          </m:r>
                          <m:r>
                            <m:rPr>
                              <m:nor/>
                            </m:rPr>
                            <a:rPr lang="en-US" b="0" i="0" kern="0" smtClean="0">
                              <a:solidFill>
                                <a:srgbClr val="546970"/>
                              </a:solidFill>
                              <a:latin typeface="Lucida Sans Typewriter" panose="020B0509030504030204" pitchFamily="49" charset="0"/>
                              <a:ea typeface="Noto Mono" panose="020B0609030804020204" pitchFamily="49" charset="0"/>
                              <a:cs typeface="Noto Mono" panose="020B0609030804020204" pitchFamily="49" charset="0"/>
                            </a:rPr>
                            <m:t>.,{</m:t>
                          </m:r>
                          <m:r>
                            <m:rPr>
                              <m:nor/>
                            </m:rPr>
                            <a:rPr lang="en-US" b="0" i="0" kern="0" smtClean="0">
                              <a:solidFill>
                                <a:srgbClr val="546970"/>
                              </a:solidFill>
                              <a:latin typeface="Lucida Sans Typewriter" panose="020B0509030504030204" pitchFamily="49" charset="0"/>
                              <a:ea typeface="Noto Mono" panose="020B0609030804020204" pitchFamily="49" charset="0"/>
                              <a:cs typeface="Noto Mono" panose="020B0609030804020204" pitchFamily="49" charset="0"/>
                            </a:rPr>
                            <m:t>A</m:t>
                          </m:r>
                          <m:r>
                            <m:rPr>
                              <m:nor/>
                            </m:rPr>
                            <a:rPr lang="en-US" b="0" i="0" kern="0" smtClean="0">
                              <a:solidFill>
                                <a:srgbClr val="546970"/>
                              </a:solidFill>
                              <a:latin typeface="Lucida Sans Typewriter" panose="020B0509030504030204" pitchFamily="49" charset="0"/>
                              <a:ea typeface="Noto Mono" panose="020B0609030804020204" pitchFamily="49" charset="0"/>
                              <a:cs typeface="Noto Mono" panose="020B0609030804020204" pitchFamily="49" charset="0"/>
                            </a:rPr>
                            <m:t>}</m:t>
                          </m:r>
                        </m:e>
                      </m:d>
                    </m:oMath>
                  </m:oMathPara>
                </a14:m>
                <a:endParaRPr lang="en-US" b="0" kern="0" dirty="0">
                  <a:solidFill>
                    <a:srgbClr val="546970"/>
                  </a:solidFill>
                  <a:latin typeface="Lucida Sans Typewriter" panose="020B0509030504030204" pitchFamily="49" charset="0"/>
                  <a:ea typeface="Noto Mono" panose="020B0609030804020204" pitchFamily="49" charset="0"/>
                  <a:cs typeface="Noto Mono" panose="020B0609030804020204" pitchFamily="49" charset="0"/>
                </a:endParaRPr>
              </a:p>
              <a:p>
                <a:pPr>
                  <a:spcAft>
                    <a:spcPts val="500"/>
                  </a:spcAft>
                  <a:buClr>
                    <a:srgbClr val="619E64"/>
                  </a:buClr>
                  <a:buSzPct val="85000"/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kern="0" smtClean="0">
                          <a:solidFill>
                            <a:srgbClr val="546970"/>
                          </a:solidFill>
                          <a:latin typeface="Cambria Math" panose="02040503050406030204" pitchFamily="18" charset="0"/>
                          <a:ea typeface="Source Sans Pro" panose="020B0503030403020204" pitchFamily="34" charset="0"/>
                          <a:cs typeface="Calibri" panose="020F0502020204030204" pitchFamily="34" charset="0"/>
                        </a:rPr>
                        <m:t>𝑎</m:t>
                      </m:r>
                      <m:r>
                        <a:rPr lang="en-US" b="0" i="1" kern="0" smtClean="0">
                          <a:solidFill>
                            <a:srgbClr val="546970"/>
                          </a:solidFill>
                          <a:latin typeface="Cambria Math" panose="02040503050406030204" pitchFamily="18" charset="0"/>
                          <a:ea typeface="Source Sans Pro" panose="020B0503030403020204" pitchFamily="34" charset="0"/>
                          <a:cs typeface="Calibri" panose="020F0502020204030204" pitchFamily="34" charset="0"/>
                        </a:rPr>
                        <m:t>: ⟨</m:t>
                      </m:r>
                      <m:r>
                        <m:rPr>
                          <m:nor/>
                        </m:rPr>
                        <a:rPr lang="en-US" b="0" i="0" cap="small" smtClean="0">
                          <a:solidFill>
                            <a:srgbClr val="546970"/>
                          </a:solidFill>
                          <a:latin typeface="Lucida Sans Typewriter" panose="020B0509030504030204" pitchFamily="49" charset="0"/>
                          <a:ea typeface="Noto Mono" panose="020B0609030804020204" pitchFamily="49" charset="0"/>
                          <a:cs typeface="Noto Mono" panose="020B0609030804020204" pitchFamily="49" charset="0"/>
                        </a:rPr>
                        <m:t>Ans</m:t>
                      </m:r>
                      <m:r>
                        <a:rPr lang="en-US" i="1">
                          <a:solidFill>
                            <a:srgbClr val="546970"/>
                          </a:solidFill>
                          <a:latin typeface="Cambria Math" panose="02040503050406030204" pitchFamily="18" charset="0"/>
                          <a:ea typeface="Source Sans Pro" panose="020B0503030403020204" pitchFamily="34" charset="0"/>
                        </a:rPr>
                        <m:t>, </m:t>
                      </m:r>
                      <m:r>
                        <a:rPr lang="en-US" b="0" i="1" smtClean="0">
                          <a:solidFill>
                            <a:srgbClr val="546970"/>
                          </a:solidFill>
                          <a:latin typeface="Cambria Math" panose="02040503050406030204" pitchFamily="18" charset="0"/>
                          <a:ea typeface="Source Sans Pro" panose="020B0503030403020204" pitchFamily="34" charset="0"/>
                        </a:rPr>
                        <m:t>{</m:t>
                      </m:r>
                      <m:r>
                        <m:rPr>
                          <m:nor/>
                        </m:rPr>
                        <a:rPr lang="en-US" b="0" i="0" smtClean="0">
                          <a:solidFill>
                            <a:srgbClr val="546970"/>
                          </a:solidFill>
                          <a:latin typeface="Lucida Sans Typewriter" panose="020B0509030504030204" pitchFamily="49" charset="0"/>
                          <a:ea typeface="Noto Mono" panose="020B0609030804020204" pitchFamily="49" charset="0"/>
                          <a:cs typeface="Noto Mono" panose="020B0609030804020204" pitchFamily="49" charset="0"/>
                        </a:rPr>
                        <m:t>128.97.27.37</m:t>
                      </m:r>
                      <m:r>
                        <a:rPr lang="en-US" b="0" i="1" smtClean="0">
                          <a:solidFill>
                            <a:srgbClr val="546970"/>
                          </a:solidFill>
                          <a:latin typeface="Cambria Math" panose="02040503050406030204" pitchFamily="18" charset="0"/>
                          <a:ea typeface="Source Sans Pro" panose="020B0503030403020204" pitchFamily="34" charset="0"/>
                        </a:rPr>
                        <m:t>}⟩</m:t>
                      </m:r>
                    </m:oMath>
                  </m:oMathPara>
                </a14:m>
                <a:endParaRPr lang="en-US" kern="0" dirty="0">
                  <a:solidFill>
                    <a:srgbClr val="546970"/>
                  </a:solidFill>
                  <a:latin typeface="Lucida Sans Typewriter" panose="020B0509030504030204" pitchFamily="49" charset="0"/>
                  <a:ea typeface="Noto Mono" panose="020B0609030804020204" pitchFamily="49" charset="0"/>
                  <a:cs typeface="Noto Mono" panose="020B0609030804020204" pitchFamily="49" charset="0"/>
                </a:endParaRPr>
              </a:p>
            </p:txBody>
          </p:sp>
        </mc:Choice>
        <mc:Fallback>
          <p:sp>
            <p:nvSpPr>
              <p:cNvPr id="12" name="Rectangle: Rounded Corners 11">
                <a:extLst>
                  <a:ext uri="{FF2B5EF4-FFF2-40B4-BE49-F238E27FC236}">
                    <a16:creationId xmlns:a16="http://schemas.microsoft.com/office/drawing/2014/main" id="{B06987AB-1CDC-4D39-A67C-0B4A2108318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9829" y="4999807"/>
                <a:ext cx="2960231" cy="1137270"/>
              </a:xfrm>
              <a:prstGeom prst="roundRect">
                <a:avLst>
                  <a:gd name="adj" fmla="val 4626"/>
                </a:avLst>
              </a:prstGeom>
              <a:blipFill>
                <a:blip r:embed="rId7"/>
                <a:stretch>
                  <a:fillRect/>
                </a:stretch>
              </a:blipFill>
              <a:ln w="19050">
                <a:solidFill>
                  <a:srgbClr val="70838B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Rectangle: Rounded Corners 12">
                <a:extLst>
                  <a:ext uri="{FF2B5EF4-FFF2-40B4-BE49-F238E27FC236}">
                    <a16:creationId xmlns:a16="http://schemas.microsoft.com/office/drawing/2014/main" id="{C061B3F7-6AA9-476A-B756-6FAB67FBA880}"/>
                  </a:ext>
                </a:extLst>
              </p:cNvPr>
              <p:cNvSpPr/>
              <p:nvPr/>
            </p:nvSpPr>
            <p:spPr>
              <a:xfrm>
                <a:off x="3377369" y="5022667"/>
                <a:ext cx="3665499" cy="1137270"/>
              </a:xfrm>
              <a:prstGeom prst="roundRect">
                <a:avLst>
                  <a:gd name="adj" fmla="val 4626"/>
                </a:avLst>
              </a:prstGeom>
              <a:solidFill>
                <a:srgbClr val="F4F5F6"/>
              </a:solidFill>
              <a:ln w="19050">
                <a:solidFill>
                  <a:srgbClr val="70838B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wrap="square" rIns="0" rtlCol="0" anchor="ctr">
                <a:spAutoFit/>
              </a:bodyPr>
              <a:lstStyle/>
              <a:p>
                <a:pPr>
                  <a:spcAft>
                    <a:spcPts val="500"/>
                  </a:spcAft>
                  <a:buClr>
                    <a:srgbClr val="619E64"/>
                  </a:buClr>
                  <a:buSzPct val="85000"/>
                  <a:defRPr/>
                </a:pPr>
                <a14:m>
                  <m:oMath xmlns:m="http://schemas.openxmlformats.org/officeDocument/2006/math">
                    <m:r>
                      <a:rPr lang="en-US" b="0" i="1" kern="0" smtClean="0">
                        <a:solidFill>
                          <a:srgbClr val="546970"/>
                        </a:solidFill>
                        <a:latin typeface="Cambria Math" panose="02040503050406030204" pitchFamily="18" charset="0"/>
                        <a:ea typeface="Source Sans Pro" panose="020B0503030403020204" pitchFamily="34" charset="0"/>
                        <a:cs typeface="Calibri" panose="020F0502020204030204" pitchFamily="34" charset="0"/>
                      </a:rPr>
                      <m:t>𝑠</m:t>
                    </m:r>
                    <m:r>
                      <a:rPr lang="en-US" b="0" i="1" kern="0" smtClean="0">
                        <a:solidFill>
                          <a:srgbClr val="546970"/>
                        </a:solidFill>
                        <a:latin typeface="Cambria Math" panose="02040503050406030204" pitchFamily="18" charset="0"/>
                        <a:ea typeface="Source Sans Pro" panose="020B0503030403020204" pitchFamily="34" charset="0"/>
                        <a:cs typeface="Calibri" panose="020F0502020204030204" pitchFamily="34" charset="0"/>
                      </a:rPr>
                      <m:t>:</m:t>
                    </m:r>
                  </m:oMath>
                </a14:m>
                <a:r>
                  <a:rPr lang="en-US" kern="0" dirty="0">
                    <a:solidFill>
                      <a:srgbClr val="546970"/>
                    </a:solidFill>
                    <a:latin typeface="Noto Mono" panose="020B0609030804020204" pitchFamily="49" charset="0"/>
                    <a:ea typeface="Noto Mono" panose="020B0609030804020204" pitchFamily="49" charset="0"/>
                    <a:cs typeface="Noto Mono" panose="020B0609030804020204" pitchFamily="49" charset="0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kern="0">
                        <a:solidFill>
                          <a:srgbClr val="546970"/>
                        </a:solidFill>
                        <a:latin typeface="Lucida Sans Typewriter" panose="020B0509030504030204" pitchFamily="49" charset="0"/>
                        <a:ea typeface="Noto Mono" panose="020B0609030804020204" pitchFamily="49" charset="0"/>
                        <a:cs typeface="Noto Mono" panose="020B0609030804020204" pitchFamily="49" charset="0"/>
                      </a:rPr>
                      <m:t>ns</m:t>
                    </m:r>
                    <m:r>
                      <m:rPr>
                        <m:nor/>
                      </m:rPr>
                      <a:rPr lang="en-US" kern="0">
                        <a:solidFill>
                          <a:srgbClr val="546970"/>
                        </a:solidFill>
                        <a:latin typeface="Lucida Sans Typewriter" panose="020B0509030504030204" pitchFamily="49" charset="0"/>
                        <a:ea typeface="Noto Mono" panose="020B0609030804020204" pitchFamily="49" charset="0"/>
                        <a:cs typeface="Noto Mono" panose="020B0609030804020204" pitchFamily="49" charset="0"/>
                      </a:rPr>
                      <m:t>1.</m:t>
                    </m:r>
                    <m:r>
                      <m:rPr>
                        <m:nor/>
                      </m:rPr>
                      <a:rPr lang="en-US" kern="0">
                        <a:solidFill>
                          <a:srgbClr val="546970"/>
                        </a:solidFill>
                        <a:latin typeface="Lucida Sans Typewriter" panose="020B0509030504030204" pitchFamily="49" charset="0"/>
                        <a:ea typeface="Noto Mono" panose="020B0609030804020204" pitchFamily="49" charset="0"/>
                        <a:cs typeface="Noto Mono" panose="020B0609030804020204" pitchFamily="49" charset="0"/>
                      </a:rPr>
                      <m:t>edu</m:t>
                    </m:r>
                    <m:r>
                      <m:rPr>
                        <m:nor/>
                      </m:rPr>
                      <a:rPr lang="en-US" kern="0">
                        <a:solidFill>
                          <a:srgbClr val="546970"/>
                        </a:solidFill>
                        <a:latin typeface="Lucida Sans Typewriter" panose="020B0509030504030204" pitchFamily="49" charset="0"/>
                        <a:ea typeface="Noto Mono" panose="020B0609030804020204" pitchFamily="49" charset="0"/>
                        <a:cs typeface="Noto Mono" panose="020B0609030804020204" pitchFamily="49" charset="0"/>
                      </a:rPr>
                      <m:t>.</m:t>
                    </m:r>
                  </m:oMath>
                </a14:m>
                <a:endParaRPr lang="en-US" kern="0" dirty="0">
                  <a:solidFill>
                    <a:srgbClr val="546970"/>
                  </a:solidFill>
                  <a:latin typeface="Lucida Sans Typewriter" panose="020B0509030504030204" pitchFamily="49" charset="0"/>
                  <a:ea typeface="Noto Mono" panose="020B0609030804020204" pitchFamily="49" charset="0"/>
                  <a:cs typeface="Noto Mono" panose="020B0609030804020204" pitchFamily="49" charset="0"/>
                </a:endParaRPr>
              </a:p>
              <a:p>
                <a:pPr>
                  <a:lnSpc>
                    <a:spcPct val="100000"/>
                  </a:lnSpc>
                  <a:spcAft>
                    <a:spcPts val="500"/>
                  </a:spcAft>
                  <a:buClr>
                    <a:srgbClr val="619E64"/>
                  </a:buClr>
                  <a:buSzPct val="85000"/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kern="0" smtClean="0">
                          <a:solidFill>
                            <a:srgbClr val="546970"/>
                          </a:solidFill>
                          <a:latin typeface="Cambria Math" panose="02040503050406030204" pitchFamily="18" charset="0"/>
                          <a:ea typeface="Source Sans Pro" panose="020B0503030403020204" pitchFamily="34" charset="0"/>
                          <a:cs typeface="Calibri" panose="020F0502020204030204" pitchFamily="34" charset="0"/>
                        </a:rPr>
                        <m:t>𝑞</m:t>
                      </m:r>
                      <m:r>
                        <a:rPr lang="en-US" b="0" i="1" kern="0" smtClean="0">
                          <a:solidFill>
                            <a:srgbClr val="546970"/>
                          </a:solidFill>
                          <a:latin typeface="Cambria Math" panose="02040503050406030204" pitchFamily="18" charset="0"/>
                          <a:ea typeface="Source Sans Pro" panose="020B0503030403020204" pitchFamily="34" charset="0"/>
                          <a:cs typeface="Calibri" panose="020F0502020204030204" pitchFamily="34" charset="0"/>
                        </a:rPr>
                        <m:t>: </m:t>
                      </m:r>
                      <m:d>
                        <m:dPr>
                          <m:begChr m:val="⟨"/>
                          <m:endChr m:val="〉"/>
                          <m:ctrlPr>
                            <a:rPr lang="en-US" b="0" i="1" kern="0" smtClean="0">
                              <a:solidFill>
                                <a:srgbClr val="546970"/>
                              </a:solidFill>
                              <a:latin typeface="Cambria Math" panose="02040503050406030204" pitchFamily="18" charset="0"/>
                              <a:ea typeface="Source Sans Pro" panose="020B0503030403020204" pitchFamily="34" charset="0"/>
                              <a:cs typeface="Calibri" panose="020F0502020204030204" pitchFamily="34" charset="0"/>
                            </a:rPr>
                          </m:ctrlPr>
                        </m:dPr>
                        <m:e>
                          <m:r>
                            <a:rPr lang="en-US" b="0" i="1" kern="0" smtClean="0">
                              <a:solidFill>
                                <a:srgbClr val="546970"/>
                              </a:solidFill>
                              <a:latin typeface="Cambria Math" panose="02040503050406030204" pitchFamily="18" charset="0"/>
                              <a:ea typeface="Source Sans Pro" panose="020B0503030403020204" pitchFamily="34" charset="0"/>
                              <a:cs typeface="Calibri" panose="020F0502020204030204" pitchFamily="34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b="0" i="0" kern="0" smtClean="0">
                              <a:solidFill>
                                <a:srgbClr val="546970"/>
                              </a:solidFill>
                              <a:latin typeface="Lucida Sans Typewriter" panose="020B0509030504030204" pitchFamily="49" charset="0"/>
                              <a:ea typeface="Noto Mono" panose="020B0609030804020204" pitchFamily="49" charset="0"/>
                              <a:cs typeface="Noto Mono" panose="020B0609030804020204" pitchFamily="49" charset="0"/>
                            </a:rPr>
                            <m:t>www</m:t>
                          </m:r>
                          <m:r>
                            <m:rPr>
                              <m:nor/>
                            </m:rPr>
                            <a:rPr lang="en-US" b="0" i="0" kern="0" smtClean="0">
                              <a:solidFill>
                                <a:srgbClr val="546970"/>
                              </a:solidFill>
                              <a:latin typeface="Lucida Sans Typewriter" panose="020B0509030504030204" pitchFamily="49" charset="0"/>
                              <a:ea typeface="Noto Mono" panose="020B0609030804020204" pitchFamily="49" charset="0"/>
                              <a:cs typeface="Noto Mono" panose="020B0609030804020204" pitchFamily="49" charset="0"/>
                            </a:rPr>
                            <m:t>.</m:t>
                          </m:r>
                          <m:r>
                            <m:rPr>
                              <m:nor/>
                            </m:rPr>
                            <a:rPr lang="en-US" b="0" i="0" kern="0" smtClean="0">
                              <a:solidFill>
                                <a:srgbClr val="546970"/>
                              </a:solidFill>
                              <a:latin typeface="Lucida Sans Typewriter" panose="020B0509030504030204" pitchFamily="49" charset="0"/>
                              <a:ea typeface="Noto Mono" panose="020B0609030804020204" pitchFamily="49" charset="0"/>
                              <a:cs typeface="Noto Mono" panose="020B0609030804020204" pitchFamily="49" charset="0"/>
                            </a:rPr>
                            <m:t>ucla</m:t>
                          </m:r>
                          <m:r>
                            <m:rPr>
                              <m:nor/>
                            </m:rPr>
                            <a:rPr lang="en-US" b="0" i="0" kern="0" smtClean="0">
                              <a:solidFill>
                                <a:srgbClr val="546970"/>
                              </a:solidFill>
                              <a:latin typeface="Lucida Sans Typewriter" panose="020B0509030504030204" pitchFamily="49" charset="0"/>
                              <a:ea typeface="Noto Mono" panose="020B0609030804020204" pitchFamily="49" charset="0"/>
                              <a:cs typeface="Noto Mono" panose="020B0609030804020204" pitchFamily="49" charset="0"/>
                            </a:rPr>
                            <m:t>.</m:t>
                          </m:r>
                          <m:r>
                            <m:rPr>
                              <m:nor/>
                            </m:rPr>
                            <a:rPr lang="en-US" b="0" i="0" kern="0" smtClean="0">
                              <a:solidFill>
                                <a:srgbClr val="546970"/>
                              </a:solidFill>
                              <a:latin typeface="Lucida Sans Typewriter" panose="020B0509030504030204" pitchFamily="49" charset="0"/>
                              <a:ea typeface="Noto Mono" panose="020B0609030804020204" pitchFamily="49" charset="0"/>
                              <a:cs typeface="Noto Mono" panose="020B0609030804020204" pitchFamily="49" charset="0"/>
                            </a:rPr>
                            <m:t>edu</m:t>
                          </m:r>
                          <m:r>
                            <m:rPr>
                              <m:nor/>
                            </m:rPr>
                            <a:rPr lang="en-US" b="0" i="0" kern="0" smtClean="0">
                              <a:solidFill>
                                <a:srgbClr val="546970"/>
                              </a:solidFill>
                              <a:latin typeface="Lucida Sans Typewriter" panose="020B0509030504030204" pitchFamily="49" charset="0"/>
                              <a:ea typeface="Noto Mono" panose="020B0609030804020204" pitchFamily="49" charset="0"/>
                              <a:cs typeface="Noto Mono" panose="020B0609030804020204" pitchFamily="49" charset="0"/>
                            </a:rPr>
                            <m:t>.,{</m:t>
                          </m:r>
                          <m:r>
                            <m:rPr>
                              <m:nor/>
                            </m:rPr>
                            <a:rPr lang="en-US" b="0" i="0" kern="0" smtClean="0">
                              <a:solidFill>
                                <a:srgbClr val="546970"/>
                              </a:solidFill>
                              <a:latin typeface="Lucida Sans Typewriter" panose="020B0509030504030204" pitchFamily="49" charset="0"/>
                              <a:ea typeface="Noto Mono" panose="020B0609030804020204" pitchFamily="49" charset="0"/>
                              <a:cs typeface="Noto Mono" panose="020B0609030804020204" pitchFamily="49" charset="0"/>
                            </a:rPr>
                            <m:t>NS</m:t>
                          </m:r>
                          <m:r>
                            <m:rPr>
                              <m:nor/>
                            </m:rPr>
                            <a:rPr lang="en-US" b="0" i="0" kern="0" smtClean="0">
                              <a:solidFill>
                                <a:srgbClr val="546970"/>
                              </a:solidFill>
                              <a:latin typeface="Lucida Sans Typewriter" panose="020B0509030504030204" pitchFamily="49" charset="0"/>
                              <a:ea typeface="Noto Mono" panose="020B0609030804020204" pitchFamily="49" charset="0"/>
                              <a:cs typeface="Noto Mono" panose="020B0609030804020204" pitchFamily="49" charset="0"/>
                            </a:rPr>
                            <m:t>,</m:t>
                          </m:r>
                          <m:r>
                            <m:rPr>
                              <m:nor/>
                            </m:rPr>
                            <a:rPr lang="en-US" b="0" i="0" kern="0" smtClean="0">
                              <a:solidFill>
                                <a:srgbClr val="546970"/>
                              </a:solidFill>
                              <a:latin typeface="Lucida Sans Typewriter" panose="020B0509030504030204" pitchFamily="49" charset="0"/>
                              <a:ea typeface="Noto Mono" panose="020B0609030804020204" pitchFamily="49" charset="0"/>
                              <a:cs typeface="Noto Mono" panose="020B0609030804020204" pitchFamily="49" charset="0"/>
                            </a:rPr>
                            <m:t>TXT</m:t>
                          </m:r>
                          <m:r>
                            <m:rPr>
                              <m:nor/>
                            </m:rPr>
                            <a:rPr lang="en-US" b="0" i="0" kern="0" smtClean="0">
                              <a:solidFill>
                                <a:srgbClr val="546970"/>
                              </a:solidFill>
                              <a:latin typeface="Lucida Sans Typewriter" panose="020B0509030504030204" pitchFamily="49" charset="0"/>
                              <a:ea typeface="Noto Mono" panose="020B0609030804020204" pitchFamily="49" charset="0"/>
                              <a:cs typeface="Noto Mono" panose="020B0609030804020204" pitchFamily="49" charset="0"/>
                            </a:rPr>
                            <m:t>}</m:t>
                          </m:r>
                        </m:e>
                      </m:d>
                    </m:oMath>
                  </m:oMathPara>
                </a14:m>
                <a:endParaRPr lang="en-US" b="0" kern="0" dirty="0">
                  <a:solidFill>
                    <a:srgbClr val="546970"/>
                  </a:solidFill>
                  <a:latin typeface="Lucida Sans Typewriter" panose="020B0509030504030204" pitchFamily="49" charset="0"/>
                  <a:ea typeface="Noto Mono" panose="020B0609030804020204" pitchFamily="49" charset="0"/>
                  <a:cs typeface="Noto Mono" panose="020B0609030804020204" pitchFamily="49" charset="0"/>
                </a:endParaRPr>
              </a:p>
              <a:p>
                <a:pPr>
                  <a:spcAft>
                    <a:spcPts val="500"/>
                  </a:spcAft>
                  <a:buClr>
                    <a:srgbClr val="619E64"/>
                  </a:buClr>
                  <a:buSzPct val="85000"/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kern="0" smtClean="0">
                          <a:solidFill>
                            <a:srgbClr val="546970"/>
                          </a:solidFill>
                          <a:latin typeface="Cambria Math" panose="02040503050406030204" pitchFamily="18" charset="0"/>
                          <a:ea typeface="Source Sans Pro" panose="020B0503030403020204" pitchFamily="34" charset="0"/>
                          <a:cs typeface="Calibri" panose="020F0502020204030204" pitchFamily="34" charset="0"/>
                        </a:rPr>
                        <m:t>𝑎</m:t>
                      </m:r>
                      <m:r>
                        <a:rPr lang="en-US" b="0" i="1" kern="0" smtClean="0">
                          <a:solidFill>
                            <a:srgbClr val="546970"/>
                          </a:solidFill>
                          <a:latin typeface="Cambria Math" panose="02040503050406030204" pitchFamily="18" charset="0"/>
                          <a:ea typeface="Source Sans Pro" panose="020B0503030403020204" pitchFamily="34" charset="0"/>
                          <a:cs typeface="Calibri" panose="020F0502020204030204" pitchFamily="34" charset="0"/>
                        </a:rPr>
                        <m:t>: ⟨</m:t>
                      </m:r>
                      <m:r>
                        <m:rPr>
                          <m:nor/>
                        </m:rPr>
                        <a:rPr lang="en-US" b="0" i="0" cap="small" smtClean="0">
                          <a:solidFill>
                            <a:srgbClr val="546970"/>
                          </a:solidFill>
                          <a:latin typeface="Lucida Sans Typewriter" panose="020B0509030504030204" pitchFamily="49" charset="0"/>
                          <a:ea typeface="Noto Mono" panose="020B0609030804020204" pitchFamily="49" charset="0"/>
                          <a:cs typeface="Noto Mono" panose="020B0609030804020204" pitchFamily="49" charset="0"/>
                        </a:rPr>
                        <m:t>Ans</m:t>
                      </m:r>
                      <m:r>
                        <a:rPr lang="en-US" i="1">
                          <a:solidFill>
                            <a:srgbClr val="546970"/>
                          </a:solidFill>
                          <a:latin typeface="Cambria Math" panose="02040503050406030204" pitchFamily="18" charset="0"/>
                          <a:ea typeface="Source Sans Pro" panose="020B0503030403020204" pitchFamily="34" charset="0"/>
                        </a:rPr>
                        <m:t>, </m:t>
                      </m:r>
                      <m:r>
                        <a:rPr lang="en-US" b="0" i="1" smtClean="0">
                          <a:solidFill>
                            <a:srgbClr val="546970"/>
                          </a:solidFill>
                          <a:latin typeface="Cambria Math" panose="02040503050406030204" pitchFamily="18" charset="0"/>
                          <a:ea typeface="Source Sans Pro" panose="020B0503030403020204" pitchFamily="34" charset="0"/>
                        </a:rPr>
                        <m:t>∅⟩</m:t>
                      </m:r>
                    </m:oMath>
                  </m:oMathPara>
                </a14:m>
                <a:endParaRPr lang="en-US" kern="0" dirty="0">
                  <a:solidFill>
                    <a:srgbClr val="546970"/>
                  </a:solidFill>
                  <a:latin typeface="Lucida Sans Typewriter" panose="020B0509030504030204" pitchFamily="49" charset="0"/>
                  <a:ea typeface="Noto Mono" panose="020B0609030804020204" pitchFamily="49" charset="0"/>
                  <a:cs typeface="Noto Mono" panose="020B0609030804020204" pitchFamily="49" charset="0"/>
                </a:endParaRPr>
              </a:p>
            </p:txBody>
          </p:sp>
        </mc:Choice>
        <mc:Fallback>
          <p:sp>
            <p:nvSpPr>
              <p:cNvPr id="13" name="Rectangle: Rounded Corners 12">
                <a:extLst>
                  <a:ext uri="{FF2B5EF4-FFF2-40B4-BE49-F238E27FC236}">
                    <a16:creationId xmlns:a16="http://schemas.microsoft.com/office/drawing/2014/main" id="{C061B3F7-6AA9-476A-B756-6FAB67FBA88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77369" y="5022667"/>
                <a:ext cx="3665499" cy="1137270"/>
              </a:xfrm>
              <a:prstGeom prst="roundRect">
                <a:avLst>
                  <a:gd name="adj" fmla="val 4626"/>
                </a:avLst>
              </a:prstGeom>
              <a:blipFill>
                <a:blip r:embed="rId8"/>
                <a:stretch>
                  <a:fillRect/>
                </a:stretch>
              </a:blipFill>
              <a:ln w="19050">
                <a:solidFill>
                  <a:srgbClr val="70838B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745851B6-4918-4E88-8449-C0FF97CFD6D2}"/>
              </a:ext>
            </a:extLst>
          </p:cNvPr>
          <p:cNvCxnSpPr>
            <a:cxnSpLocks/>
            <a:endCxn id="13" idx="0"/>
          </p:cNvCxnSpPr>
          <p:nvPr/>
        </p:nvCxnSpPr>
        <p:spPr>
          <a:xfrm>
            <a:off x="2813629" y="4365498"/>
            <a:ext cx="2396490" cy="657169"/>
          </a:xfrm>
          <a:prstGeom prst="straightConnector1">
            <a:avLst/>
          </a:prstGeom>
          <a:ln w="28575">
            <a:solidFill>
              <a:srgbClr val="54697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AD944116-1AD9-4231-B603-9A789F2EFE7A}"/>
              </a:ext>
            </a:extLst>
          </p:cNvPr>
          <p:cNvCxnSpPr>
            <a:cxnSpLocks/>
          </p:cNvCxnSpPr>
          <p:nvPr/>
        </p:nvCxnSpPr>
        <p:spPr>
          <a:xfrm flipH="1">
            <a:off x="1679945" y="4365498"/>
            <a:ext cx="1133684" cy="634309"/>
          </a:xfrm>
          <a:prstGeom prst="straightConnector1">
            <a:avLst/>
          </a:prstGeom>
          <a:ln w="28575">
            <a:solidFill>
              <a:srgbClr val="54697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ED0FC99C-FA54-490E-B792-DED24FC8F13D}"/>
              </a:ext>
            </a:extLst>
          </p:cNvPr>
          <p:cNvSpPr/>
          <p:nvPr/>
        </p:nvSpPr>
        <p:spPr>
          <a:xfrm>
            <a:off x="228211" y="1168214"/>
            <a:ext cx="3246509" cy="932259"/>
          </a:xfrm>
          <a:prstGeom prst="roundRect">
            <a:avLst>
              <a:gd name="adj" fmla="val 1871"/>
            </a:avLst>
          </a:prstGeom>
          <a:solidFill>
            <a:srgbClr val="FFF9F9"/>
          </a:solidFill>
          <a:ln w="19050">
            <a:solidFill>
              <a:srgbClr val="7030A0"/>
            </a:solidFill>
          </a:ln>
          <a:effectLst>
            <a:outerShdw blurRad="508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r>
              <a:rPr lang="en-US" b="1">
                <a:solidFill>
                  <a:srgbClr val="7030A0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Answer Consistency </a:t>
            </a:r>
            <a:endParaRPr lang="en-US">
              <a:solidFill>
                <a:srgbClr val="7030A0"/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r>
              <a:rPr lang="en-US">
                <a:solidFill>
                  <a:srgbClr val="7030A0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Different sink nodes must return same answer</a:t>
            </a:r>
          </a:p>
        </p:txBody>
      </p:sp>
      <p:sp>
        <p:nvSpPr>
          <p:cNvPr id="4" name="Google Shape;65;p14">
            <a:extLst>
              <a:ext uri="{FF2B5EF4-FFF2-40B4-BE49-F238E27FC236}">
                <a16:creationId xmlns:a16="http://schemas.microsoft.com/office/drawing/2014/main" id="{884D1C04-C8F8-40CE-97BE-EA07C6644242}"/>
              </a:ext>
            </a:extLst>
          </p:cNvPr>
          <p:cNvSpPr txBox="1">
            <a:spLocks/>
          </p:cNvSpPr>
          <p:nvPr/>
        </p:nvSpPr>
        <p:spPr>
          <a:xfrm>
            <a:off x="3734316" y="209319"/>
            <a:ext cx="4723369" cy="800179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121900" tIns="121900" rIns="121900" bIns="12190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 b="0" i="0" u="none" strike="noStrike" cap="non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 b="0" i="0" u="none" strike="noStrike" cap="non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 b="0" i="0" u="none" strike="noStrike" cap="non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 b="0" i="0" u="none" strike="noStrike" cap="non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 b="0" i="0" u="none" strike="noStrike" cap="non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 b="0" i="0" u="none" strike="noStrike" cap="non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 b="0" i="0" u="none" strike="noStrike" cap="non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 b="0" i="0" u="none" strike="noStrike" cap="non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 b="0" i="0" u="none" strike="noStrike" cap="non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9pPr>
          </a:lstStyle>
          <a:p>
            <a:pPr defTabSz="914400"/>
            <a:r>
              <a:rPr lang="en-US" sz="3600" b="1" kern="0" dirty="0">
                <a:solidFill>
                  <a:srgbClr val="546970"/>
                </a:solidFill>
                <a:latin typeface="Bookman Old Style" panose="02050604050505020204" pitchFamily="18" charset="0"/>
              </a:rPr>
              <a:t>Property Checking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29285498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FB8A0090-BA36-4635-8623-C8290B056046}"/>
              </a:ext>
            </a:extLst>
          </p:cNvPr>
          <p:cNvSpPr/>
          <p:nvPr/>
        </p:nvSpPr>
        <p:spPr>
          <a:xfrm flipV="1">
            <a:off x="4145001" y="886094"/>
            <a:ext cx="3901998" cy="27432"/>
          </a:xfrm>
          <a:prstGeom prst="roundRect">
            <a:avLst/>
          </a:prstGeom>
          <a:solidFill>
            <a:srgbClr val="26A69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Rectangle: Rounded Corners 7">
                <a:extLst>
                  <a:ext uri="{FF2B5EF4-FFF2-40B4-BE49-F238E27FC236}">
                    <a16:creationId xmlns:a16="http://schemas.microsoft.com/office/drawing/2014/main" id="{C48325F7-6294-4E56-BF88-EC2D19AFAE76}"/>
                  </a:ext>
                </a:extLst>
              </p:cNvPr>
              <p:cNvSpPr/>
              <p:nvPr/>
            </p:nvSpPr>
            <p:spPr>
              <a:xfrm>
                <a:off x="3644068" y="1463080"/>
                <a:ext cx="3718839" cy="1137270"/>
              </a:xfrm>
              <a:prstGeom prst="roundRect">
                <a:avLst>
                  <a:gd name="adj" fmla="val 4626"/>
                </a:avLst>
              </a:prstGeom>
              <a:solidFill>
                <a:srgbClr val="F4F5F6"/>
              </a:solidFill>
              <a:ln w="19050">
                <a:solidFill>
                  <a:srgbClr val="70838B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wrap="square" rtlCol="0" anchor="ctr">
                <a:spAutoFit/>
              </a:bodyPr>
              <a:lstStyle/>
              <a:p>
                <a:pPr>
                  <a:lnSpc>
                    <a:spcPct val="100000"/>
                  </a:lnSpc>
                  <a:spcAft>
                    <a:spcPts val="500"/>
                  </a:spcAft>
                  <a:buClr>
                    <a:srgbClr val="619E64"/>
                  </a:buClr>
                  <a:buSzPct val="85000"/>
                  <a:defRPr/>
                </a:pPr>
                <a14:m>
                  <m:oMath xmlns:m="http://schemas.openxmlformats.org/officeDocument/2006/math">
                    <m:r>
                      <a:rPr lang="en-US" b="0" i="1" kern="0" smtClean="0">
                        <a:solidFill>
                          <a:srgbClr val="546970"/>
                        </a:solidFill>
                        <a:latin typeface="Cambria Math" panose="02040503050406030204" pitchFamily="18" charset="0"/>
                        <a:ea typeface="Source Sans Pro" panose="020B0503030403020204" pitchFamily="34" charset="0"/>
                        <a:cs typeface="Calibri" panose="020F0502020204030204" pitchFamily="34" charset="0"/>
                      </a:rPr>
                      <m:t>𝑠</m:t>
                    </m:r>
                    <m:r>
                      <a:rPr lang="en-US" b="0" i="1" kern="0" smtClean="0">
                        <a:solidFill>
                          <a:srgbClr val="546970"/>
                        </a:solidFill>
                        <a:latin typeface="Cambria Math" panose="02040503050406030204" pitchFamily="18" charset="0"/>
                        <a:ea typeface="Source Sans Pro" panose="020B0503030403020204" pitchFamily="34" charset="0"/>
                        <a:cs typeface="Calibri" panose="020F0502020204030204" pitchFamily="34" charset="0"/>
                      </a:rPr>
                      <m:t>:</m:t>
                    </m:r>
                  </m:oMath>
                </a14:m>
                <a:r>
                  <a:rPr lang="en-US" kern="0" dirty="0">
                    <a:solidFill>
                      <a:srgbClr val="546970"/>
                    </a:solidFill>
                    <a:latin typeface="Noto Mono" panose="020B0609030804020204" pitchFamily="49" charset="0"/>
                    <a:ea typeface="Noto Mono" panose="020B0609030804020204" pitchFamily="49" charset="0"/>
                    <a:cs typeface="Noto Mono" panose="020B0609030804020204" pitchFamily="49" charset="0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b="0" i="0" kern="0" smtClean="0">
                        <a:solidFill>
                          <a:srgbClr val="546970"/>
                        </a:solidFill>
                        <a:latin typeface="Lucida Sans Typewriter" panose="020B0509030504030204" pitchFamily="49" charset="0"/>
                        <a:ea typeface="Noto Mono" panose="020B0609030804020204" pitchFamily="49" charset="0"/>
                        <a:cs typeface="Noto Mono" panose="020B0609030804020204" pitchFamily="49" charset="0"/>
                      </a:rPr>
                      <m:t>a</m:t>
                    </m:r>
                    <m:r>
                      <m:rPr>
                        <m:nor/>
                      </m:rPr>
                      <a:rPr lang="en-US" b="0" i="0" kern="0" smtClean="0">
                        <a:solidFill>
                          <a:srgbClr val="546970"/>
                        </a:solidFill>
                        <a:latin typeface="Lucida Sans Typewriter" panose="020B0509030504030204" pitchFamily="49" charset="0"/>
                        <a:ea typeface="Noto Mono" panose="020B0609030804020204" pitchFamily="49" charset="0"/>
                        <a:cs typeface="Noto Mono" panose="020B0609030804020204" pitchFamily="49" charset="0"/>
                      </a:rPr>
                      <m:t>.</m:t>
                    </m:r>
                    <m:r>
                      <m:rPr>
                        <m:nor/>
                      </m:rPr>
                      <a:rPr lang="en-US" b="0" i="0" kern="0" smtClean="0">
                        <a:solidFill>
                          <a:srgbClr val="546970"/>
                        </a:solidFill>
                        <a:latin typeface="Lucida Sans Typewriter" panose="020B0509030504030204" pitchFamily="49" charset="0"/>
                        <a:ea typeface="Noto Mono" panose="020B0609030804020204" pitchFamily="49" charset="0"/>
                        <a:cs typeface="Noto Mono" panose="020B0609030804020204" pitchFamily="49" charset="0"/>
                      </a:rPr>
                      <m:t>edu</m:t>
                    </m:r>
                    <m:r>
                      <m:rPr>
                        <m:nor/>
                      </m:rPr>
                      <a:rPr lang="en-US" b="0" i="0" kern="0" smtClean="0">
                        <a:solidFill>
                          <a:srgbClr val="546970"/>
                        </a:solidFill>
                        <a:latin typeface="Lucida Sans Typewriter" panose="020B0509030504030204" pitchFamily="49" charset="0"/>
                        <a:ea typeface="Noto Mono" panose="020B0609030804020204" pitchFamily="49" charset="0"/>
                        <a:cs typeface="Noto Mono" panose="020B0609030804020204" pitchFamily="49" charset="0"/>
                      </a:rPr>
                      <m:t>.</m:t>
                    </m:r>
                    <m:r>
                      <m:rPr>
                        <m:nor/>
                      </m:rPr>
                      <a:rPr lang="en-US" b="0" i="0" kern="0" smtClean="0">
                        <a:solidFill>
                          <a:srgbClr val="546970"/>
                        </a:solidFill>
                        <a:latin typeface="Lucida Sans Typewriter" panose="020B0509030504030204" pitchFamily="49" charset="0"/>
                        <a:ea typeface="Noto Mono" panose="020B0609030804020204" pitchFamily="49" charset="0"/>
                        <a:cs typeface="Noto Mono" panose="020B0609030804020204" pitchFamily="49" charset="0"/>
                      </a:rPr>
                      <m:t>net</m:t>
                    </m:r>
                  </m:oMath>
                </a14:m>
                <a:r>
                  <a:rPr lang="en-US" kern="0" dirty="0">
                    <a:solidFill>
                      <a:srgbClr val="546970"/>
                    </a:solidFill>
                    <a:latin typeface="Lucida Sans Typewriter" panose="020B0509030504030204" pitchFamily="49" charset="0"/>
                    <a:ea typeface="Noto Mono" panose="020B0609030804020204" pitchFamily="49" charset="0"/>
                    <a:cs typeface="Noto Mono" panose="020B0609030804020204" pitchFamily="49" charset="0"/>
                  </a:rPr>
                  <a:t>.</a:t>
                </a:r>
              </a:p>
              <a:p>
                <a:pPr>
                  <a:lnSpc>
                    <a:spcPct val="100000"/>
                  </a:lnSpc>
                  <a:spcAft>
                    <a:spcPts val="500"/>
                  </a:spcAft>
                  <a:buClr>
                    <a:srgbClr val="619E64"/>
                  </a:buClr>
                  <a:buSzPct val="85000"/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kern="0" smtClean="0">
                          <a:solidFill>
                            <a:srgbClr val="546970"/>
                          </a:solidFill>
                          <a:latin typeface="Cambria Math" panose="02040503050406030204" pitchFamily="18" charset="0"/>
                          <a:ea typeface="Source Sans Pro" panose="020B0503030403020204" pitchFamily="34" charset="0"/>
                          <a:cs typeface="Calibri" panose="020F0502020204030204" pitchFamily="34" charset="0"/>
                        </a:rPr>
                        <m:t>𝑞</m:t>
                      </m:r>
                      <m:r>
                        <a:rPr lang="en-US" b="0" i="1" kern="0" smtClean="0">
                          <a:solidFill>
                            <a:srgbClr val="546970"/>
                          </a:solidFill>
                          <a:latin typeface="Cambria Math" panose="02040503050406030204" pitchFamily="18" charset="0"/>
                          <a:ea typeface="Source Sans Pro" panose="020B0503030403020204" pitchFamily="34" charset="0"/>
                          <a:cs typeface="Calibri" panose="020F0502020204030204" pitchFamily="34" charset="0"/>
                        </a:rPr>
                        <m:t>: </m:t>
                      </m:r>
                      <m:d>
                        <m:dPr>
                          <m:begChr m:val="⟨"/>
                          <m:endChr m:val="〉"/>
                          <m:ctrlPr>
                            <a:rPr lang="en-US" b="0" i="1" kern="0" smtClean="0">
                              <a:solidFill>
                                <a:srgbClr val="546970"/>
                              </a:solidFill>
                              <a:latin typeface="Cambria Math" panose="02040503050406030204" pitchFamily="18" charset="0"/>
                              <a:ea typeface="Source Sans Pro" panose="020B0503030403020204" pitchFamily="34" charset="0"/>
                              <a:cs typeface="Calibri" panose="020F0502020204030204" pitchFamily="34" charset="0"/>
                            </a:rPr>
                          </m:ctrlPr>
                        </m:dPr>
                        <m:e>
                          <m:r>
                            <a:rPr lang="en-US" b="0" i="1" kern="0" smtClean="0">
                              <a:solidFill>
                                <a:srgbClr val="546970"/>
                              </a:solidFill>
                              <a:latin typeface="Cambria Math" panose="02040503050406030204" pitchFamily="18" charset="0"/>
                              <a:ea typeface="Source Sans Pro" panose="020B0503030403020204" pitchFamily="34" charset="0"/>
                              <a:cs typeface="Calibri" panose="020F0502020204030204" pitchFamily="34" charset="0"/>
                            </a:rPr>
                            <m:t> </m:t>
                          </m:r>
                          <m:r>
                            <a:rPr lang="en-US" b="0" i="1" kern="0" smtClean="0">
                              <a:solidFill>
                                <a:srgbClr val="546970"/>
                              </a:solidFill>
                              <a:latin typeface="Cambria Math" panose="02040503050406030204" pitchFamily="18" charset="0"/>
                              <a:ea typeface="Source Sans Pro" panose="020B0503030403020204" pitchFamily="34" charset="0"/>
                              <a:cs typeface="Calibri" panose="020F0502020204030204" pitchFamily="34" charset="0"/>
                            </a:rPr>
                            <m:t>𝛼</m:t>
                          </m:r>
                          <m:r>
                            <m:rPr>
                              <m:nor/>
                            </m:rPr>
                            <a:rPr lang="en-US" b="0" i="0" kern="0" smtClean="0">
                              <a:solidFill>
                                <a:srgbClr val="546970"/>
                              </a:solidFill>
                              <a:latin typeface="Lucida Sans Typewriter" panose="020B0509030504030204" pitchFamily="49" charset="0"/>
                              <a:ea typeface="Noto Mono" panose="020B0609030804020204" pitchFamily="49" charset="0"/>
                              <a:cs typeface="Noto Mono" panose="020B0609030804020204" pitchFamily="49" charset="0"/>
                            </a:rPr>
                            <m:t>.</m:t>
                          </m:r>
                          <m:r>
                            <m:rPr>
                              <m:nor/>
                            </m:rPr>
                            <a:rPr lang="en-US" b="0" i="0" kern="0" smtClean="0">
                              <a:solidFill>
                                <a:srgbClr val="546970"/>
                              </a:solidFill>
                              <a:latin typeface="Lucida Sans Typewriter" panose="020B0509030504030204" pitchFamily="49" charset="0"/>
                              <a:ea typeface="Noto Mono" panose="020B0609030804020204" pitchFamily="49" charset="0"/>
                              <a:cs typeface="Noto Mono" panose="020B0609030804020204" pitchFamily="49" charset="0"/>
                            </a:rPr>
                            <m:t>ucla</m:t>
                          </m:r>
                          <m:r>
                            <m:rPr>
                              <m:nor/>
                            </m:rPr>
                            <a:rPr lang="en-US" b="0" i="0" kern="0" smtClean="0">
                              <a:solidFill>
                                <a:srgbClr val="546970"/>
                              </a:solidFill>
                              <a:latin typeface="Lucida Sans Typewriter" panose="020B0509030504030204" pitchFamily="49" charset="0"/>
                              <a:ea typeface="Noto Mono" panose="020B0609030804020204" pitchFamily="49" charset="0"/>
                              <a:cs typeface="Noto Mono" panose="020B0609030804020204" pitchFamily="49" charset="0"/>
                            </a:rPr>
                            <m:t>.</m:t>
                          </m:r>
                          <m:r>
                            <m:rPr>
                              <m:nor/>
                            </m:rPr>
                            <a:rPr lang="en-US" b="0" i="0" kern="0" smtClean="0">
                              <a:solidFill>
                                <a:srgbClr val="546970"/>
                              </a:solidFill>
                              <a:latin typeface="Lucida Sans Typewriter" panose="020B0509030504030204" pitchFamily="49" charset="0"/>
                              <a:ea typeface="Noto Mono" panose="020B0609030804020204" pitchFamily="49" charset="0"/>
                              <a:cs typeface="Noto Mono" panose="020B0609030804020204" pitchFamily="49" charset="0"/>
                            </a:rPr>
                            <m:t>edu</m:t>
                          </m:r>
                          <m:r>
                            <m:rPr>
                              <m:nor/>
                            </m:rPr>
                            <a:rPr lang="en-US" b="0" i="0" kern="0" smtClean="0">
                              <a:solidFill>
                                <a:srgbClr val="546970"/>
                              </a:solidFill>
                              <a:latin typeface="Lucida Sans Typewriter" panose="020B0509030504030204" pitchFamily="49" charset="0"/>
                              <a:ea typeface="Noto Mono" panose="020B0609030804020204" pitchFamily="49" charset="0"/>
                              <a:cs typeface="Noto Mono" panose="020B0609030804020204" pitchFamily="49" charset="0"/>
                            </a:rPr>
                            <m:t>.,{</m:t>
                          </m:r>
                          <m:r>
                            <m:rPr>
                              <m:nor/>
                            </m:rPr>
                            <a:rPr lang="en-US" b="0" i="0" kern="0" smtClean="0">
                              <a:solidFill>
                                <a:srgbClr val="546970"/>
                              </a:solidFill>
                              <a:latin typeface="Lucida Sans Typewriter" panose="020B0509030504030204" pitchFamily="49" charset="0"/>
                              <a:ea typeface="Noto Mono" panose="020B0609030804020204" pitchFamily="49" charset="0"/>
                              <a:cs typeface="Noto Mono" panose="020B0609030804020204" pitchFamily="49" charset="0"/>
                            </a:rPr>
                            <m:t>A</m:t>
                          </m:r>
                          <m:r>
                            <m:rPr>
                              <m:nor/>
                            </m:rPr>
                            <a:rPr lang="en-US" b="0" i="0" kern="0" smtClean="0">
                              <a:solidFill>
                                <a:srgbClr val="546970"/>
                              </a:solidFill>
                              <a:latin typeface="Lucida Sans Typewriter" panose="020B0509030504030204" pitchFamily="49" charset="0"/>
                              <a:ea typeface="Noto Mono" panose="020B0609030804020204" pitchFamily="49" charset="0"/>
                              <a:cs typeface="Noto Mono" panose="020B0609030804020204" pitchFamily="49" charset="0"/>
                            </a:rPr>
                            <m:t>,</m:t>
                          </m:r>
                          <m:r>
                            <m:rPr>
                              <m:nor/>
                            </m:rPr>
                            <a:rPr lang="en-US" b="0" i="0" kern="0" smtClean="0">
                              <a:solidFill>
                                <a:srgbClr val="546970"/>
                              </a:solidFill>
                              <a:latin typeface="Lucida Sans Typewriter" panose="020B0509030504030204" pitchFamily="49" charset="0"/>
                              <a:ea typeface="Noto Mono" panose="020B0609030804020204" pitchFamily="49" charset="0"/>
                              <a:cs typeface="Noto Mono" panose="020B0609030804020204" pitchFamily="49" charset="0"/>
                            </a:rPr>
                            <m:t>NS</m:t>
                          </m:r>
                          <m:r>
                            <m:rPr>
                              <m:nor/>
                            </m:rPr>
                            <a:rPr lang="en-US" b="0" i="0" kern="0" smtClean="0">
                              <a:solidFill>
                                <a:srgbClr val="546970"/>
                              </a:solidFill>
                              <a:latin typeface="Lucida Sans Typewriter" panose="020B0509030504030204" pitchFamily="49" charset="0"/>
                              <a:ea typeface="Noto Mono" panose="020B0609030804020204" pitchFamily="49" charset="0"/>
                              <a:cs typeface="Noto Mono" panose="020B0609030804020204" pitchFamily="49" charset="0"/>
                            </a:rPr>
                            <m:t>,</m:t>
                          </m:r>
                          <m:r>
                            <m:rPr>
                              <m:nor/>
                            </m:rPr>
                            <a:rPr lang="en-US" b="0" i="0" kern="0" smtClean="0">
                              <a:solidFill>
                                <a:srgbClr val="546970"/>
                              </a:solidFill>
                              <a:latin typeface="Lucida Sans Typewriter" panose="020B0509030504030204" pitchFamily="49" charset="0"/>
                              <a:ea typeface="Noto Mono" panose="020B0609030804020204" pitchFamily="49" charset="0"/>
                              <a:cs typeface="Noto Mono" panose="020B0609030804020204" pitchFamily="49" charset="0"/>
                            </a:rPr>
                            <m:t>TXT</m:t>
                          </m:r>
                          <m:r>
                            <m:rPr>
                              <m:nor/>
                            </m:rPr>
                            <a:rPr lang="en-US" b="0" i="0" kern="0" smtClean="0">
                              <a:solidFill>
                                <a:srgbClr val="546970"/>
                              </a:solidFill>
                              <a:latin typeface="Lucida Sans Typewriter" panose="020B0509030504030204" pitchFamily="49" charset="0"/>
                              <a:ea typeface="Noto Mono" panose="020B0609030804020204" pitchFamily="49" charset="0"/>
                              <a:cs typeface="Noto Mono" panose="020B0609030804020204" pitchFamily="49" charset="0"/>
                            </a:rPr>
                            <m:t>}</m:t>
                          </m:r>
                        </m:e>
                      </m:d>
                    </m:oMath>
                  </m:oMathPara>
                </a14:m>
                <a:endParaRPr lang="en-US" b="0" kern="0" dirty="0">
                  <a:solidFill>
                    <a:srgbClr val="546970"/>
                  </a:solidFill>
                  <a:latin typeface="Lucida Sans Typewriter" panose="020B0509030504030204" pitchFamily="49" charset="0"/>
                  <a:ea typeface="Noto Mono" panose="020B0609030804020204" pitchFamily="49" charset="0"/>
                  <a:cs typeface="Noto Mono" panose="020B0609030804020204" pitchFamily="49" charset="0"/>
                </a:endParaRPr>
              </a:p>
              <a:p>
                <a:pPr>
                  <a:spcAft>
                    <a:spcPts val="500"/>
                  </a:spcAft>
                  <a:buClr>
                    <a:srgbClr val="619E64"/>
                  </a:buClr>
                  <a:buSzPct val="85000"/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kern="0" smtClean="0">
                          <a:solidFill>
                            <a:srgbClr val="546970"/>
                          </a:solidFill>
                          <a:latin typeface="Cambria Math" panose="02040503050406030204" pitchFamily="18" charset="0"/>
                          <a:ea typeface="Source Sans Pro" panose="020B0503030403020204" pitchFamily="34" charset="0"/>
                          <a:cs typeface="Calibri" panose="020F0502020204030204" pitchFamily="34" charset="0"/>
                        </a:rPr>
                        <m:t>𝑎</m:t>
                      </m:r>
                      <m:r>
                        <a:rPr lang="en-US" b="0" i="1" kern="0" smtClean="0">
                          <a:solidFill>
                            <a:srgbClr val="546970"/>
                          </a:solidFill>
                          <a:latin typeface="Cambria Math" panose="02040503050406030204" pitchFamily="18" charset="0"/>
                          <a:ea typeface="Source Sans Pro" panose="020B0503030403020204" pitchFamily="34" charset="0"/>
                          <a:cs typeface="Calibri" panose="020F0502020204030204" pitchFamily="34" charset="0"/>
                        </a:rPr>
                        <m:t>: ⟨</m:t>
                      </m:r>
                      <m:r>
                        <m:rPr>
                          <m:nor/>
                        </m:rPr>
                        <a:rPr lang="en-US" cap="small">
                          <a:solidFill>
                            <a:srgbClr val="546970"/>
                          </a:solidFill>
                          <a:latin typeface="Noto Mono" panose="020B0609030804020204" pitchFamily="49" charset="0"/>
                          <a:ea typeface="Noto Mono" panose="020B0609030804020204" pitchFamily="49" charset="0"/>
                          <a:cs typeface="Noto Mono" panose="020B0609030804020204" pitchFamily="49" charset="0"/>
                        </a:rPr>
                        <m:t>Ref</m:t>
                      </m:r>
                      <m:r>
                        <a:rPr lang="en-US" i="1">
                          <a:solidFill>
                            <a:srgbClr val="546970"/>
                          </a:solidFill>
                          <a:latin typeface="Cambria Math" panose="02040503050406030204" pitchFamily="18" charset="0"/>
                          <a:ea typeface="Source Sans Pro" panose="020B0503030403020204" pitchFamily="34" charset="0"/>
                        </a:rPr>
                        <m:t>, </m:t>
                      </m:r>
                      <m:r>
                        <a:rPr lang="en-US" b="0" i="1" smtClean="0">
                          <a:solidFill>
                            <a:srgbClr val="546970"/>
                          </a:solidFill>
                          <a:latin typeface="Cambria Math" panose="02040503050406030204" pitchFamily="18" charset="0"/>
                          <a:ea typeface="Source Sans Pro" panose="020B0503030403020204" pitchFamily="34" charset="0"/>
                        </a:rPr>
                        <m:t>{</m:t>
                      </m:r>
                      <m:r>
                        <m:rPr>
                          <m:nor/>
                        </m:rPr>
                        <a:rPr lang="en-US" b="0" i="0" smtClean="0">
                          <a:solidFill>
                            <a:srgbClr val="546970"/>
                          </a:solidFill>
                          <a:latin typeface="Lucida Sans Typewriter" panose="020B0509030504030204" pitchFamily="49" charset="0"/>
                          <a:ea typeface="Noto Mono" panose="020B0609030804020204" pitchFamily="49" charset="0"/>
                          <a:cs typeface="Noto Mono" panose="020B0609030804020204" pitchFamily="49" charset="0"/>
                        </a:rPr>
                        <m:t>ns</m:t>
                      </m:r>
                      <m:r>
                        <m:rPr>
                          <m:nor/>
                        </m:rPr>
                        <a:rPr lang="en-US" b="0" i="0" smtClean="0">
                          <a:solidFill>
                            <a:srgbClr val="546970"/>
                          </a:solidFill>
                          <a:latin typeface="Lucida Sans Typewriter" panose="020B0509030504030204" pitchFamily="49" charset="0"/>
                          <a:ea typeface="Noto Mono" panose="020B0609030804020204" pitchFamily="49" charset="0"/>
                          <a:cs typeface="Noto Mono" panose="020B0609030804020204" pitchFamily="49" charset="0"/>
                        </a:rPr>
                        <m:t>1.</m:t>
                      </m:r>
                      <m:r>
                        <m:rPr>
                          <m:nor/>
                        </m:rPr>
                        <a:rPr lang="en-US" b="0" i="0" smtClean="0">
                          <a:solidFill>
                            <a:srgbClr val="546970"/>
                          </a:solidFill>
                          <a:latin typeface="Lucida Sans Typewriter" panose="020B0509030504030204" pitchFamily="49" charset="0"/>
                          <a:ea typeface="Noto Mono" panose="020B0609030804020204" pitchFamily="49" charset="0"/>
                          <a:cs typeface="Noto Mono" panose="020B0609030804020204" pitchFamily="49" charset="0"/>
                        </a:rPr>
                        <m:t>edu</m:t>
                      </m:r>
                      <m:r>
                        <m:rPr>
                          <m:nor/>
                        </m:rPr>
                        <a:rPr lang="en-US" b="0" i="0" smtClean="0">
                          <a:solidFill>
                            <a:srgbClr val="546970"/>
                          </a:solidFill>
                          <a:latin typeface="Lucida Sans Typewriter" panose="020B0509030504030204" pitchFamily="49" charset="0"/>
                          <a:ea typeface="Noto Mono" panose="020B0609030804020204" pitchFamily="49" charset="0"/>
                          <a:cs typeface="Noto Mono" panose="020B0609030804020204" pitchFamily="49" charset="0"/>
                        </a:rPr>
                        <m:t>.,</m:t>
                      </m:r>
                      <m:r>
                        <m:rPr>
                          <m:nor/>
                        </m:rPr>
                        <a:rPr lang="en-US" b="0" i="0" smtClean="0">
                          <a:solidFill>
                            <a:srgbClr val="546970"/>
                          </a:solidFill>
                          <a:latin typeface="Lucida Sans Typewriter" panose="020B0509030504030204" pitchFamily="49" charset="0"/>
                          <a:ea typeface="Noto Mono" panose="020B0609030804020204" pitchFamily="49" charset="0"/>
                          <a:cs typeface="Noto Mono" panose="020B0609030804020204" pitchFamily="49" charset="0"/>
                        </a:rPr>
                        <m:t>ns</m:t>
                      </m:r>
                      <m:r>
                        <m:rPr>
                          <m:nor/>
                        </m:rPr>
                        <a:rPr lang="en-US" b="0" i="0" smtClean="0">
                          <a:solidFill>
                            <a:srgbClr val="546970"/>
                          </a:solidFill>
                          <a:latin typeface="Lucida Sans Typewriter" panose="020B0509030504030204" pitchFamily="49" charset="0"/>
                          <a:ea typeface="Noto Mono" panose="020B0609030804020204" pitchFamily="49" charset="0"/>
                          <a:cs typeface="Noto Mono" panose="020B0609030804020204" pitchFamily="49" charset="0"/>
                        </a:rPr>
                        <m:t>2.</m:t>
                      </m:r>
                      <m:r>
                        <m:rPr>
                          <m:nor/>
                        </m:rPr>
                        <a:rPr lang="en-US" b="0" i="0" smtClean="0">
                          <a:solidFill>
                            <a:srgbClr val="546970"/>
                          </a:solidFill>
                          <a:latin typeface="Lucida Sans Typewriter" panose="020B0509030504030204" pitchFamily="49" charset="0"/>
                          <a:ea typeface="Noto Mono" panose="020B0609030804020204" pitchFamily="49" charset="0"/>
                          <a:cs typeface="Noto Mono" panose="020B0609030804020204" pitchFamily="49" charset="0"/>
                        </a:rPr>
                        <m:t>edu</m:t>
                      </m:r>
                      <m:r>
                        <m:rPr>
                          <m:nor/>
                        </m:rPr>
                        <a:rPr lang="en-US" b="0" i="0" smtClean="0">
                          <a:solidFill>
                            <a:srgbClr val="546970"/>
                          </a:solidFill>
                          <a:latin typeface="Lucida Sans Typewriter" panose="020B0509030504030204" pitchFamily="49" charset="0"/>
                          <a:ea typeface="Noto Mono" panose="020B0609030804020204" pitchFamily="49" charset="0"/>
                          <a:cs typeface="Noto Mono" panose="020B0609030804020204" pitchFamily="49" charset="0"/>
                        </a:rPr>
                        <m:t>.</m:t>
                      </m:r>
                      <m:r>
                        <a:rPr lang="en-US" b="0" i="1" smtClean="0">
                          <a:solidFill>
                            <a:srgbClr val="546970"/>
                          </a:solidFill>
                          <a:latin typeface="Cambria Math" panose="02040503050406030204" pitchFamily="18" charset="0"/>
                          <a:ea typeface="Source Sans Pro" panose="020B0503030403020204" pitchFamily="34" charset="0"/>
                        </a:rPr>
                        <m:t>}⟩</m:t>
                      </m:r>
                    </m:oMath>
                  </m:oMathPara>
                </a14:m>
                <a:endParaRPr lang="en-US" kern="0" dirty="0">
                  <a:solidFill>
                    <a:srgbClr val="546970"/>
                  </a:solidFill>
                  <a:latin typeface="Noto Mono" panose="020B0609030804020204" pitchFamily="49" charset="0"/>
                  <a:ea typeface="Noto Mono" panose="020B0609030804020204" pitchFamily="49" charset="0"/>
                  <a:cs typeface="Noto Mono" panose="020B0609030804020204" pitchFamily="49" charset="0"/>
                </a:endParaRPr>
              </a:p>
            </p:txBody>
          </p:sp>
        </mc:Choice>
        <mc:Fallback>
          <p:sp>
            <p:nvSpPr>
              <p:cNvPr id="8" name="Rectangle: Rounded Corners 7">
                <a:extLst>
                  <a:ext uri="{FF2B5EF4-FFF2-40B4-BE49-F238E27FC236}">
                    <a16:creationId xmlns:a16="http://schemas.microsoft.com/office/drawing/2014/main" id="{C48325F7-6294-4E56-BF88-EC2D19AFAE7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44068" y="1463080"/>
                <a:ext cx="3718839" cy="1137270"/>
              </a:xfrm>
              <a:prstGeom prst="roundRect">
                <a:avLst>
                  <a:gd name="adj" fmla="val 4626"/>
                </a:avLst>
              </a:prstGeom>
              <a:blipFill>
                <a:blip r:embed="rId4"/>
                <a:stretch>
                  <a:fillRect/>
                </a:stretch>
              </a:blipFill>
              <a:ln w="19050">
                <a:solidFill>
                  <a:srgbClr val="70838B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Rectangle: Rounded Corners 5">
                <a:extLst>
                  <a:ext uri="{FF2B5EF4-FFF2-40B4-BE49-F238E27FC236}">
                    <a16:creationId xmlns:a16="http://schemas.microsoft.com/office/drawing/2014/main" id="{EE21784F-6AFD-492F-A425-308A5200A648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271390" y="3217917"/>
                <a:ext cx="5227599" cy="1137270"/>
              </a:xfrm>
              <a:prstGeom prst="roundRect">
                <a:avLst>
                  <a:gd name="adj" fmla="val 4626"/>
                </a:avLst>
              </a:prstGeom>
              <a:solidFill>
                <a:srgbClr val="F4F5F6"/>
              </a:solidFill>
              <a:ln w="19050">
                <a:solidFill>
                  <a:srgbClr val="70838B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>
                  <a:spcAft>
                    <a:spcPts val="500"/>
                  </a:spcAft>
                  <a:buClr>
                    <a:srgbClr val="619E64"/>
                  </a:buClr>
                  <a:buSzPct val="85000"/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kern="0" smtClean="0">
                          <a:solidFill>
                            <a:srgbClr val="546970"/>
                          </a:solidFill>
                          <a:latin typeface="Cambria Math" panose="02040503050406030204" pitchFamily="18" charset="0"/>
                          <a:ea typeface="Source Sans Pro" panose="020B0503030403020204" pitchFamily="34" charset="0"/>
                          <a:cs typeface="Calibri" panose="020F0502020204030204" pitchFamily="34" charset="0"/>
                        </a:rPr>
                        <m:t>𝑠</m:t>
                      </m:r>
                      <m:r>
                        <a:rPr lang="en-US" b="0" i="1" kern="0" smtClean="0">
                          <a:solidFill>
                            <a:srgbClr val="546970"/>
                          </a:solidFill>
                          <a:latin typeface="Cambria Math" panose="02040503050406030204" pitchFamily="18" charset="0"/>
                          <a:ea typeface="Source Sans Pro" panose="020B0503030403020204" pitchFamily="34" charset="0"/>
                          <a:cs typeface="Calibri" panose="020F0502020204030204" pitchFamily="34" charset="0"/>
                        </a:rPr>
                        <m:t>: </m:t>
                      </m:r>
                      <m:r>
                        <m:rPr>
                          <m:nor/>
                        </m:rPr>
                        <a:rPr lang="en-US" b="0" i="0" kern="0" smtClean="0">
                          <a:solidFill>
                            <a:srgbClr val="546970"/>
                          </a:solidFill>
                          <a:latin typeface="Lucida Sans Typewriter" panose="020B0509030504030204" pitchFamily="49" charset="0"/>
                          <a:ea typeface="Noto Mono" panose="020B0609030804020204" pitchFamily="49" charset="0"/>
                          <a:cs typeface="Noto Mono" panose="020B0609030804020204" pitchFamily="49" charset="0"/>
                        </a:rPr>
                        <m:t>ns</m:t>
                      </m:r>
                      <m:r>
                        <m:rPr>
                          <m:nor/>
                        </m:rPr>
                        <a:rPr lang="en-US" b="0" i="0" kern="0" smtClean="0">
                          <a:solidFill>
                            <a:srgbClr val="546970"/>
                          </a:solidFill>
                          <a:latin typeface="Lucida Sans Typewriter" panose="020B0509030504030204" pitchFamily="49" charset="0"/>
                          <a:ea typeface="Noto Mono" panose="020B0609030804020204" pitchFamily="49" charset="0"/>
                          <a:cs typeface="Noto Mono" panose="020B0609030804020204" pitchFamily="49" charset="0"/>
                        </a:rPr>
                        <m:t>1.</m:t>
                      </m:r>
                      <m:r>
                        <m:rPr>
                          <m:nor/>
                        </m:rPr>
                        <a:rPr lang="en-US" kern="0">
                          <a:solidFill>
                            <a:srgbClr val="546970"/>
                          </a:solidFill>
                          <a:latin typeface="Lucida Sans Typewriter" panose="020B0509030504030204" pitchFamily="49" charset="0"/>
                          <a:ea typeface="Noto Mono" panose="020B0609030804020204" pitchFamily="49" charset="0"/>
                          <a:cs typeface="Noto Mono" panose="020B0609030804020204" pitchFamily="49" charset="0"/>
                        </a:rPr>
                        <m:t>edu</m:t>
                      </m:r>
                      <m:r>
                        <m:rPr>
                          <m:nor/>
                        </m:rPr>
                        <a:rPr lang="en-US" kern="0">
                          <a:solidFill>
                            <a:srgbClr val="546970"/>
                          </a:solidFill>
                          <a:latin typeface="Lucida Sans Typewriter" panose="020B0509030504030204" pitchFamily="49" charset="0"/>
                          <a:ea typeface="Noto Mono" panose="020B0609030804020204" pitchFamily="49" charset="0"/>
                          <a:cs typeface="Noto Mono" panose="020B0609030804020204" pitchFamily="49" charset="0"/>
                        </a:rPr>
                        <m:t>.</m:t>
                      </m:r>
                    </m:oMath>
                  </m:oMathPara>
                </a14:m>
                <a:endParaRPr lang="en-US" kern="0" dirty="0">
                  <a:solidFill>
                    <a:srgbClr val="546970"/>
                  </a:solidFill>
                  <a:latin typeface="Lucida Sans Typewriter" panose="020B0509030504030204" pitchFamily="49" charset="0"/>
                  <a:ea typeface="Noto Mono" panose="020B0609030804020204" pitchFamily="49" charset="0"/>
                  <a:cs typeface="Noto Mono" panose="020B0609030804020204" pitchFamily="49" charset="0"/>
                </a:endParaRPr>
              </a:p>
              <a:p>
                <a:pPr>
                  <a:lnSpc>
                    <a:spcPct val="100000"/>
                  </a:lnSpc>
                  <a:spcAft>
                    <a:spcPts val="500"/>
                  </a:spcAft>
                  <a:buClr>
                    <a:srgbClr val="619E64"/>
                  </a:buClr>
                  <a:buSzPct val="85000"/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kern="0" smtClean="0">
                          <a:solidFill>
                            <a:srgbClr val="546970"/>
                          </a:solidFill>
                          <a:latin typeface="Cambria Math" panose="02040503050406030204" pitchFamily="18" charset="0"/>
                          <a:ea typeface="Source Sans Pro" panose="020B0503030403020204" pitchFamily="34" charset="0"/>
                          <a:cs typeface="Calibri" panose="020F0502020204030204" pitchFamily="34" charset="0"/>
                        </a:rPr>
                        <m:t>𝑞</m:t>
                      </m:r>
                      <m:r>
                        <a:rPr lang="en-US" b="0" i="1" kern="0" smtClean="0">
                          <a:solidFill>
                            <a:srgbClr val="546970"/>
                          </a:solidFill>
                          <a:latin typeface="Cambria Math" panose="02040503050406030204" pitchFamily="18" charset="0"/>
                          <a:ea typeface="Source Sans Pro" panose="020B0503030403020204" pitchFamily="34" charset="0"/>
                          <a:cs typeface="Calibri" panose="020F0502020204030204" pitchFamily="34" charset="0"/>
                        </a:rPr>
                        <m:t>: </m:t>
                      </m:r>
                      <m:d>
                        <m:dPr>
                          <m:begChr m:val="⟨"/>
                          <m:endChr m:val="〉"/>
                          <m:ctrlPr>
                            <a:rPr lang="en-US" b="0" i="1" kern="0" smtClean="0">
                              <a:solidFill>
                                <a:srgbClr val="546970"/>
                              </a:solidFill>
                              <a:latin typeface="Cambria Math" panose="02040503050406030204" pitchFamily="18" charset="0"/>
                              <a:ea typeface="Source Sans Pro" panose="020B0503030403020204" pitchFamily="34" charset="0"/>
                              <a:cs typeface="Calibri" panose="020F0502020204030204" pitchFamily="34" charset="0"/>
                            </a:rPr>
                          </m:ctrlPr>
                        </m:dPr>
                        <m:e>
                          <m:r>
                            <a:rPr lang="en-US" b="0" i="1" kern="0" smtClean="0">
                              <a:solidFill>
                                <a:srgbClr val="546970"/>
                              </a:solidFill>
                              <a:latin typeface="Cambria Math" panose="02040503050406030204" pitchFamily="18" charset="0"/>
                              <a:ea typeface="Source Sans Pro" panose="020B0503030403020204" pitchFamily="34" charset="0"/>
                              <a:cs typeface="Calibri" panose="020F0502020204030204" pitchFamily="34" charset="0"/>
                            </a:rPr>
                            <m:t> </m:t>
                          </m:r>
                          <m:r>
                            <a:rPr lang="en-US" b="0" i="1" kern="0" smtClean="0">
                              <a:solidFill>
                                <a:srgbClr val="546970"/>
                              </a:solidFill>
                              <a:latin typeface="Cambria Math" panose="02040503050406030204" pitchFamily="18" charset="0"/>
                              <a:ea typeface="Source Sans Pro" panose="020B0503030403020204" pitchFamily="34" charset="0"/>
                              <a:cs typeface="Calibri" panose="020F0502020204030204" pitchFamily="34" charset="0"/>
                            </a:rPr>
                            <m:t>𝛼</m:t>
                          </m:r>
                          <m:r>
                            <m:rPr>
                              <m:nor/>
                            </m:rPr>
                            <a:rPr lang="en-US" b="0" i="0" kern="0" smtClean="0">
                              <a:solidFill>
                                <a:srgbClr val="546970"/>
                              </a:solidFill>
                              <a:latin typeface="Lucida Sans Typewriter" panose="020B0509030504030204" pitchFamily="49" charset="0"/>
                              <a:ea typeface="Noto Mono" panose="020B0609030804020204" pitchFamily="49" charset="0"/>
                              <a:cs typeface="Noto Mono" panose="020B0609030804020204" pitchFamily="49" charset="0"/>
                            </a:rPr>
                            <m:t>.</m:t>
                          </m:r>
                          <m:r>
                            <m:rPr>
                              <m:nor/>
                            </m:rPr>
                            <a:rPr lang="en-US" b="0" i="0" kern="0" smtClean="0">
                              <a:solidFill>
                                <a:srgbClr val="546970"/>
                              </a:solidFill>
                              <a:latin typeface="Lucida Sans Typewriter" panose="020B0509030504030204" pitchFamily="49" charset="0"/>
                              <a:ea typeface="Noto Mono" panose="020B0609030804020204" pitchFamily="49" charset="0"/>
                              <a:cs typeface="Noto Mono" panose="020B0609030804020204" pitchFamily="49" charset="0"/>
                            </a:rPr>
                            <m:t>ucla</m:t>
                          </m:r>
                          <m:r>
                            <m:rPr>
                              <m:nor/>
                            </m:rPr>
                            <a:rPr lang="en-US" b="0" i="0" kern="0" smtClean="0">
                              <a:solidFill>
                                <a:srgbClr val="546970"/>
                              </a:solidFill>
                              <a:latin typeface="Lucida Sans Typewriter" panose="020B0509030504030204" pitchFamily="49" charset="0"/>
                              <a:ea typeface="Noto Mono" panose="020B0609030804020204" pitchFamily="49" charset="0"/>
                              <a:cs typeface="Noto Mono" panose="020B0609030804020204" pitchFamily="49" charset="0"/>
                            </a:rPr>
                            <m:t>.</m:t>
                          </m:r>
                          <m:r>
                            <m:rPr>
                              <m:nor/>
                            </m:rPr>
                            <a:rPr lang="en-US" b="0" i="0" kern="0" smtClean="0">
                              <a:solidFill>
                                <a:srgbClr val="546970"/>
                              </a:solidFill>
                              <a:latin typeface="Lucida Sans Typewriter" panose="020B0509030504030204" pitchFamily="49" charset="0"/>
                              <a:ea typeface="Noto Mono" panose="020B0609030804020204" pitchFamily="49" charset="0"/>
                              <a:cs typeface="Noto Mono" panose="020B0609030804020204" pitchFamily="49" charset="0"/>
                            </a:rPr>
                            <m:t>edu</m:t>
                          </m:r>
                          <m:r>
                            <m:rPr>
                              <m:nor/>
                            </m:rPr>
                            <a:rPr lang="en-US" b="0" i="0" kern="0" smtClean="0">
                              <a:solidFill>
                                <a:srgbClr val="546970"/>
                              </a:solidFill>
                              <a:latin typeface="Lucida Sans Typewriter" panose="020B0509030504030204" pitchFamily="49" charset="0"/>
                              <a:ea typeface="Noto Mono" panose="020B0609030804020204" pitchFamily="49" charset="0"/>
                              <a:cs typeface="Noto Mono" panose="020B0609030804020204" pitchFamily="49" charset="0"/>
                            </a:rPr>
                            <m:t>.,{</m:t>
                          </m:r>
                          <m:r>
                            <m:rPr>
                              <m:nor/>
                            </m:rPr>
                            <a:rPr lang="en-US" b="0" i="0" kern="0" smtClean="0">
                              <a:solidFill>
                                <a:srgbClr val="546970"/>
                              </a:solidFill>
                              <a:latin typeface="Lucida Sans Typewriter" panose="020B0509030504030204" pitchFamily="49" charset="0"/>
                              <a:ea typeface="Noto Mono" panose="020B0609030804020204" pitchFamily="49" charset="0"/>
                              <a:cs typeface="Noto Mono" panose="020B0609030804020204" pitchFamily="49" charset="0"/>
                            </a:rPr>
                            <m:t>A</m:t>
                          </m:r>
                          <m:r>
                            <m:rPr>
                              <m:nor/>
                            </m:rPr>
                            <a:rPr lang="en-US" b="0" i="0" kern="0" smtClean="0">
                              <a:solidFill>
                                <a:srgbClr val="546970"/>
                              </a:solidFill>
                              <a:latin typeface="Lucida Sans Typewriter" panose="020B0509030504030204" pitchFamily="49" charset="0"/>
                              <a:ea typeface="Noto Mono" panose="020B0609030804020204" pitchFamily="49" charset="0"/>
                              <a:cs typeface="Noto Mono" panose="020B0609030804020204" pitchFamily="49" charset="0"/>
                            </a:rPr>
                            <m:t>,</m:t>
                          </m:r>
                          <m:r>
                            <m:rPr>
                              <m:nor/>
                            </m:rPr>
                            <a:rPr lang="en-US" b="0" i="0" kern="0" smtClean="0">
                              <a:solidFill>
                                <a:srgbClr val="546970"/>
                              </a:solidFill>
                              <a:latin typeface="Lucida Sans Typewriter" panose="020B0509030504030204" pitchFamily="49" charset="0"/>
                              <a:ea typeface="Noto Mono" panose="020B0609030804020204" pitchFamily="49" charset="0"/>
                              <a:cs typeface="Noto Mono" panose="020B0609030804020204" pitchFamily="49" charset="0"/>
                            </a:rPr>
                            <m:t>NS</m:t>
                          </m:r>
                          <m:r>
                            <m:rPr>
                              <m:nor/>
                            </m:rPr>
                            <a:rPr lang="en-US" b="0" i="0" kern="0" smtClean="0">
                              <a:solidFill>
                                <a:srgbClr val="546970"/>
                              </a:solidFill>
                              <a:latin typeface="Lucida Sans Typewriter" panose="020B0509030504030204" pitchFamily="49" charset="0"/>
                              <a:ea typeface="Noto Mono" panose="020B0609030804020204" pitchFamily="49" charset="0"/>
                              <a:cs typeface="Noto Mono" panose="020B0609030804020204" pitchFamily="49" charset="0"/>
                            </a:rPr>
                            <m:t>,</m:t>
                          </m:r>
                          <m:r>
                            <m:rPr>
                              <m:nor/>
                            </m:rPr>
                            <a:rPr lang="en-US" b="0" i="0" kern="0" smtClean="0">
                              <a:solidFill>
                                <a:srgbClr val="546970"/>
                              </a:solidFill>
                              <a:latin typeface="Lucida Sans Typewriter" panose="020B0509030504030204" pitchFamily="49" charset="0"/>
                              <a:ea typeface="Noto Mono" panose="020B0609030804020204" pitchFamily="49" charset="0"/>
                              <a:cs typeface="Noto Mono" panose="020B0609030804020204" pitchFamily="49" charset="0"/>
                            </a:rPr>
                            <m:t>TXT</m:t>
                          </m:r>
                          <m:r>
                            <m:rPr>
                              <m:nor/>
                            </m:rPr>
                            <a:rPr lang="en-US" b="0" i="0" kern="0" smtClean="0">
                              <a:solidFill>
                                <a:srgbClr val="546970"/>
                              </a:solidFill>
                              <a:latin typeface="Lucida Sans Typewriter" panose="020B0509030504030204" pitchFamily="49" charset="0"/>
                              <a:ea typeface="Noto Mono" panose="020B0609030804020204" pitchFamily="49" charset="0"/>
                              <a:cs typeface="Noto Mono" panose="020B0609030804020204" pitchFamily="49" charset="0"/>
                            </a:rPr>
                            <m:t>}</m:t>
                          </m:r>
                        </m:e>
                      </m:d>
                    </m:oMath>
                  </m:oMathPara>
                </a14:m>
                <a:endParaRPr lang="en-US" b="0" kern="0" dirty="0">
                  <a:solidFill>
                    <a:srgbClr val="546970"/>
                  </a:solidFill>
                  <a:latin typeface="Lucida Sans Typewriter" panose="020B0509030504030204" pitchFamily="49" charset="0"/>
                  <a:ea typeface="Noto Mono" panose="020B0609030804020204" pitchFamily="49" charset="0"/>
                  <a:cs typeface="Noto Mono" panose="020B0609030804020204" pitchFamily="49" charset="0"/>
                </a:endParaRPr>
              </a:p>
              <a:p>
                <a:pPr>
                  <a:spcAft>
                    <a:spcPts val="500"/>
                  </a:spcAft>
                  <a:buClr>
                    <a:srgbClr val="619E64"/>
                  </a:buClr>
                  <a:buSzPct val="85000"/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i="1" kern="0">
                          <a:solidFill>
                            <a:srgbClr val="546970"/>
                          </a:solidFill>
                          <a:latin typeface="Cambria Math" panose="02040503050406030204" pitchFamily="18" charset="0"/>
                          <a:ea typeface="Source Sans Pro" panose="020B0503030403020204" pitchFamily="34" charset="0"/>
                          <a:cs typeface="Calibri" panose="020F0502020204030204" pitchFamily="34" charset="0"/>
                        </a:rPr>
                        <m:t>𝑎</m:t>
                      </m:r>
                      <m:r>
                        <a:rPr lang="en-US" i="1" kern="0">
                          <a:solidFill>
                            <a:srgbClr val="546970"/>
                          </a:solidFill>
                          <a:latin typeface="Cambria Math" panose="02040503050406030204" pitchFamily="18" charset="0"/>
                          <a:ea typeface="Source Sans Pro" panose="020B0503030403020204" pitchFamily="34" charset="0"/>
                          <a:cs typeface="Calibri" panose="020F0502020204030204" pitchFamily="34" charset="0"/>
                        </a:rPr>
                        <m:t>: ⟨</m:t>
                      </m:r>
                      <m:r>
                        <m:rPr>
                          <m:nor/>
                        </m:rPr>
                        <a:rPr lang="en-US" cap="small">
                          <a:solidFill>
                            <a:srgbClr val="546970"/>
                          </a:solidFill>
                          <a:latin typeface="Lucida Sans Typewriter" panose="020B0509030504030204" pitchFamily="49" charset="0"/>
                          <a:ea typeface="Noto Mono" panose="020B0609030804020204" pitchFamily="49" charset="0"/>
                          <a:cs typeface="Noto Mono" panose="020B0609030804020204" pitchFamily="49" charset="0"/>
                        </a:rPr>
                        <m:t>AnsQ</m:t>
                      </m:r>
                      <m:r>
                        <a:rPr lang="en-US" i="1">
                          <a:solidFill>
                            <a:srgbClr val="546970"/>
                          </a:solidFill>
                          <a:latin typeface="Cambria Math" panose="02040503050406030204" pitchFamily="18" charset="0"/>
                          <a:ea typeface="Source Sans Pro" panose="020B0503030403020204" pitchFamily="34" charset="0"/>
                        </a:rPr>
                        <m:t>, </m:t>
                      </m:r>
                      <m:d>
                        <m:dPr>
                          <m:begChr m:val="⟨"/>
                          <m:endChr m:val="〉"/>
                          <m:ctrlPr>
                            <a:rPr lang="en-US" i="1" kern="0">
                              <a:solidFill>
                                <a:srgbClr val="546970"/>
                              </a:solidFill>
                              <a:latin typeface="Cambria Math" panose="02040503050406030204" pitchFamily="18" charset="0"/>
                              <a:ea typeface="Source Sans Pro" panose="020B0503030403020204" pitchFamily="34" charset="0"/>
                              <a:cs typeface="Calibri" panose="020F0502020204030204" pitchFamily="34" charset="0"/>
                            </a:rPr>
                          </m:ctrlPr>
                        </m:dPr>
                        <m:e>
                          <m:r>
                            <m:rPr>
                              <m:nor/>
                            </m:rPr>
                            <a:rPr lang="en-US" kern="0">
                              <a:solidFill>
                                <a:srgbClr val="546970"/>
                              </a:solidFill>
                              <a:latin typeface="Lucida Sans Typewriter" panose="020B0509030504030204" pitchFamily="49" charset="0"/>
                              <a:ea typeface="Noto Mono" panose="020B0609030804020204" pitchFamily="49" charset="0"/>
                              <a:cs typeface="Noto Mono" panose="020B0609030804020204" pitchFamily="49" charset="0"/>
                            </a:rPr>
                            <m:t>www</m:t>
                          </m:r>
                          <m:r>
                            <m:rPr>
                              <m:nor/>
                            </m:rPr>
                            <a:rPr lang="en-US" kern="0">
                              <a:solidFill>
                                <a:srgbClr val="546970"/>
                              </a:solidFill>
                              <a:latin typeface="Lucida Sans Typewriter" panose="020B0509030504030204" pitchFamily="49" charset="0"/>
                              <a:ea typeface="Noto Mono" panose="020B0609030804020204" pitchFamily="49" charset="0"/>
                              <a:cs typeface="Noto Mono" panose="020B0609030804020204" pitchFamily="49" charset="0"/>
                            </a:rPr>
                            <m:t>.</m:t>
                          </m:r>
                          <m:r>
                            <m:rPr>
                              <m:nor/>
                            </m:rPr>
                            <a:rPr lang="en-US" kern="0">
                              <a:solidFill>
                                <a:srgbClr val="546970"/>
                              </a:solidFill>
                              <a:latin typeface="Lucida Sans Typewriter" panose="020B0509030504030204" pitchFamily="49" charset="0"/>
                              <a:ea typeface="Noto Mono" panose="020B0609030804020204" pitchFamily="49" charset="0"/>
                              <a:cs typeface="Noto Mono" panose="020B0609030804020204" pitchFamily="49" charset="0"/>
                            </a:rPr>
                            <m:t>ucla</m:t>
                          </m:r>
                          <m:r>
                            <m:rPr>
                              <m:nor/>
                            </m:rPr>
                            <a:rPr lang="en-US" kern="0">
                              <a:solidFill>
                                <a:srgbClr val="546970"/>
                              </a:solidFill>
                              <a:latin typeface="Lucida Sans Typewriter" panose="020B0509030504030204" pitchFamily="49" charset="0"/>
                              <a:ea typeface="Noto Mono" panose="020B0609030804020204" pitchFamily="49" charset="0"/>
                              <a:cs typeface="Noto Mono" panose="020B0609030804020204" pitchFamily="49" charset="0"/>
                            </a:rPr>
                            <m:t>.</m:t>
                          </m:r>
                          <m:r>
                            <m:rPr>
                              <m:nor/>
                            </m:rPr>
                            <a:rPr lang="en-US" kern="0">
                              <a:solidFill>
                                <a:srgbClr val="546970"/>
                              </a:solidFill>
                              <a:latin typeface="Lucida Sans Typewriter" panose="020B0509030504030204" pitchFamily="49" charset="0"/>
                              <a:ea typeface="Noto Mono" panose="020B0609030804020204" pitchFamily="49" charset="0"/>
                              <a:cs typeface="Noto Mono" panose="020B0609030804020204" pitchFamily="49" charset="0"/>
                            </a:rPr>
                            <m:t>edu</m:t>
                          </m:r>
                          <m:r>
                            <m:rPr>
                              <m:nor/>
                            </m:rPr>
                            <a:rPr lang="en-US" kern="0">
                              <a:solidFill>
                                <a:srgbClr val="546970"/>
                              </a:solidFill>
                              <a:latin typeface="Lucida Sans Typewriter" panose="020B0509030504030204" pitchFamily="49" charset="0"/>
                              <a:ea typeface="Noto Mono" panose="020B0609030804020204" pitchFamily="49" charset="0"/>
                              <a:cs typeface="Noto Mono" panose="020B0609030804020204" pitchFamily="49" charset="0"/>
                            </a:rPr>
                            <m:t>.,{</m:t>
                          </m:r>
                          <m:r>
                            <m:rPr>
                              <m:nor/>
                            </m:rPr>
                            <a:rPr lang="en-US" kern="0">
                              <a:solidFill>
                                <a:srgbClr val="546970"/>
                              </a:solidFill>
                              <a:latin typeface="Lucida Sans Typewriter" panose="020B0509030504030204" pitchFamily="49" charset="0"/>
                              <a:ea typeface="Noto Mono" panose="020B0609030804020204" pitchFamily="49" charset="0"/>
                              <a:cs typeface="Noto Mono" panose="020B0609030804020204" pitchFamily="49" charset="0"/>
                            </a:rPr>
                            <m:t>A</m:t>
                          </m:r>
                          <m:r>
                            <m:rPr>
                              <m:nor/>
                            </m:rPr>
                            <a:rPr lang="en-US" kern="0">
                              <a:solidFill>
                                <a:srgbClr val="546970"/>
                              </a:solidFill>
                              <a:latin typeface="Lucida Sans Typewriter" panose="020B0509030504030204" pitchFamily="49" charset="0"/>
                              <a:ea typeface="Noto Mono" panose="020B0609030804020204" pitchFamily="49" charset="0"/>
                              <a:cs typeface="Noto Mono" panose="020B0609030804020204" pitchFamily="49" charset="0"/>
                            </a:rPr>
                            <m:t>,</m:t>
                          </m:r>
                          <m:r>
                            <m:rPr>
                              <m:nor/>
                            </m:rPr>
                            <a:rPr lang="en-US" kern="0">
                              <a:solidFill>
                                <a:srgbClr val="546970"/>
                              </a:solidFill>
                              <a:latin typeface="Lucida Sans Typewriter" panose="020B0509030504030204" pitchFamily="49" charset="0"/>
                              <a:ea typeface="Noto Mono" panose="020B0609030804020204" pitchFamily="49" charset="0"/>
                              <a:cs typeface="Noto Mono" panose="020B0609030804020204" pitchFamily="49" charset="0"/>
                            </a:rPr>
                            <m:t>NS</m:t>
                          </m:r>
                          <m:r>
                            <m:rPr>
                              <m:nor/>
                            </m:rPr>
                            <a:rPr lang="en-US" kern="0">
                              <a:solidFill>
                                <a:srgbClr val="546970"/>
                              </a:solidFill>
                              <a:latin typeface="Lucida Sans Typewriter" panose="020B0509030504030204" pitchFamily="49" charset="0"/>
                              <a:ea typeface="Noto Mono" panose="020B0609030804020204" pitchFamily="49" charset="0"/>
                              <a:cs typeface="Noto Mono" panose="020B0609030804020204" pitchFamily="49" charset="0"/>
                            </a:rPr>
                            <m:t>,</m:t>
                          </m:r>
                          <m:r>
                            <m:rPr>
                              <m:nor/>
                            </m:rPr>
                            <a:rPr lang="en-US" kern="0">
                              <a:solidFill>
                                <a:srgbClr val="546970"/>
                              </a:solidFill>
                              <a:latin typeface="Lucida Sans Typewriter" panose="020B0509030504030204" pitchFamily="49" charset="0"/>
                              <a:ea typeface="Noto Mono" panose="020B0609030804020204" pitchFamily="49" charset="0"/>
                              <a:cs typeface="Noto Mono" panose="020B0609030804020204" pitchFamily="49" charset="0"/>
                            </a:rPr>
                            <m:t>TXT</m:t>
                          </m:r>
                          <m:r>
                            <m:rPr>
                              <m:nor/>
                            </m:rPr>
                            <a:rPr lang="en-US" kern="0">
                              <a:solidFill>
                                <a:srgbClr val="546970"/>
                              </a:solidFill>
                              <a:latin typeface="Lucida Sans Typewriter" panose="020B0509030504030204" pitchFamily="49" charset="0"/>
                              <a:ea typeface="Noto Mono" panose="020B0609030804020204" pitchFamily="49" charset="0"/>
                              <a:cs typeface="Noto Mono" panose="020B0609030804020204" pitchFamily="49" charset="0"/>
                            </a:rPr>
                            <m:t>}</m:t>
                          </m:r>
                        </m:e>
                      </m:d>
                      <m:r>
                        <a:rPr lang="en-US" i="1">
                          <a:solidFill>
                            <a:srgbClr val="546970"/>
                          </a:solidFill>
                          <a:latin typeface="Cambria Math" panose="02040503050406030204" pitchFamily="18" charset="0"/>
                          <a:ea typeface="Source Sans Pro" panose="020B0503030403020204" pitchFamily="34" charset="0"/>
                        </a:rPr>
                        <m:t>⟩</m:t>
                      </m:r>
                    </m:oMath>
                  </m:oMathPara>
                </a14:m>
                <a:endParaRPr lang="en-US" kern="0" dirty="0">
                  <a:solidFill>
                    <a:srgbClr val="546970"/>
                  </a:solidFill>
                  <a:latin typeface="Lucida Sans Typewriter" panose="020B0509030504030204" pitchFamily="49" charset="0"/>
                  <a:ea typeface="Noto Mono" panose="020B0609030804020204" pitchFamily="49" charset="0"/>
                  <a:cs typeface="Noto Mono" panose="020B0609030804020204" pitchFamily="49" charset="0"/>
                </a:endParaRPr>
              </a:p>
            </p:txBody>
          </p:sp>
        </mc:Choice>
        <mc:Fallback>
          <p:sp>
            <p:nvSpPr>
              <p:cNvPr id="6" name="Rectangle: Rounded Corners 5">
                <a:extLst>
                  <a:ext uri="{FF2B5EF4-FFF2-40B4-BE49-F238E27FC236}">
                    <a16:creationId xmlns:a16="http://schemas.microsoft.com/office/drawing/2014/main" id="{EE21784F-6AFD-492F-A425-308A5200A64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1390" y="3217917"/>
                <a:ext cx="5227599" cy="1137270"/>
              </a:xfrm>
              <a:prstGeom prst="roundRect">
                <a:avLst>
                  <a:gd name="adj" fmla="val 4626"/>
                </a:avLst>
              </a:prstGeom>
              <a:blipFill>
                <a:blip r:embed="rId5"/>
                <a:stretch>
                  <a:fillRect/>
                </a:stretch>
              </a:blipFill>
              <a:ln w="19050">
                <a:solidFill>
                  <a:srgbClr val="70838B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Rectangle: Rounded Corners 8">
                <a:extLst>
                  <a:ext uri="{FF2B5EF4-FFF2-40B4-BE49-F238E27FC236}">
                    <a16:creationId xmlns:a16="http://schemas.microsoft.com/office/drawing/2014/main" id="{BA8CC8A7-534A-430C-8314-67B393D691F9}"/>
                  </a:ext>
                </a:extLst>
              </p:cNvPr>
              <p:cNvSpPr/>
              <p:nvPr/>
            </p:nvSpPr>
            <p:spPr>
              <a:xfrm>
                <a:off x="6096000" y="3228228"/>
                <a:ext cx="3665499" cy="1137270"/>
              </a:xfrm>
              <a:prstGeom prst="roundRect">
                <a:avLst>
                  <a:gd name="adj" fmla="val 4626"/>
                </a:avLst>
              </a:prstGeom>
              <a:solidFill>
                <a:srgbClr val="F4F5F6"/>
              </a:solidFill>
              <a:ln w="19050">
                <a:solidFill>
                  <a:srgbClr val="70838B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wrap="square" rtlCol="0" anchor="ctr">
                <a:spAutoFit/>
              </a:bodyPr>
              <a:lstStyle/>
              <a:p>
                <a:pPr>
                  <a:spcAft>
                    <a:spcPts val="500"/>
                  </a:spcAft>
                  <a:buClr>
                    <a:srgbClr val="619E64"/>
                  </a:buClr>
                  <a:buSzPct val="85000"/>
                  <a:defRPr/>
                </a:pPr>
                <a14:m>
                  <m:oMath xmlns:m="http://schemas.openxmlformats.org/officeDocument/2006/math">
                    <m:r>
                      <a:rPr lang="en-US" b="0" i="1" kern="0" smtClean="0">
                        <a:solidFill>
                          <a:srgbClr val="546970"/>
                        </a:solidFill>
                        <a:latin typeface="Cambria Math" panose="02040503050406030204" pitchFamily="18" charset="0"/>
                        <a:ea typeface="Source Sans Pro" panose="020B0503030403020204" pitchFamily="34" charset="0"/>
                        <a:cs typeface="Calibri" panose="020F0502020204030204" pitchFamily="34" charset="0"/>
                      </a:rPr>
                      <m:t>𝑠</m:t>
                    </m:r>
                    <m:r>
                      <a:rPr lang="en-US" b="0" i="1" kern="0" smtClean="0">
                        <a:solidFill>
                          <a:srgbClr val="546970"/>
                        </a:solidFill>
                        <a:latin typeface="Cambria Math" panose="02040503050406030204" pitchFamily="18" charset="0"/>
                        <a:ea typeface="Source Sans Pro" panose="020B0503030403020204" pitchFamily="34" charset="0"/>
                        <a:cs typeface="Calibri" panose="020F0502020204030204" pitchFamily="34" charset="0"/>
                      </a:rPr>
                      <m:t>: </m:t>
                    </m:r>
                  </m:oMath>
                </a14:m>
                <a:r>
                  <a:rPr lang="en-US" kern="0" dirty="0">
                    <a:solidFill>
                      <a:srgbClr val="546970"/>
                    </a:solidFill>
                    <a:latin typeface="Noto Mono" panose="020B0609030804020204" pitchFamily="49" charset="0"/>
                    <a:ea typeface="Noto Mono" panose="020B0609030804020204" pitchFamily="49" charset="0"/>
                    <a:cs typeface="Noto Mono" panose="020B0609030804020204" pitchFamily="49" charset="0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kern="0">
                        <a:solidFill>
                          <a:srgbClr val="546970"/>
                        </a:solidFill>
                        <a:latin typeface="Lucida Sans Typewriter" panose="020B0509030504030204" pitchFamily="49" charset="0"/>
                        <a:ea typeface="Noto Mono" panose="020B0609030804020204" pitchFamily="49" charset="0"/>
                        <a:cs typeface="Noto Mono" panose="020B0609030804020204" pitchFamily="49" charset="0"/>
                      </a:rPr>
                      <m:t>ns</m:t>
                    </m:r>
                    <m:r>
                      <m:rPr>
                        <m:nor/>
                      </m:rPr>
                      <a:rPr lang="en-US" b="0" i="0" kern="0" smtClean="0">
                        <a:solidFill>
                          <a:srgbClr val="546970"/>
                        </a:solidFill>
                        <a:latin typeface="Lucida Sans Typewriter" panose="020B0509030504030204" pitchFamily="49" charset="0"/>
                        <a:ea typeface="Noto Mono" panose="020B0609030804020204" pitchFamily="49" charset="0"/>
                        <a:cs typeface="Noto Mono" panose="020B0609030804020204" pitchFamily="49" charset="0"/>
                      </a:rPr>
                      <m:t>2</m:t>
                    </m:r>
                    <m:r>
                      <m:rPr>
                        <m:nor/>
                      </m:rPr>
                      <a:rPr lang="en-US" kern="0">
                        <a:solidFill>
                          <a:srgbClr val="546970"/>
                        </a:solidFill>
                        <a:latin typeface="Lucida Sans Typewriter" panose="020B0509030504030204" pitchFamily="49" charset="0"/>
                        <a:ea typeface="Noto Mono" panose="020B0609030804020204" pitchFamily="49" charset="0"/>
                        <a:cs typeface="Noto Mono" panose="020B0609030804020204" pitchFamily="49" charset="0"/>
                      </a:rPr>
                      <m:t>.</m:t>
                    </m:r>
                    <m:r>
                      <m:rPr>
                        <m:nor/>
                      </m:rPr>
                      <a:rPr lang="en-US" kern="0">
                        <a:solidFill>
                          <a:srgbClr val="546970"/>
                        </a:solidFill>
                        <a:latin typeface="Lucida Sans Typewriter" panose="020B0509030504030204" pitchFamily="49" charset="0"/>
                        <a:ea typeface="Noto Mono" panose="020B0609030804020204" pitchFamily="49" charset="0"/>
                        <a:cs typeface="Noto Mono" panose="020B0609030804020204" pitchFamily="49" charset="0"/>
                      </a:rPr>
                      <m:t>edu</m:t>
                    </m:r>
                    <m:r>
                      <m:rPr>
                        <m:nor/>
                      </m:rPr>
                      <a:rPr lang="en-US" kern="0">
                        <a:solidFill>
                          <a:srgbClr val="546970"/>
                        </a:solidFill>
                        <a:latin typeface="Lucida Sans Typewriter" panose="020B0509030504030204" pitchFamily="49" charset="0"/>
                        <a:ea typeface="Noto Mono" panose="020B0609030804020204" pitchFamily="49" charset="0"/>
                        <a:cs typeface="Noto Mono" panose="020B0609030804020204" pitchFamily="49" charset="0"/>
                      </a:rPr>
                      <m:t>.</m:t>
                    </m:r>
                  </m:oMath>
                </a14:m>
                <a:endParaRPr lang="en-US" kern="0" dirty="0">
                  <a:solidFill>
                    <a:srgbClr val="546970"/>
                  </a:solidFill>
                  <a:latin typeface="Lucida Sans Typewriter" panose="020B0509030504030204" pitchFamily="49" charset="0"/>
                  <a:ea typeface="Noto Mono" panose="020B0609030804020204" pitchFamily="49" charset="0"/>
                  <a:cs typeface="Noto Mono" panose="020B0609030804020204" pitchFamily="49" charset="0"/>
                </a:endParaRPr>
              </a:p>
              <a:p>
                <a:pPr>
                  <a:lnSpc>
                    <a:spcPct val="100000"/>
                  </a:lnSpc>
                  <a:spcAft>
                    <a:spcPts val="500"/>
                  </a:spcAft>
                  <a:buClr>
                    <a:srgbClr val="619E64"/>
                  </a:buClr>
                  <a:buSzPct val="85000"/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kern="0" smtClean="0">
                          <a:solidFill>
                            <a:srgbClr val="546970"/>
                          </a:solidFill>
                          <a:latin typeface="Cambria Math" panose="02040503050406030204" pitchFamily="18" charset="0"/>
                          <a:ea typeface="Source Sans Pro" panose="020B0503030403020204" pitchFamily="34" charset="0"/>
                          <a:cs typeface="Calibri" panose="020F0502020204030204" pitchFamily="34" charset="0"/>
                        </a:rPr>
                        <m:t>𝑞</m:t>
                      </m:r>
                      <m:r>
                        <a:rPr lang="en-US" b="0" i="1" kern="0" smtClean="0">
                          <a:solidFill>
                            <a:srgbClr val="546970"/>
                          </a:solidFill>
                          <a:latin typeface="Cambria Math" panose="02040503050406030204" pitchFamily="18" charset="0"/>
                          <a:ea typeface="Source Sans Pro" panose="020B0503030403020204" pitchFamily="34" charset="0"/>
                          <a:cs typeface="Calibri" panose="020F0502020204030204" pitchFamily="34" charset="0"/>
                        </a:rPr>
                        <m:t>: </m:t>
                      </m:r>
                      <m:d>
                        <m:dPr>
                          <m:begChr m:val="⟨"/>
                          <m:endChr m:val="〉"/>
                          <m:ctrlPr>
                            <a:rPr lang="en-US" b="0" i="1" kern="0" smtClean="0">
                              <a:solidFill>
                                <a:srgbClr val="546970"/>
                              </a:solidFill>
                              <a:latin typeface="Cambria Math" panose="02040503050406030204" pitchFamily="18" charset="0"/>
                              <a:ea typeface="Source Sans Pro" panose="020B0503030403020204" pitchFamily="34" charset="0"/>
                              <a:cs typeface="Calibri" panose="020F0502020204030204" pitchFamily="34" charset="0"/>
                            </a:rPr>
                          </m:ctrlPr>
                        </m:dPr>
                        <m:e>
                          <m:r>
                            <a:rPr lang="en-US" b="0" i="1" kern="0" smtClean="0">
                              <a:solidFill>
                                <a:srgbClr val="546970"/>
                              </a:solidFill>
                              <a:latin typeface="Cambria Math" panose="02040503050406030204" pitchFamily="18" charset="0"/>
                              <a:ea typeface="Source Sans Pro" panose="020B0503030403020204" pitchFamily="34" charset="0"/>
                              <a:cs typeface="Calibri" panose="020F0502020204030204" pitchFamily="34" charset="0"/>
                            </a:rPr>
                            <m:t> </m:t>
                          </m:r>
                          <m:r>
                            <a:rPr lang="en-US" b="0" i="1" kern="0" smtClean="0">
                              <a:solidFill>
                                <a:srgbClr val="546970"/>
                              </a:solidFill>
                              <a:latin typeface="Cambria Math" panose="02040503050406030204" pitchFamily="18" charset="0"/>
                              <a:ea typeface="Source Sans Pro" panose="020B0503030403020204" pitchFamily="34" charset="0"/>
                              <a:cs typeface="Calibri" panose="020F0502020204030204" pitchFamily="34" charset="0"/>
                            </a:rPr>
                            <m:t>𝛼</m:t>
                          </m:r>
                          <m:r>
                            <m:rPr>
                              <m:nor/>
                            </m:rPr>
                            <a:rPr lang="en-US" b="0" i="0" kern="0" smtClean="0">
                              <a:solidFill>
                                <a:srgbClr val="546970"/>
                              </a:solidFill>
                              <a:latin typeface="Lucida Sans Typewriter" panose="020B0509030504030204" pitchFamily="49" charset="0"/>
                              <a:ea typeface="Noto Mono" panose="020B0609030804020204" pitchFamily="49" charset="0"/>
                              <a:cs typeface="Noto Mono" panose="020B0609030804020204" pitchFamily="49" charset="0"/>
                            </a:rPr>
                            <m:t>.</m:t>
                          </m:r>
                          <m:r>
                            <m:rPr>
                              <m:nor/>
                            </m:rPr>
                            <a:rPr lang="en-US" b="0" i="0" kern="0" smtClean="0">
                              <a:solidFill>
                                <a:srgbClr val="546970"/>
                              </a:solidFill>
                              <a:latin typeface="Lucida Sans Typewriter" panose="020B0509030504030204" pitchFamily="49" charset="0"/>
                              <a:ea typeface="Noto Mono" panose="020B0609030804020204" pitchFamily="49" charset="0"/>
                              <a:cs typeface="Noto Mono" panose="020B0609030804020204" pitchFamily="49" charset="0"/>
                            </a:rPr>
                            <m:t>ucla</m:t>
                          </m:r>
                          <m:r>
                            <m:rPr>
                              <m:nor/>
                            </m:rPr>
                            <a:rPr lang="en-US" b="0" i="0" kern="0" smtClean="0">
                              <a:solidFill>
                                <a:srgbClr val="546970"/>
                              </a:solidFill>
                              <a:latin typeface="Lucida Sans Typewriter" panose="020B0509030504030204" pitchFamily="49" charset="0"/>
                              <a:ea typeface="Noto Mono" panose="020B0609030804020204" pitchFamily="49" charset="0"/>
                              <a:cs typeface="Noto Mono" panose="020B0609030804020204" pitchFamily="49" charset="0"/>
                            </a:rPr>
                            <m:t>.</m:t>
                          </m:r>
                          <m:r>
                            <m:rPr>
                              <m:nor/>
                            </m:rPr>
                            <a:rPr lang="en-US" b="0" i="0" kern="0" smtClean="0">
                              <a:solidFill>
                                <a:srgbClr val="546970"/>
                              </a:solidFill>
                              <a:latin typeface="Lucida Sans Typewriter" panose="020B0509030504030204" pitchFamily="49" charset="0"/>
                              <a:ea typeface="Noto Mono" panose="020B0609030804020204" pitchFamily="49" charset="0"/>
                              <a:cs typeface="Noto Mono" panose="020B0609030804020204" pitchFamily="49" charset="0"/>
                            </a:rPr>
                            <m:t>edu</m:t>
                          </m:r>
                          <m:r>
                            <m:rPr>
                              <m:nor/>
                            </m:rPr>
                            <a:rPr lang="en-US" b="0" i="0" kern="0" smtClean="0">
                              <a:solidFill>
                                <a:srgbClr val="546970"/>
                              </a:solidFill>
                              <a:latin typeface="Lucida Sans Typewriter" panose="020B0509030504030204" pitchFamily="49" charset="0"/>
                              <a:ea typeface="Noto Mono" panose="020B0609030804020204" pitchFamily="49" charset="0"/>
                              <a:cs typeface="Noto Mono" panose="020B0609030804020204" pitchFamily="49" charset="0"/>
                            </a:rPr>
                            <m:t>.,{</m:t>
                          </m:r>
                          <m:r>
                            <m:rPr>
                              <m:nor/>
                            </m:rPr>
                            <a:rPr lang="en-US" b="0" i="0" kern="0" smtClean="0">
                              <a:solidFill>
                                <a:srgbClr val="546970"/>
                              </a:solidFill>
                              <a:latin typeface="Lucida Sans Typewriter" panose="020B0509030504030204" pitchFamily="49" charset="0"/>
                              <a:ea typeface="Noto Mono" panose="020B0609030804020204" pitchFamily="49" charset="0"/>
                              <a:cs typeface="Noto Mono" panose="020B0609030804020204" pitchFamily="49" charset="0"/>
                            </a:rPr>
                            <m:t>A</m:t>
                          </m:r>
                          <m:r>
                            <m:rPr>
                              <m:nor/>
                            </m:rPr>
                            <a:rPr lang="en-US" b="0" i="0" kern="0" smtClean="0">
                              <a:solidFill>
                                <a:srgbClr val="546970"/>
                              </a:solidFill>
                              <a:latin typeface="Lucida Sans Typewriter" panose="020B0509030504030204" pitchFamily="49" charset="0"/>
                              <a:ea typeface="Noto Mono" panose="020B0609030804020204" pitchFamily="49" charset="0"/>
                              <a:cs typeface="Noto Mono" panose="020B0609030804020204" pitchFamily="49" charset="0"/>
                            </a:rPr>
                            <m:t>,</m:t>
                          </m:r>
                          <m:r>
                            <m:rPr>
                              <m:nor/>
                            </m:rPr>
                            <a:rPr lang="en-US" b="0" i="0" kern="0" smtClean="0">
                              <a:solidFill>
                                <a:srgbClr val="546970"/>
                              </a:solidFill>
                              <a:latin typeface="Lucida Sans Typewriter" panose="020B0509030504030204" pitchFamily="49" charset="0"/>
                              <a:ea typeface="Noto Mono" panose="020B0609030804020204" pitchFamily="49" charset="0"/>
                              <a:cs typeface="Noto Mono" panose="020B0609030804020204" pitchFamily="49" charset="0"/>
                            </a:rPr>
                            <m:t>NS</m:t>
                          </m:r>
                          <m:r>
                            <m:rPr>
                              <m:nor/>
                            </m:rPr>
                            <a:rPr lang="en-US" b="0" i="0" kern="0" smtClean="0">
                              <a:solidFill>
                                <a:srgbClr val="546970"/>
                              </a:solidFill>
                              <a:latin typeface="Lucida Sans Typewriter" panose="020B0509030504030204" pitchFamily="49" charset="0"/>
                              <a:ea typeface="Noto Mono" panose="020B0609030804020204" pitchFamily="49" charset="0"/>
                              <a:cs typeface="Noto Mono" panose="020B0609030804020204" pitchFamily="49" charset="0"/>
                            </a:rPr>
                            <m:t>,</m:t>
                          </m:r>
                          <m:r>
                            <m:rPr>
                              <m:nor/>
                            </m:rPr>
                            <a:rPr lang="en-US" b="0" i="0" kern="0" smtClean="0">
                              <a:solidFill>
                                <a:srgbClr val="546970"/>
                              </a:solidFill>
                              <a:latin typeface="Lucida Sans Typewriter" panose="020B0509030504030204" pitchFamily="49" charset="0"/>
                              <a:ea typeface="Noto Mono" panose="020B0609030804020204" pitchFamily="49" charset="0"/>
                              <a:cs typeface="Noto Mono" panose="020B0609030804020204" pitchFamily="49" charset="0"/>
                            </a:rPr>
                            <m:t>TXT</m:t>
                          </m:r>
                          <m:r>
                            <m:rPr>
                              <m:nor/>
                            </m:rPr>
                            <a:rPr lang="en-US" b="0" i="0" kern="0" smtClean="0">
                              <a:solidFill>
                                <a:srgbClr val="546970"/>
                              </a:solidFill>
                              <a:latin typeface="Lucida Sans Typewriter" panose="020B0509030504030204" pitchFamily="49" charset="0"/>
                              <a:ea typeface="Noto Mono" panose="020B0609030804020204" pitchFamily="49" charset="0"/>
                              <a:cs typeface="Noto Mono" panose="020B0609030804020204" pitchFamily="49" charset="0"/>
                            </a:rPr>
                            <m:t>}</m:t>
                          </m:r>
                        </m:e>
                      </m:d>
                    </m:oMath>
                  </m:oMathPara>
                </a14:m>
                <a:endParaRPr lang="en-US" b="0" kern="0" dirty="0">
                  <a:solidFill>
                    <a:srgbClr val="546970"/>
                  </a:solidFill>
                  <a:latin typeface="Lucida Sans Typewriter" panose="020B0509030504030204" pitchFamily="49" charset="0"/>
                  <a:ea typeface="Noto Mono" panose="020B0609030804020204" pitchFamily="49" charset="0"/>
                  <a:cs typeface="Noto Mono" panose="020B0609030804020204" pitchFamily="49" charset="0"/>
                </a:endParaRPr>
              </a:p>
              <a:p>
                <a:pPr>
                  <a:spcAft>
                    <a:spcPts val="500"/>
                  </a:spcAft>
                  <a:buClr>
                    <a:srgbClr val="619E64"/>
                  </a:buClr>
                  <a:buSzPct val="85000"/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i="1" kern="0">
                          <a:solidFill>
                            <a:srgbClr val="546970"/>
                          </a:solidFill>
                          <a:latin typeface="Cambria Math" panose="02040503050406030204" pitchFamily="18" charset="0"/>
                          <a:ea typeface="Source Sans Pro" panose="020B0503030403020204" pitchFamily="34" charset="0"/>
                          <a:cs typeface="Calibri" panose="020F0502020204030204" pitchFamily="34" charset="0"/>
                        </a:rPr>
                        <m:t>𝑎</m:t>
                      </m:r>
                      <m:r>
                        <a:rPr lang="en-US" i="1" kern="0">
                          <a:solidFill>
                            <a:srgbClr val="546970"/>
                          </a:solidFill>
                          <a:latin typeface="Cambria Math" panose="02040503050406030204" pitchFamily="18" charset="0"/>
                          <a:ea typeface="Source Sans Pro" panose="020B0503030403020204" pitchFamily="34" charset="0"/>
                          <a:cs typeface="Calibri" panose="020F0502020204030204" pitchFamily="34" charset="0"/>
                        </a:rPr>
                        <m:t>: ⟨</m:t>
                      </m:r>
                      <m:r>
                        <m:rPr>
                          <m:nor/>
                        </m:rPr>
                        <a:rPr lang="en-US" cap="small">
                          <a:solidFill>
                            <a:srgbClr val="FF0000"/>
                          </a:solidFill>
                          <a:latin typeface="Lucida Sans Typewriter" panose="020B0509030504030204" pitchFamily="49" charset="0"/>
                          <a:ea typeface="Noto Mono" panose="020B0609030804020204" pitchFamily="49" charset="0"/>
                          <a:cs typeface="Noto Mono" panose="020B0609030804020204" pitchFamily="49" charset="0"/>
                        </a:rPr>
                        <m:t>NX</m:t>
                      </m:r>
                      <m:r>
                        <a:rPr lang="en-US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Source Sans Pro" panose="020B0503030403020204" pitchFamily="34" charset="0"/>
                        </a:rPr>
                        <m:t>, </m:t>
                      </m:r>
                      <m:r>
                        <a:rPr lang="en-US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Source Sans Pro" panose="020B0503030403020204" pitchFamily="34" charset="0"/>
                        </a:rPr>
                        <m:t>∅⟩</m:t>
                      </m:r>
                      <m:r>
                        <a:rPr lang="en-US" b="0" i="1" kern="0" smtClean="0">
                          <a:solidFill>
                            <a:srgbClr val="F4F5F6"/>
                          </a:solidFill>
                          <a:latin typeface="Cambria Math" panose="02040503050406030204" pitchFamily="18" charset="0"/>
                          <a:ea typeface="Source Sans Pro" panose="020B0503030403020204" pitchFamily="34" charset="0"/>
                          <a:cs typeface="Calibri" panose="020F0502020204030204" pitchFamily="34" charset="0"/>
                        </a:rPr>
                        <m:t>𝑎</m:t>
                      </m:r>
                      <m:r>
                        <a:rPr lang="en-US" b="0" i="1" kern="0" smtClean="0">
                          <a:solidFill>
                            <a:srgbClr val="F4F5F6"/>
                          </a:solidFill>
                          <a:latin typeface="Cambria Math" panose="02040503050406030204" pitchFamily="18" charset="0"/>
                          <a:ea typeface="Source Sans Pro" panose="020B0503030403020204" pitchFamily="34" charset="0"/>
                          <a:cs typeface="Calibri" panose="020F0502020204030204" pitchFamily="34" charset="0"/>
                        </a:rPr>
                        <m:t>: ⟨</m:t>
                      </m:r>
                      <m:r>
                        <m:rPr>
                          <m:nor/>
                        </m:rPr>
                        <a:rPr lang="en-US" b="0" i="0" cap="small" smtClean="0">
                          <a:solidFill>
                            <a:srgbClr val="F4F5F6"/>
                          </a:solidFill>
                          <a:latin typeface="Lucida Sans Typewriter" panose="020B0509030504030204" pitchFamily="49" charset="0"/>
                          <a:ea typeface="Noto Mono" panose="020B0609030804020204" pitchFamily="49" charset="0"/>
                          <a:cs typeface="Noto Mono" panose="020B0609030804020204" pitchFamily="49" charset="0"/>
                        </a:rPr>
                        <m:t>NX</m:t>
                      </m:r>
                      <m:r>
                        <a:rPr lang="en-US" i="1">
                          <a:solidFill>
                            <a:srgbClr val="F4F5F6"/>
                          </a:solidFill>
                          <a:latin typeface="Cambria Math" panose="02040503050406030204" pitchFamily="18" charset="0"/>
                          <a:ea typeface="Source Sans Pro" panose="020B0503030403020204" pitchFamily="34" charset="0"/>
                        </a:rPr>
                        <m:t>, </m:t>
                      </m:r>
                      <m:r>
                        <a:rPr lang="en-US" b="0" i="1" smtClean="0">
                          <a:solidFill>
                            <a:srgbClr val="F4F5F6"/>
                          </a:solidFill>
                          <a:latin typeface="Cambria Math" panose="02040503050406030204" pitchFamily="18" charset="0"/>
                          <a:ea typeface="Source Sans Pro" panose="020B0503030403020204" pitchFamily="34" charset="0"/>
                        </a:rPr>
                        <m:t>∅⟩</m:t>
                      </m:r>
                    </m:oMath>
                  </m:oMathPara>
                </a14:m>
                <a:endParaRPr lang="en-US" kern="0" dirty="0">
                  <a:solidFill>
                    <a:srgbClr val="F4F5F6"/>
                  </a:solidFill>
                  <a:latin typeface="Lucida Sans Typewriter" panose="020B0509030504030204" pitchFamily="49" charset="0"/>
                  <a:ea typeface="Noto Mono" panose="020B0609030804020204" pitchFamily="49" charset="0"/>
                  <a:cs typeface="Noto Mono" panose="020B0609030804020204" pitchFamily="49" charset="0"/>
                </a:endParaRPr>
              </a:p>
            </p:txBody>
          </p:sp>
        </mc:Choice>
        <mc:Fallback>
          <p:sp>
            <p:nvSpPr>
              <p:cNvPr id="9" name="Rectangle: Rounded Corners 8">
                <a:extLst>
                  <a:ext uri="{FF2B5EF4-FFF2-40B4-BE49-F238E27FC236}">
                    <a16:creationId xmlns:a16="http://schemas.microsoft.com/office/drawing/2014/main" id="{BA8CC8A7-534A-430C-8314-67B393D691F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0" y="3228228"/>
                <a:ext cx="3665499" cy="1137270"/>
              </a:xfrm>
              <a:prstGeom prst="roundRect">
                <a:avLst>
                  <a:gd name="adj" fmla="val 4626"/>
                </a:avLst>
              </a:prstGeom>
              <a:blipFill>
                <a:blip r:embed="rId6"/>
                <a:stretch>
                  <a:fillRect/>
                </a:stretch>
              </a:blipFill>
              <a:ln w="19050">
                <a:solidFill>
                  <a:srgbClr val="70838B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D98BA2A3-38F3-4C8F-A961-2BB33AC7B217}"/>
              </a:ext>
            </a:extLst>
          </p:cNvPr>
          <p:cNvCxnSpPr>
            <a:cxnSpLocks/>
            <a:endCxn id="6" idx="0"/>
          </p:cNvCxnSpPr>
          <p:nvPr/>
        </p:nvCxnSpPr>
        <p:spPr>
          <a:xfrm flipH="1">
            <a:off x="2885190" y="2600350"/>
            <a:ext cx="2618298" cy="617567"/>
          </a:xfrm>
          <a:prstGeom prst="straightConnector1">
            <a:avLst/>
          </a:prstGeom>
          <a:ln w="28575">
            <a:solidFill>
              <a:srgbClr val="54697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61D046A1-ECE3-4792-83CD-967F193B2339}"/>
              </a:ext>
            </a:extLst>
          </p:cNvPr>
          <p:cNvCxnSpPr>
            <a:cxnSpLocks/>
            <a:endCxn id="9" idx="0"/>
          </p:cNvCxnSpPr>
          <p:nvPr/>
        </p:nvCxnSpPr>
        <p:spPr>
          <a:xfrm>
            <a:off x="5503488" y="2600350"/>
            <a:ext cx="2425262" cy="627878"/>
          </a:xfrm>
          <a:prstGeom prst="straightConnector1">
            <a:avLst/>
          </a:prstGeom>
          <a:ln w="28575">
            <a:solidFill>
              <a:srgbClr val="54697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Rectangle: Rounded Corners 11">
                <a:extLst>
                  <a:ext uri="{FF2B5EF4-FFF2-40B4-BE49-F238E27FC236}">
                    <a16:creationId xmlns:a16="http://schemas.microsoft.com/office/drawing/2014/main" id="{B06987AB-1CDC-4D39-A67C-0B4A2108318A}"/>
                  </a:ext>
                </a:extLst>
              </p:cNvPr>
              <p:cNvSpPr/>
              <p:nvPr/>
            </p:nvSpPr>
            <p:spPr>
              <a:xfrm>
                <a:off x="199829" y="4999807"/>
                <a:ext cx="2960231" cy="1137270"/>
              </a:xfrm>
              <a:prstGeom prst="roundRect">
                <a:avLst>
                  <a:gd name="adj" fmla="val 4626"/>
                </a:avLst>
              </a:prstGeom>
              <a:solidFill>
                <a:srgbClr val="F4F5F6"/>
              </a:solidFill>
              <a:ln w="19050">
                <a:solidFill>
                  <a:srgbClr val="70838B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wrap="square" rtlCol="0" anchor="ctr">
                <a:spAutoFit/>
              </a:bodyPr>
              <a:lstStyle/>
              <a:p>
                <a:pPr>
                  <a:spcAft>
                    <a:spcPts val="500"/>
                  </a:spcAft>
                  <a:buClr>
                    <a:srgbClr val="619E64"/>
                  </a:buClr>
                  <a:buSzPct val="85000"/>
                  <a:defRPr/>
                </a:pPr>
                <a14:m>
                  <m:oMath xmlns:m="http://schemas.openxmlformats.org/officeDocument/2006/math">
                    <m:r>
                      <a:rPr lang="en-US" b="0" i="1" kern="0" smtClean="0">
                        <a:solidFill>
                          <a:srgbClr val="546970"/>
                        </a:solidFill>
                        <a:latin typeface="Cambria Math" panose="02040503050406030204" pitchFamily="18" charset="0"/>
                        <a:ea typeface="Source Sans Pro" panose="020B0503030403020204" pitchFamily="34" charset="0"/>
                        <a:cs typeface="Calibri" panose="020F0502020204030204" pitchFamily="34" charset="0"/>
                      </a:rPr>
                      <m:t>𝑠</m:t>
                    </m:r>
                    <m:r>
                      <a:rPr lang="en-US" b="0" i="1" kern="0" smtClean="0">
                        <a:solidFill>
                          <a:srgbClr val="546970"/>
                        </a:solidFill>
                        <a:latin typeface="Cambria Math" panose="02040503050406030204" pitchFamily="18" charset="0"/>
                        <a:ea typeface="Source Sans Pro" panose="020B0503030403020204" pitchFamily="34" charset="0"/>
                        <a:cs typeface="Calibri" panose="020F0502020204030204" pitchFamily="34" charset="0"/>
                      </a:rPr>
                      <m:t>:</m:t>
                    </m:r>
                  </m:oMath>
                </a14:m>
                <a:r>
                  <a:rPr lang="en-US" kern="0" dirty="0">
                    <a:solidFill>
                      <a:srgbClr val="546970"/>
                    </a:solidFill>
                    <a:latin typeface="Noto Mono" panose="020B0609030804020204" pitchFamily="49" charset="0"/>
                    <a:ea typeface="Noto Mono" panose="020B0609030804020204" pitchFamily="49" charset="0"/>
                    <a:cs typeface="Noto Mono" panose="020B0609030804020204" pitchFamily="49" charset="0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kern="0">
                        <a:solidFill>
                          <a:srgbClr val="546970"/>
                        </a:solidFill>
                        <a:latin typeface="Lucida Sans Typewriter" panose="020B0509030504030204" pitchFamily="49" charset="0"/>
                        <a:ea typeface="Noto Mono" panose="020B0609030804020204" pitchFamily="49" charset="0"/>
                        <a:cs typeface="Noto Mono" panose="020B0609030804020204" pitchFamily="49" charset="0"/>
                      </a:rPr>
                      <m:t>ns</m:t>
                    </m:r>
                    <m:r>
                      <m:rPr>
                        <m:nor/>
                      </m:rPr>
                      <a:rPr lang="en-US" kern="0">
                        <a:solidFill>
                          <a:srgbClr val="546970"/>
                        </a:solidFill>
                        <a:latin typeface="Lucida Sans Typewriter" panose="020B0509030504030204" pitchFamily="49" charset="0"/>
                        <a:ea typeface="Noto Mono" panose="020B0609030804020204" pitchFamily="49" charset="0"/>
                        <a:cs typeface="Noto Mono" panose="020B0609030804020204" pitchFamily="49" charset="0"/>
                      </a:rPr>
                      <m:t>1.</m:t>
                    </m:r>
                    <m:r>
                      <m:rPr>
                        <m:nor/>
                      </m:rPr>
                      <a:rPr lang="en-US" kern="0">
                        <a:solidFill>
                          <a:srgbClr val="546970"/>
                        </a:solidFill>
                        <a:latin typeface="Lucida Sans Typewriter" panose="020B0509030504030204" pitchFamily="49" charset="0"/>
                        <a:ea typeface="Noto Mono" panose="020B0609030804020204" pitchFamily="49" charset="0"/>
                        <a:cs typeface="Noto Mono" panose="020B0609030804020204" pitchFamily="49" charset="0"/>
                      </a:rPr>
                      <m:t>edu</m:t>
                    </m:r>
                    <m:r>
                      <m:rPr>
                        <m:nor/>
                      </m:rPr>
                      <a:rPr lang="en-US" kern="0">
                        <a:solidFill>
                          <a:srgbClr val="546970"/>
                        </a:solidFill>
                        <a:latin typeface="Lucida Sans Typewriter" panose="020B0509030504030204" pitchFamily="49" charset="0"/>
                        <a:ea typeface="Noto Mono" panose="020B0609030804020204" pitchFamily="49" charset="0"/>
                        <a:cs typeface="Noto Mono" panose="020B0609030804020204" pitchFamily="49" charset="0"/>
                      </a:rPr>
                      <m:t>.</m:t>
                    </m:r>
                  </m:oMath>
                </a14:m>
                <a:endParaRPr lang="en-US" kern="0" dirty="0">
                  <a:solidFill>
                    <a:srgbClr val="546970"/>
                  </a:solidFill>
                  <a:latin typeface="Lucida Sans Typewriter" panose="020B0509030504030204" pitchFamily="49" charset="0"/>
                  <a:ea typeface="Noto Mono" panose="020B0609030804020204" pitchFamily="49" charset="0"/>
                  <a:cs typeface="Noto Mono" panose="020B0609030804020204" pitchFamily="49" charset="0"/>
                </a:endParaRPr>
              </a:p>
              <a:p>
                <a:pPr>
                  <a:lnSpc>
                    <a:spcPct val="100000"/>
                  </a:lnSpc>
                  <a:spcAft>
                    <a:spcPts val="500"/>
                  </a:spcAft>
                  <a:buClr>
                    <a:srgbClr val="619E64"/>
                  </a:buClr>
                  <a:buSzPct val="85000"/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kern="0" smtClean="0">
                          <a:solidFill>
                            <a:srgbClr val="546970"/>
                          </a:solidFill>
                          <a:latin typeface="Cambria Math" panose="02040503050406030204" pitchFamily="18" charset="0"/>
                          <a:ea typeface="Source Sans Pro" panose="020B0503030403020204" pitchFamily="34" charset="0"/>
                          <a:cs typeface="Calibri" panose="020F0502020204030204" pitchFamily="34" charset="0"/>
                        </a:rPr>
                        <m:t>𝑞</m:t>
                      </m:r>
                      <m:r>
                        <a:rPr lang="en-US" b="0" i="1" kern="0" smtClean="0">
                          <a:solidFill>
                            <a:srgbClr val="546970"/>
                          </a:solidFill>
                          <a:latin typeface="Cambria Math" panose="02040503050406030204" pitchFamily="18" charset="0"/>
                          <a:ea typeface="Source Sans Pro" panose="020B0503030403020204" pitchFamily="34" charset="0"/>
                          <a:cs typeface="Calibri" panose="020F0502020204030204" pitchFamily="34" charset="0"/>
                        </a:rPr>
                        <m:t>: </m:t>
                      </m:r>
                      <m:d>
                        <m:dPr>
                          <m:begChr m:val="⟨"/>
                          <m:endChr m:val="〉"/>
                          <m:ctrlPr>
                            <a:rPr lang="en-US" b="0" i="1" kern="0" smtClean="0">
                              <a:solidFill>
                                <a:srgbClr val="546970"/>
                              </a:solidFill>
                              <a:latin typeface="Cambria Math" panose="02040503050406030204" pitchFamily="18" charset="0"/>
                              <a:ea typeface="Source Sans Pro" panose="020B0503030403020204" pitchFamily="34" charset="0"/>
                              <a:cs typeface="Calibri" panose="020F0502020204030204" pitchFamily="34" charset="0"/>
                            </a:rPr>
                          </m:ctrlPr>
                        </m:dPr>
                        <m:e>
                          <m:r>
                            <a:rPr lang="en-US" b="0" i="1" kern="0" smtClean="0">
                              <a:solidFill>
                                <a:srgbClr val="546970"/>
                              </a:solidFill>
                              <a:latin typeface="Cambria Math" panose="02040503050406030204" pitchFamily="18" charset="0"/>
                              <a:ea typeface="Source Sans Pro" panose="020B0503030403020204" pitchFamily="34" charset="0"/>
                              <a:cs typeface="Calibri" panose="020F0502020204030204" pitchFamily="34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b="0" i="0" kern="0" smtClean="0">
                              <a:solidFill>
                                <a:srgbClr val="546970"/>
                              </a:solidFill>
                              <a:latin typeface="Lucida Sans Typewriter" panose="020B0509030504030204" pitchFamily="49" charset="0"/>
                              <a:ea typeface="Noto Mono" panose="020B0609030804020204" pitchFamily="49" charset="0"/>
                              <a:cs typeface="Noto Mono" panose="020B0609030804020204" pitchFamily="49" charset="0"/>
                            </a:rPr>
                            <m:t>www</m:t>
                          </m:r>
                          <m:r>
                            <m:rPr>
                              <m:nor/>
                            </m:rPr>
                            <a:rPr lang="en-US" b="0" i="0" kern="0" smtClean="0">
                              <a:solidFill>
                                <a:srgbClr val="546970"/>
                              </a:solidFill>
                              <a:latin typeface="Lucida Sans Typewriter" panose="020B0509030504030204" pitchFamily="49" charset="0"/>
                              <a:ea typeface="Noto Mono" panose="020B0609030804020204" pitchFamily="49" charset="0"/>
                              <a:cs typeface="Noto Mono" panose="020B0609030804020204" pitchFamily="49" charset="0"/>
                            </a:rPr>
                            <m:t>.</m:t>
                          </m:r>
                          <m:r>
                            <m:rPr>
                              <m:nor/>
                            </m:rPr>
                            <a:rPr lang="en-US" b="0" i="0" kern="0" smtClean="0">
                              <a:solidFill>
                                <a:srgbClr val="546970"/>
                              </a:solidFill>
                              <a:latin typeface="Lucida Sans Typewriter" panose="020B0509030504030204" pitchFamily="49" charset="0"/>
                              <a:ea typeface="Noto Mono" panose="020B0609030804020204" pitchFamily="49" charset="0"/>
                              <a:cs typeface="Noto Mono" panose="020B0609030804020204" pitchFamily="49" charset="0"/>
                            </a:rPr>
                            <m:t>ucla</m:t>
                          </m:r>
                          <m:r>
                            <m:rPr>
                              <m:nor/>
                            </m:rPr>
                            <a:rPr lang="en-US" b="0" i="0" kern="0" smtClean="0">
                              <a:solidFill>
                                <a:srgbClr val="546970"/>
                              </a:solidFill>
                              <a:latin typeface="Lucida Sans Typewriter" panose="020B0509030504030204" pitchFamily="49" charset="0"/>
                              <a:ea typeface="Noto Mono" panose="020B0609030804020204" pitchFamily="49" charset="0"/>
                              <a:cs typeface="Noto Mono" panose="020B0609030804020204" pitchFamily="49" charset="0"/>
                            </a:rPr>
                            <m:t>.</m:t>
                          </m:r>
                          <m:r>
                            <m:rPr>
                              <m:nor/>
                            </m:rPr>
                            <a:rPr lang="en-US" b="0" i="0" kern="0" smtClean="0">
                              <a:solidFill>
                                <a:srgbClr val="546970"/>
                              </a:solidFill>
                              <a:latin typeface="Lucida Sans Typewriter" panose="020B0509030504030204" pitchFamily="49" charset="0"/>
                              <a:ea typeface="Noto Mono" panose="020B0609030804020204" pitchFamily="49" charset="0"/>
                              <a:cs typeface="Noto Mono" panose="020B0609030804020204" pitchFamily="49" charset="0"/>
                            </a:rPr>
                            <m:t>edu</m:t>
                          </m:r>
                          <m:r>
                            <m:rPr>
                              <m:nor/>
                            </m:rPr>
                            <a:rPr lang="en-US" b="0" i="0" kern="0" smtClean="0">
                              <a:solidFill>
                                <a:srgbClr val="546970"/>
                              </a:solidFill>
                              <a:latin typeface="Lucida Sans Typewriter" panose="020B0509030504030204" pitchFamily="49" charset="0"/>
                              <a:ea typeface="Noto Mono" panose="020B0609030804020204" pitchFamily="49" charset="0"/>
                              <a:cs typeface="Noto Mono" panose="020B0609030804020204" pitchFamily="49" charset="0"/>
                            </a:rPr>
                            <m:t>.,{</m:t>
                          </m:r>
                          <m:r>
                            <m:rPr>
                              <m:nor/>
                            </m:rPr>
                            <a:rPr lang="en-US" b="0" i="0" kern="0" smtClean="0">
                              <a:solidFill>
                                <a:srgbClr val="546970"/>
                              </a:solidFill>
                              <a:latin typeface="Lucida Sans Typewriter" panose="020B0509030504030204" pitchFamily="49" charset="0"/>
                              <a:ea typeface="Noto Mono" panose="020B0609030804020204" pitchFamily="49" charset="0"/>
                              <a:cs typeface="Noto Mono" panose="020B0609030804020204" pitchFamily="49" charset="0"/>
                            </a:rPr>
                            <m:t>A</m:t>
                          </m:r>
                          <m:r>
                            <m:rPr>
                              <m:nor/>
                            </m:rPr>
                            <a:rPr lang="en-US" b="0" i="0" kern="0" smtClean="0">
                              <a:solidFill>
                                <a:srgbClr val="546970"/>
                              </a:solidFill>
                              <a:latin typeface="Lucida Sans Typewriter" panose="020B0509030504030204" pitchFamily="49" charset="0"/>
                              <a:ea typeface="Noto Mono" panose="020B0609030804020204" pitchFamily="49" charset="0"/>
                              <a:cs typeface="Noto Mono" panose="020B0609030804020204" pitchFamily="49" charset="0"/>
                            </a:rPr>
                            <m:t>}</m:t>
                          </m:r>
                        </m:e>
                      </m:d>
                    </m:oMath>
                  </m:oMathPara>
                </a14:m>
                <a:endParaRPr lang="en-US" b="0" kern="0" dirty="0">
                  <a:solidFill>
                    <a:srgbClr val="546970"/>
                  </a:solidFill>
                  <a:latin typeface="Lucida Sans Typewriter" panose="020B0509030504030204" pitchFamily="49" charset="0"/>
                  <a:ea typeface="Noto Mono" panose="020B0609030804020204" pitchFamily="49" charset="0"/>
                  <a:cs typeface="Noto Mono" panose="020B0609030804020204" pitchFamily="49" charset="0"/>
                </a:endParaRPr>
              </a:p>
              <a:p>
                <a:pPr>
                  <a:spcAft>
                    <a:spcPts val="500"/>
                  </a:spcAft>
                  <a:buClr>
                    <a:srgbClr val="619E64"/>
                  </a:buClr>
                  <a:buSzPct val="85000"/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kern="0" smtClean="0">
                          <a:solidFill>
                            <a:srgbClr val="546970"/>
                          </a:solidFill>
                          <a:latin typeface="Cambria Math" panose="02040503050406030204" pitchFamily="18" charset="0"/>
                          <a:ea typeface="Source Sans Pro" panose="020B0503030403020204" pitchFamily="34" charset="0"/>
                          <a:cs typeface="Calibri" panose="020F0502020204030204" pitchFamily="34" charset="0"/>
                        </a:rPr>
                        <m:t>𝑎</m:t>
                      </m:r>
                      <m:r>
                        <a:rPr lang="en-US" b="0" i="1" kern="0" smtClean="0">
                          <a:solidFill>
                            <a:srgbClr val="546970"/>
                          </a:solidFill>
                          <a:latin typeface="Cambria Math" panose="02040503050406030204" pitchFamily="18" charset="0"/>
                          <a:ea typeface="Source Sans Pro" panose="020B0503030403020204" pitchFamily="34" charset="0"/>
                          <a:cs typeface="Calibri" panose="020F0502020204030204" pitchFamily="34" charset="0"/>
                        </a:rPr>
                        <m:t>: ⟨</m:t>
                      </m:r>
                      <m:r>
                        <m:rPr>
                          <m:nor/>
                        </m:rPr>
                        <a:rPr lang="en-US" b="0" i="0" cap="small" smtClean="0">
                          <a:solidFill>
                            <a:srgbClr val="FF0000"/>
                          </a:solidFill>
                          <a:latin typeface="Lucida Sans Typewriter" panose="020B0509030504030204" pitchFamily="49" charset="0"/>
                          <a:ea typeface="Noto Mono" panose="020B0609030804020204" pitchFamily="49" charset="0"/>
                          <a:cs typeface="Noto Mono" panose="020B0609030804020204" pitchFamily="49" charset="0"/>
                        </a:rPr>
                        <m:t>Ans</m:t>
                      </m:r>
                      <m:r>
                        <a:rPr lang="en-US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Source Sans Pro" panose="020B0503030403020204" pitchFamily="34" charset="0"/>
                        </a:rPr>
                        <m:t>, </m:t>
                      </m:r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Source Sans Pro" panose="020B0503030403020204" pitchFamily="34" charset="0"/>
                        </a:rPr>
                        <m:t>{</m:t>
                      </m:r>
                      <m:r>
                        <m:rPr>
                          <m:nor/>
                        </m:rPr>
                        <a:rPr lang="en-US" b="0" i="0" smtClean="0">
                          <a:solidFill>
                            <a:srgbClr val="FF0000"/>
                          </a:solidFill>
                          <a:latin typeface="Lucida Sans Typewriter" panose="020B0509030504030204" pitchFamily="49" charset="0"/>
                          <a:ea typeface="Noto Mono" panose="020B0609030804020204" pitchFamily="49" charset="0"/>
                          <a:cs typeface="Noto Mono" panose="020B0609030804020204" pitchFamily="49" charset="0"/>
                        </a:rPr>
                        <m:t>128.97.27.37</m:t>
                      </m:r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Source Sans Pro" panose="020B0503030403020204" pitchFamily="34" charset="0"/>
                        </a:rPr>
                        <m:t>}⟩</m:t>
                      </m:r>
                    </m:oMath>
                  </m:oMathPara>
                </a14:m>
                <a:endParaRPr lang="en-US" kern="0" dirty="0">
                  <a:solidFill>
                    <a:srgbClr val="546970"/>
                  </a:solidFill>
                  <a:latin typeface="Lucida Sans Typewriter" panose="020B0509030504030204" pitchFamily="49" charset="0"/>
                  <a:ea typeface="Noto Mono" panose="020B0609030804020204" pitchFamily="49" charset="0"/>
                  <a:cs typeface="Noto Mono" panose="020B0609030804020204" pitchFamily="49" charset="0"/>
                </a:endParaRPr>
              </a:p>
            </p:txBody>
          </p:sp>
        </mc:Choice>
        <mc:Fallback>
          <p:sp>
            <p:nvSpPr>
              <p:cNvPr id="12" name="Rectangle: Rounded Corners 11">
                <a:extLst>
                  <a:ext uri="{FF2B5EF4-FFF2-40B4-BE49-F238E27FC236}">
                    <a16:creationId xmlns:a16="http://schemas.microsoft.com/office/drawing/2014/main" id="{B06987AB-1CDC-4D39-A67C-0B4A2108318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9829" y="4999807"/>
                <a:ext cx="2960231" cy="1137270"/>
              </a:xfrm>
              <a:prstGeom prst="roundRect">
                <a:avLst>
                  <a:gd name="adj" fmla="val 4626"/>
                </a:avLst>
              </a:prstGeom>
              <a:blipFill>
                <a:blip r:embed="rId7"/>
                <a:stretch>
                  <a:fillRect/>
                </a:stretch>
              </a:blipFill>
              <a:ln w="19050">
                <a:solidFill>
                  <a:srgbClr val="70838B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Rectangle: Rounded Corners 12">
                <a:extLst>
                  <a:ext uri="{FF2B5EF4-FFF2-40B4-BE49-F238E27FC236}">
                    <a16:creationId xmlns:a16="http://schemas.microsoft.com/office/drawing/2014/main" id="{C061B3F7-6AA9-476A-B756-6FAB67FBA880}"/>
                  </a:ext>
                </a:extLst>
              </p:cNvPr>
              <p:cNvSpPr/>
              <p:nvPr/>
            </p:nvSpPr>
            <p:spPr>
              <a:xfrm>
                <a:off x="3377369" y="5022667"/>
                <a:ext cx="3665499" cy="1137270"/>
              </a:xfrm>
              <a:prstGeom prst="roundRect">
                <a:avLst>
                  <a:gd name="adj" fmla="val 4626"/>
                </a:avLst>
              </a:prstGeom>
              <a:solidFill>
                <a:srgbClr val="F4F5F6"/>
              </a:solidFill>
              <a:ln w="19050">
                <a:solidFill>
                  <a:srgbClr val="70838B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wrap="square" rIns="0" rtlCol="0" anchor="ctr">
                <a:spAutoFit/>
              </a:bodyPr>
              <a:lstStyle/>
              <a:p>
                <a:pPr>
                  <a:spcAft>
                    <a:spcPts val="500"/>
                  </a:spcAft>
                  <a:buClr>
                    <a:srgbClr val="619E64"/>
                  </a:buClr>
                  <a:buSzPct val="85000"/>
                  <a:defRPr/>
                </a:pPr>
                <a14:m>
                  <m:oMath xmlns:m="http://schemas.openxmlformats.org/officeDocument/2006/math">
                    <m:r>
                      <a:rPr lang="en-US" b="0" i="1" kern="0" smtClean="0">
                        <a:solidFill>
                          <a:srgbClr val="546970"/>
                        </a:solidFill>
                        <a:latin typeface="Cambria Math" panose="02040503050406030204" pitchFamily="18" charset="0"/>
                        <a:ea typeface="Source Sans Pro" panose="020B0503030403020204" pitchFamily="34" charset="0"/>
                        <a:cs typeface="Calibri" panose="020F0502020204030204" pitchFamily="34" charset="0"/>
                      </a:rPr>
                      <m:t>𝑠</m:t>
                    </m:r>
                    <m:r>
                      <a:rPr lang="en-US" b="0" i="1" kern="0" smtClean="0">
                        <a:solidFill>
                          <a:srgbClr val="546970"/>
                        </a:solidFill>
                        <a:latin typeface="Cambria Math" panose="02040503050406030204" pitchFamily="18" charset="0"/>
                        <a:ea typeface="Source Sans Pro" panose="020B0503030403020204" pitchFamily="34" charset="0"/>
                        <a:cs typeface="Calibri" panose="020F0502020204030204" pitchFamily="34" charset="0"/>
                      </a:rPr>
                      <m:t>:</m:t>
                    </m:r>
                  </m:oMath>
                </a14:m>
                <a:r>
                  <a:rPr lang="en-US" kern="0" dirty="0">
                    <a:solidFill>
                      <a:srgbClr val="546970"/>
                    </a:solidFill>
                    <a:latin typeface="Noto Mono" panose="020B0609030804020204" pitchFamily="49" charset="0"/>
                    <a:ea typeface="Noto Mono" panose="020B0609030804020204" pitchFamily="49" charset="0"/>
                    <a:cs typeface="Noto Mono" panose="020B0609030804020204" pitchFamily="49" charset="0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kern="0">
                        <a:solidFill>
                          <a:srgbClr val="546970"/>
                        </a:solidFill>
                        <a:latin typeface="Lucida Sans Typewriter" panose="020B0509030504030204" pitchFamily="49" charset="0"/>
                        <a:ea typeface="Noto Mono" panose="020B0609030804020204" pitchFamily="49" charset="0"/>
                        <a:cs typeface="Noto Mono" panose="020B0609030804020204" pitchFamily="49" charset="0"/>
                      </a:rPr>
                      <m:t>ns</m:t>
                    </m:r>
                    <m:r>
                      <m:rPr>
                        <m:nor/>
                      </m:rPr>
                      <a:rPr lang="en-US" kern="0">
                        <a:solidFill>
                          <a:srgbClr val="546970"/>
                        </a:solidFill>
                        <a:latin typeface="Lucida Sans Typewriter" panose="020B0509030504030204" pitchFamily="49" charset="0"/>
                        <a:ea typeface="Noto Mono" panose="020B0609030804020204" pitchFamily="49" charset="0"/>
                        <a:cs typeface="Noto Mono" panose="020B0609030804020204" pitchFamily="49" charset="0"/>
                      </a:rPr>
                      <m:t>1.</m:t>
                    </m:r>
                    <m:r>
                      <m:rPr>
                        <m:nor/>
                      </m:rPr>
                      <a:rPr lang="en-US" kern="0">
                        <a:solidFill>
                          <a:srgbClr val="546970"/>
                        </a:solidFill>
                        <a:latin typeface="Lucida Sans Typewriter" panose="020B0509030504030204" pitchFamily="49" charset="0"/>
                        <a:ea typeface="Noto Mono" panose="020B0609030804020204" pitchFamily="49" charset="0"/>
                        <a:cs typeface="Noto Mono" panose="020B0609030804020204" pitchFamily="49" charset="0"/>
                      </a:rPr>
                      <m:t>edu</m:t>
                    </m:r>
                    <m:r>
                      <m:rPr>
                        <m:nor/>
                      </m:rPr>
                      <a:rPr lang="en-US" kern="0">
                        <a:solidFill>
                          <a:srgbClr val="546970"/>
                        </a:solidFill>
                        <a:latin typeface="Lucida Sans Typewriter" panose="020B0509030504030204" pitchFamily="49" charset="0"/>
                        <a:ea typeface="Noto Mono" panose="020B0609030804020204" pitchFamily="49" charset="0"/>
                        <a:cs typeface="Noto Mono" panose="020B0609030804020204" pitchFamily="49" charset="0"/>
                      </a:rPr>
                      <m:t>.</m:t>
                    </m:r>
                  </m:oMath>
                </a14:m>
                <a:endParaRPr lang="en-US" kern="0" dirty="0">
                  <a:solidFill>
                    <a:srgbClr val="546970"/>
                  </a:solidFill>
                  <a:latin typeface="Lucida Sans Typewriter" panose="020B0509030504030204" pitchFamily="49" charset="0"/>
                  <a:ea typeface="Noto Mono" panose="020B0609030804020204" pitchFamily="49" charset="0"/>
                  <a:cs typeface="Noto Mono" panose="020B0609030804020204" pitchFamily="49" charset="0"/>
                </a:endParaRPr>
              </a:p>
              <a:p>
                <a:pPr>
                  <a:lnSpc>
                    <a:spcPct val="100000"/>
                  </a:lnSpc>
                  <a:spcAft>
                    <a:spcPts val="500"/>
                  </a:spcAft>
                  <a:buClr>
                    <a:srgbClr val="619E64"/>
                  </a:buClr>
                  <a:buSzPct val="85000"/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kern="0" smtClean="0">
                          <a:solidFill>
                            <a:srgbClr val="546970"/>
                          </a:solidFill>
                          <a:latin typeface="Cambria Math" panose="02040503050406030204" pitchFamily="18" charset="0"/>
                          <a:ea typeface="Source Sans Pro" panose="020B0503030403020204" pitchFamily="34" charset="0"/>
                          <a:cs typeface="Calibri" panose="020F0502020204030204" pitchFamily="34" charset="0"/>
                        </a:rPr>
                        <m:t>𝑞</m:t>
                      </m:r>
                      <m:r>
                        <a:rPr lang="en-US" b="0" i="1" kern="0" smtClean="0">
                          <a:solidFill>
                            <a:srgbClr val="546970"/>
                          </a:solidFill>
                          <a:latin typeface="Cambria Math" panose="02040503050406030204" pitchFamily="18" charset="0"/>
                          <a:ea typeface="Source Sans Pro" panose="020B0503030403020204" pitchFamily="34" charset="0"/>
                          <a:cs typeface="Calibri" panose="020F0502020204030204" pitchFamily="34" charset="0"/>
                        </a:rPr>
                        <m:t>: </m:t>
                      </m:r>
                      <m:d>
                        <m:dPr>
                          <m:begChr m:val="⟨"/>
                          <m:endChr m:val="〉"/>
                          <m:ctrlPr>
                            <a:rPr lang="en-US" b="0" i="1" kern="0" smtClean="0">
                              <a:solidFill>
                                <a:srgbClr val="546970"/>
                              </a:solidFill>
                              <a:latin typeface="Cambria Math" panose="02040503050406030204" pitchFamily="18" charset="0"/>
                              <a:ea typeface="Source Sans Pro" panose="020B0503030403020204" pitchFamily="34" charset="0"/>
                              <a:cs typeface="Calibri" panose="020F0502020204030204" pitchFamily="34" charset="0"/>
                            </a:rPr>
                          </m:ctrlPr>
                        </m:dPr>
                        <m:e>
                          <m:r>
                            <a:rPr lang="en-US" b="0" i="1" kern="0" smtClean="0">
                              <a:solidFill>
                                <a:srgbClr val="546970"/>
                              </a:solidFill>
                              <a:latin typeface="Cambria Math" panose="02040503050406030204" pitchFamily="18" charset="0"/>
                              <a:ea typeface="Source Sans Pro" panose="020B0503030403020204" pitchFamily="34" charset="0"/>
                              <a:cs typeface="Calibri" panose="020F0502020204030204" pitchFamily="34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b="0" i="0" kern="0" smtClean="0">
                              <a:solidFill>
                                <a:srgbClr val="546970"/>
                              </a:solidFill>
                              <a:latin typeface="Lucida Sans Typewriter" panose="020B0509030504030204" pitchFamily="49" charset="0"/>
                              <a:ea typeface="Noto Mono" panose="020B0609030804020204" pitchFamily="49" charset="0"/>
                              <a:cs typeface="Noto Mono" panose="020B0609030804020204" pitchFamily="49" charset="0"/>
                            </a:rPr>
                            <m:t>www</m:t>
                          </m:r>
                          <m:r>
                            <m:rPr>
                              <m:nor/>
                            </m:rPr>
                            <a:rPr lang="en-US" b="0" i="0" kern="0" smtClean="0">
                              <a:solidFill>
                                <a:srgbClr val="546970"/>
                              </a:solidFill>
                              <a:latin typeface="Lucida Sans Typewriter" panose="020B0509030504030204" pitchFamily="49" charset="0"/>
                              <a:ea typeface="Noto Mono" panose="020B0609030804020204" pitchFamily="49" charset="0"/>
                              <a:cs typeface="Noto Mono" panose="020B0609030804020204" pitchFamily="49" charset="0"/>
                            </a:rPr>
                            <m:t>.</m:t>
                          </m:r>
                          <m:r>
                            <m:rPr>
                              <m:nor/>
                            </m:rPr>
                            <a:rPr lang="en-US" b="0" i="0" kern="0" smtClean="0">
                              <a:solidFill>
                                <a:srgbClr val="546970"/>
                              </a:solidFill>
                              <a:latin typeface="Lucida Sans Typewriter" panose="020B0509030504030204" pitchFamily="49" charset="0"/>
                              <a:ea typeface="Noto Mono" panose="020B0609030804020204" pitchFamily="49" charset="0"/>
                              <a:cs typeface="Noto Mono" panose="020B0609030804020204" pitchFamily="49" charset="0"/>
                            </a:rPr>
                            <m:t>ucla</m:t>
                          </m:r>
                          <m:r>
                            <m:rPr>
                              <m:nor/>
                            </m:rPr>
                            <a:rPr lang="en-US" b="0" i="0" kern="0" smtClean="0">
                              <a:solidFill>
                                <a:srgbClr val="546970"/>
                              </a:solidFill>
                              <a:latin typeface="Lucida Sans Typewriter" panose="020B0509030504030204" pitchFamily="49" charset="0"/>
                              <a:ea typeface="Noto Mono" panose="020B0609030804020204" pitchFamily="49" charset="0"/>
                              <a:cs typeface="Noto Mono" panose="020B0609030804020204" pitchFamily="49" charset="0"/>
                            </a:rPr>
                            <m:t>.</m:t>
                          </m:r>
                          <m:r>
                            <m:rPr>
                              <m:nor/>
                            </m:rPr>
                            <a:rPr lang="en-US" b="0" i="0" kern="0" smtClean="0">
                              <a:solidFill>
                                <a:srgbClr val="546970"/>
                              </a:solidFill>
                              <a:latin typeface="Lucida Sans Typewriter" panose="020B0509030504030204" pitchFamily="49" charset="0"/>
                              <a:ea typeface="Noto Mono" panose="020B0609030804020204" pitchFamily="49" charset="0"/>
                              <a:cs typeface="Noto Mono" panose="020B0609030804020204" pitchFamily="49" charset="0"/>
                            </a:rPr>
                            <m:t>edu</m:t>
                          </m:r>
                          <m:r>
                            <m:rPr>
                              <m:nor/>
                            </m:rPr>
                            <a:rPr lang="en-US" b="0" i="0" kern="0" smtClean="0">
                              <a:solidFill>
                                <a:srgbClr val="546970"/>
                              </a:solidFill>
                              <a:latin typeface="Lucida Sans Typewriter" panose="020B0509030504030204" pitchFamily="49" charset="0"/>
                              <a:ea typeface="Noto Mono" panose="020B0609030804020204" pitchFamily="49" charset="0"/>
                              <a:cs typeface="Noto Mono" panose="020B0609030804020204" pitchFamily="49" charset="0"/>
                            </a:rPr>
                            <m:t>.,{</m:t>
                          </m:r>
                          <m:r>
                            <m:rPr>
                              <m:nor/>
                            </m:rPr>
                            <a:rPr lang="en-US" b="0" i="0" kern="0" smtClean="0">
                              <a:solidFill>
                                <a:srgbClr val="546970"/>
                              </a:solidFill>
                              <a:latin typeface="Lucida Sans Typewriter" panose="020B0509030504030204" pitchFamily="49" charset="0"/>
                              <a:ea typeface="Noto Mono" panose="020B0609030804020204" pitchFamily="49" charset="0"/>
                              <a:cs typeface="Noto Mono" panose="020B0609030804020204" pitchFamily="49" charset="0"/>
                            </a:rPr>
                            <m:t>NS</m:t>
                          </m:r>
                          <m:r>
                            <m:rPr>
                              <m:nor/>
                            </m:rPr>
                            <a:rPr lang="en-US" b="0" i="0" kern="0" smtClean="0">
                              <a:solidFill>
                                <a:srgbClr val="546970"/>
                              </a:solidFill>
                              <a:latin typeface="Lucida Sans Typewriter" panose="020B0509030504030204" pitchFamily="49" charset="0"/>
                              <a:ea typeface="Noto Mono" panose="020B0609030804020204" pitchFamily="49" charset="0"/>
                              <a:cs typeface="Noto Mono" panose="020B0609030804020204" pitchFamily="49" charset="0"/>
                            </a:rPr>
                            <m:t>,</m:t>
                          </m:r>
                          <m:r>
                            <m:rPr>
                              <m:nor/>
                            </m:rPr>
                            <a:rPr lang="en-US" b="0" i="0" kern="0" smtClean="0">
                              <a:solidFill>
                                <a:srgbClr val="546970"/>
                              </a:solidFill>
                              <a:latin typeface="Lucida Sans Typewriter" panose="020B0509030504030204" pitchFamily="49" charset="0"/>
                              <a:ea typeface="Noto Mono" panose="020B0609030804020204" pitchFamily="49" charset="0"/>
                              <a:cs typeface="Noto Mono" panose="020B0609030804020204" pitchFamily="49" charset="0"/>
                            </a:rPr>
                            <m:t>TXT</m:t>
                          </m:r>
                          <m:r>
                            <m:rPr>
                              <m:nor/>
                            </m:rPr>
                            <a:rPr lang="en-US" b="0" i="0" kern="0" smtClean="0">
                              <a:solidFill>
                                <a:srgbClr val="546970"/>
                              </a:solidFill>
                              <a:latin typeface="Lucida Sans Typewriter" panose="020B0509030504030204" pitchFamily="49" charset="0"/>
                              <a:ea typeface="Noto Mono" panose="020B0609030804020204" pitchFamily="49" charset="0"/>
                              <a:cs typeface="Noto Mono" panose="020B0609030804020204" pitchFamily="49" charset="0"/>
                            </a:rPr>
                            <m:t>}</m:t>
                          </m:r>
                        </m:e>
                      </m:d>
                    </m:oMath>
                  </m:oMathPara>
                </a14:m>
                <a:endParaRPr lang="en-US" b="0" kern="0" dirty="0">
                  <a:solidFill>
                    <a:srgbClr val="546970"/>
                  </a:solidFill>
                  <a:latin typeface="Lucida Sans Typewriter" panose="020B0509030504030204" pitchFamily="49" charset="0"/>
                  <a:ea typeface="Noto Mono" panose="020B0609030804020204" pitchFamily="49" charset="0"/>
                  <a:cs typeface="Noto Mono" panose="020B0609030804020204" pitchFamily="49" charset="0"/>
                </a:endParaRPr>
              </a:p>
              <a:p>
                <a:pPr>
                  <a:spcAft>
                    <a:spcPts val="500"/>
                  </a:spcAft>
                  <a:buClr>
                    <a:srgbClr val="619E64"/>
                  </a:buClr>
                  <a:buSzPct val="85000"/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kern="0" smtClean="0">
                          <a:solidFill>
                            <a:srgbClr val="546970"/>
                          </a:solidFill>
                          <a:latin typeface="Cambria Math" panose="02040503050406030204" pitchFamily="18" charset="0"/>
                          <a:ea typeface="Source Sans Pro" panose="020B0503030403020204" pitchFamily="34" charset="0"/>
                          <a:cs typeface="Calibri" panose="020F0502020204030204" pitchFamily="34" charset="0"/>
                        </a:rPr>
                        <m:t>𝑎</m:t>
                      </m:r>
                      <m:r>
                        <a:rPr lang="en-US" b="0" i="1" kern="0" smtClean="0">
                          <a:solidFill>
                            <a:srgbClr val="546970"/>
                          </a:solidFill>
                          <a:latin typeface="Cambria Math" panose="02040503050406030204" pitchFamily="18" charset="0"/>
                          <a:ea typeface="Source Sans Pro" panose="020B0503030403020204" pitchFamily="34" charset="0"/>
                          <a:cs typeface="Calibri" panose="020F0502020204030204" pitchFamily="34" charset="0"/>
                        </a:rPr>
                        <m:t>: ⟨</m:t>
                      </m:r>
                      <m:r>
                        <m:rPr>
                          <m:nor/>
                        </m:rPr>
                        <a:rPr lang="en-US" b="0" i="0" cap="small" smtClean="0">
                          <a:solidFill>
                            <a:srgbClr val="FF0000"/>
                          </a:solidFill>
                          <a:latin typeface="Lucida Sans Typewriter" panose="020B0509030504030204" pitchFamily="49" charset="0"/>
                          <a:ea typeface="Noto Mono" panose="020B0609030804020204" pitchFamily="49" charset="0"/>
                          <a:cs typeface="Noto Mono" panose="020B0609030804020204" pitchFamily="49" charset="0"/>
                        </a:rPr>
                        <m:t>Ans</m:t>
                      </m:r>
                      <m:r>
                        <a:rPr lang="en-US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Source Sans Pro" panose="020B0503030403020204" pitchFamily="34" charset="0"/>
                        </a:rPr>
                        <m:t>, </m:t>
                      </m:r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Source Sans Pro" panose="020B0503030403020204" pitchFamily="34" charset="0"/>
                        </a:rPr>
                        <m:t>∅⟩</m:t>
                      </m:r>
                    </m:oMath>
                  </m:oMathPara>
                </a14:m>
                <a:endParaRPr lang="en-US" kern="0" dirty="0">
                  <a:solidFill>
                    <a:srgbClr val="546970"/>
                  </a:solidFill>
                  <a:latin typeface="Lucida Sans Typewriter" panose="020B0509030504030204" pitchFamily="49" charset="0"/>
                  <a:ea typeface="Noto Mono" panose="020B0609030804020204" pitchFamily="49" charset="0"/>
                  <a:cs typeface="Noto Mono" panose="020B0609030804020204" pitchFamily="49" charset="0"/>
                </a:endParaRPr>
              </a:p>
            </p:txBody>
          </p:sp>
        </mc:Choice>
        <mc:Fallback>
          <p:sp>
            <p:nvSpPr>
              <p:cNvPr id="13" name="Rectangle: Rounded Corners 12">
                <a:extLst>
                  <a:ext uri="{FF2B5EF4-FFF2-40B4-BE49-F238E27FC236}">
                    <a16:creationId xmlns:a16="http://schemas.microsoft.com/office/drawing/2014/main" id="{C061B3F7-6AA9-476A-B756-6FAB67FBA88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77369" y="5022667"/>
                <a:ext cx="3665499" cy="1137270"/>
              </a:xfrm>
              <a:prstGeom prst="roundRect">
                <a:avLst>
                  <a:gd name="adj" fmla="val 4626"/>
                </a:avLst>
              </a:prstGeom>
              <a:blipFill>
                <a:blip r:embed="rId8"/>
                <a:stretch>
                  <a:fillRect/>
                </a:stretch>
              </a:blipFill>
              <a:ln w="19050">
                <a:solidFill>
                  <a:srgbClr val="70838B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745851B6-4918-4E88-8449-C0FF97CFD6D2}"/>
              </a:ext>
            </a:extLst>
          </p:cNvPr>
          <p:cNvCxnSpPr>
            <a:cxnSpLocks/>
            <a:endCxn id="13" idx="0"/>
          </p:cNvCxnSpPr>
          <p:nvPr/>
        </p:nvCxnSpPr>
        <p:spPr>
          <a:xfrm>
            <a:off x="2813629" y="4365498"/>
            <a:ext cx="2396490" cy="657169"/>
          </a:xfrm>
          <a:prstGeom prst="straightConnector1">
            <a:avLst/>
          </a:prstGeom>
          <a:ln w="28575">
            <a:solidFill>
              <a:srgbClr val="54697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AD944116-1AD9-4231-B603-9A789F2EFE7A}"/>
              </a:ext>
            </a:extLst>
          </p:cNvPr>
          <p:cNvCxnSpPr>
            <a:cxnSpLocks/>
          </p:cNvCxnSpPr>
          <p:nvPr/>
        </p:nvCxnSpPr>
        <p:spPr>
          <a:xfrm flipH="1">
            <a:off x="1679945" y="4365498"/>
            <a:ext cx="1133684" cy="634309"/>
          </a:xfrm>
          <a:prstGeom prst="straightConnector1">
            <a:avLst/>
          </a:prstGeom>
          <a:ln w="28575">
            <a:solidFill>
              <a:srgbClr val="54697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Google Shape;65;p14">
            <a:extLst>
              <a:ext uri="{FF2B5EF4-FFF2-40B4-BE49-F238E27FC236}">
                <a16:creationId xmlns:a16="http://schemas.microsoft.com/office/drawing/2014/main" id="{884D1C04-C8F8-40CE-97BE-EA07C6644242}"/>
              </a:ext>
            </a:extLst>
          </p:cNvPr>
          <p:cNvSpPr txBox="1">
            <a:spLocks/>
          </p:cNvSpPr>
          <p:nvPr/>
        </p:nvSpPr>
        <p:spPr>
          <a:xfrm>
            <a:off x="3734316" y="209319"/>
            <a:ext cx="4723369" cy="800179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121900" tIns="121900" rIns="121900" bIns="12190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 b="0" i="0" u="none" strike="noStrike" cap="non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 b="0" i="0" u="none" strike="noStrike" cap="non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 b="0" i="0" u="none" strike="noStrike" cap="non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 b="0" i="0" u="none" strike="noStrike" cap="non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 b="0" i="0" u="none" strike="noStrike" cap="non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 b="0" i="0" u="none" strike="noStrike" cap="non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 b="0" i="0" u="none" strike="noStrike" cap="non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 b="0" i="0" u="none" strike="noStrike" cap="non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 b="0" i="0" u="none" strike="noStrike" cap="non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9pPr>
          </a:lstStyle>
          <a:p>
            <a:pPr defTabSz="914400"/>
            <a:r>
              <a:rPr lang="en-US" sz="3600" b="1" kern="0" dirty="0">
                <a:solidFill>
                  <a:srgbClr val="546970"/>
                </a:solidFill>
                <a:latin typeface="Bookman Old Style" panose="02050604050505020204" pitchFamily="18" charset="0"/>
              </a:rPr>
              <a:t>Property Checking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9174E36C-078D-4E39-BCB0-EB6C7A418B21}"/>
              </a:ext>
            </a:extLst>
          </p:cNvPr>
          <p:cNvSpPr/>
          <p:nvPr/>
        </p:nvSpPr>
        <p:spPr>
          <a:xfrm>
            <a:off x="228211" y="1168214"/>
            <a:ext cx="3246509" cy="932259"/>
          </a:xfrm>
          <a:prstGeom prst="roundRect">
            <a:avLst>
              <a:gd name="adj" fmla="val 1871"/>
            </a:avLst>
          </a:prstGeom>
          <a:solidFill>
            <a:srgbClr val="FFF9F9"/>
          </a:solidFill>
          <a:ln w="19050">
            <a:solidFill>
              <a:schemeClr val="accent6">
                <a:lumMod val="75000"/>
              </a:schemeClr>
            </a:solidFill>
          </a:ln>
          <a:effectLst>
            <a:outerShdw blurRad="508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r>
              <a:rPr lang="en-US" b="1">
                <a:solidFill>
                  <a:schemeClr val="accent6">
                    <a:lumMod val="7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Answer Consistency </a:t>
            </a:r>
            <a:endParaRPr lang="en-US">
              <a:solidFill>
                <a:schemeClr val="accent6">
                  <a:lumMod val="75000"/>
                </a:schemeClr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r>
              <a:rPr lang="en-US">
                <a:solidFill>
                  <a:schemeClr val="accent6">
                    <a:lumMod val="7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Different sink nodes must return same answer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CC8E47C3-6949-4A0E-A362-5795563309C9}"/>
              </a:ext>
            </a:extLst>
          </p:cNvPr>
          <p:cNvSpPr/>
          <p:nvPr/>
        </p:nvSpPr>
        <p:spPr>
          <a:xfrm>
            <a:off x="8443955" y="1168214"/>
            <a:ext cx="3406139" cy="932259"/>
          </a:xfrm>
          <a:prstGeom prst="roundRect">
            <a:avLst>
              <a:gd name="adj" fmla="val 1871"/>
            </a:avLst>
          </a:prstGeom>
          <a:solidFill>
            <a:srgbClr val="FAFFFA"/>
          </a:solidFill>
          <a:ln w="19050">
            <a:solidFill>
              <a:srgbClr val="2E7D32"/>
            </a:solidFill>
          </a:ln>
          <a:effectLst>
            <a:outerShdw blurRad="508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r>
              <a:rPr lang="en-US" b="1">
                <a:solidFill>
                  <a:srgbClr val="2E7D32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No Rewrite Blackholing </a:t>
            </a:r>
            <a:endParaRPr lang="en-US">
              <a:solidFill>
                <a:srgbClr val="2E7D32"/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r>
              <a:rPr lang="en-US">
                <a:solidFill>
                  <a:srgbClr val="2E7D32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No path from root to a leaf can have a rewrite and end with </a:t>
            </a:r>
            <a:r>
              <a:rPr lang="en-US">
                <a:solidFill>
                  <a:srgbClr val="2E7D32"/>
                </a:solidFill>
                <a:latin typeface="Noto Mono" panose="020B0609030804020204" pitchFamily="49" charset="0"/>
                <a:ea typeface="Noto Mono" panose="020B0609030804020204" pitchFamily="49" charset="0"/>
                <a:cs typeface="Noto Mono" panose="020B0609030804020204" pitchFamily="49" charset="0"/>
              </a:rPr>
              <a:t>NX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4874969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C52E0B99-AFF1-4C89-9CB7-065020A237BD}"/>
              </a:ext>
            </a:extLst>
          </p:cNvPr>
          <p:cNvSpPr/>
          <p:nvPr/>
        </p:nvSpPr>
        <p:spPr>
          <a:xfrm flipV="1">
            <a:off x="4145001" y="886094"/>
            <a:ext cx="3901998" cy="27432"/>
          </a:xfrm>
          <a:prstGeom prst="roundRect">
            <a:avLst/>
          </a:prstGeom>
          <a:solidFill>
            <a:srgbClr val="26A69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Rectangle: Rounded Corners 22">
                <a:extLst>
                  <a:ext uri="{FF2B5EF4-FFF2-40B4-BE49-F238E27FC236}">
                    <a16:creationId xmlns:a16="http://schemas.microsoft.com/office/drawing/2014/main" id="{A0722FD6-1C62-4B5F-B58C-BB62530F8C23}"/>
                  </a:ext>
                </a:extLst>
              </p:cNvPr>
              <p:cNvSpPr/>
              <p:nvPr/>
            </p:nvSpPr>
            <p:spPr>
              <a:xfrm>
                <a:off x="2167474" y="1163729"/>
                <a:ext cx="8426384" cy="1898184"/>
              </a:xfrm>
              <a:prstGeom prst="roundRect">
                <a:avLst>
                  <a:gd name="adj" fmla="val 2798"/>
                </a:avLst>
              </a:prstGeom>
              <a:solidFill>
                <a:srgbClr val="FAFFFA"/>
              </a:solidFill>
              <a:ln w="19050">
                <a:solidFill>
                  <a:srgbClr val="2E7D32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wrap="square" rtlCol="0" anchor="ctr">
                <a:spAutoFit/>
              </a:bodyPr>
              <a:lstStyle/>
              <a:p>
                <a:pPr algn="ctr">
                  <a:lnSpc>
                    <a:spcPct val="100000"/>
                  </a:lnSpc>
                  <a:spcAft>
                    <a:spcPts val="500"/>
                  </a:spcAft>
                  <a:buClr>
                    <a:srgbClr val="2E7D32"/>
                  </a:buClr>
                  <a:buSzPct val="85000"/>
                  <a:defRPr/>
                </a:pPr>
                <a:r>
                  <a:rPr lang="en-US" sz="2800" b="1" kern="0">
                    <a:solidFill>
                      <a:srgbClr val="2E7D32"/>
                    </a:solidFill>
                    <a:latin typeface="Palatino Linotype" panose="02040502050505030304" pitchFamily="18" charset="0"/>
                    <a:ea typeface="Noto Sans" panose="020B0502040504020204" pitchFamily="34"/>
                    <a:cs typeface="Noto Sans" panose="020B0502040504020204" pitchFamily="34"/>
                  </a:rPr>
                  <a:t>EC Generation Soundness</a:t>
                </a:r>
              </a:p>
              <a:p>
                <a:pPr>
                  <a:lnSpc>
                    <a:spcPct val="100000"/>
                  </a:lnSpc>
                  <a:spcAft>
                    <a:spcPts val="500"/>
                  </a:spcAft>
                  <a:buClr>
                    <a:srgbClr val="2E7D32"/>
                  </a:buClr>
                  <a:buSzPct val="85000"/>
                  <a:defRPr/>
                </a:pPr>
                <a:r>
                  <a:rPr lang="en-US" sz="2800" kern="0">
                    <a:solidFill>
                      <a:srgbClr val="2E7D32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  <a:cs typeface="Noto Mono" panose="020B0609030804020204" pitchFamily="49" charset="0"/>
                  </a:rPr>
                  <a:t>If two queries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b="0" i="1" kern="0" smtClean="0">
                            <a:solidFill>
                              <a:srgbClr val="2E7D32"/>
                            </a:solidFill>
                            <a:latin typeface="Cambria Math" panose="02040503050406030204" pitchFamily="18" charset="0"/>
                            <a:ea typeface="Source Sans Pro" panose="020B0503030403020204" pitchFamily="34" charset="0"/>
                            <a:cs typeface="Noto Mono" panose="020B0609030804020204" pitchFamily="49" charset="0"/>
                          </a:rPr>
                        </m:ctrlPr>
                      </m:sSubPr>
                      <m:e>
                        <m:r>
                          <a:rPr lang="en-US" sz="2800" b="0" i="1" kern="0" smtClean="0">
                            <a:solidFill>
                              <a:srgbClr val="2E7D32"/>
                            </a:solidFill>
                            <a:latin typeface="Cambria Math" panose="02040503050406030204" pitchFamily="18" charset="0"/>
                            <a:ea typeface="Source Sans Pro" panose="020B0503030403020204" pitchFamily="34" charset="0"/>
                            <a:cs typeface="Noto Mono" panose="020B0609030804020204" pitchFamily="49" charset="0"/>
                          </a:rPr>
                          <m:t>𝑞</m:t>
                        </m:r>
                      </m:e>
                      <m:sub>
                        <m:r>
                          <a:rPr lang="en-US" sz="2800" b="0" i="1" kern="0" smtClean="0">
                            <a:solidFill>
                              <a:srgbClr val="2E7D32"/>
                            </a:solidFill>
                            <a:latin typeface="Cambria Math" panose="02040503050406030204" pitchFamily="18" charset="0"/>
                            <a:ea typeface="Source Sans Pro" panose="020B0503030403020204" pitchFamily="34" charset="0"/>
                            <a:cs typeface="Noto Mono" panose="020B0609030804020204" pitchFamily="49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800" kern="0">
                    <a:solidFill>
                      <a:srgbClr val="2E7D32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  <a:cs typeface="Noto Mono" panose="020B0609030804020204" pitchFamily="49" charset="0"/>
                  </a:rPr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 kern="0">
                            <a:solidFill>
                              <a:srgbClr val="2E7D32"/>
                            </a:solidFill>
                            <a:latin typeface="Cambria Math" panose="02040503050406030204" pitchFamily="18" charset="0"/>
                            <a:ea typeface="Source Sans Pro" panose="020B0503030403020204" pitchFamily="34" charset="0"/>
                            <a:cs typeface="Noto Mono" panose="020B0609030804020204" pitchFamily="49" charset="0"/>
                          </a:rPr>
                        </m:ctrlPr>
                      </m:sSubPr>
                      <m:e>
                        <m:r>
                          <a:rPr lang="en-US" sz="2800" i="1" kern="0">
                            <a:solidFill>
                              <a:srgbClr val="2E7D32"/>
                            </a:solidFill>
                            <a:latin typeface="Cambria Math" panose="02040503050406030204" pitchFamily="18" charset="0"/>
                            <a:ea typeface="Source Sans Pro" panose="020B0503030403020204" pitchFamily="34" charset="0"/>
                            <a:cs typeface="Noto Mono" panose="020B0609030804020204" pitchFamily="49" charset="0"/>
                          </a:rPr>
                          <m:t>𝑞</m:t>
                        </m:r>
                      </m:e>
                      <m:sub>
                        <m:r>
                          <a:rPr lang="en-US" sz="2800" b="0" i="1" kern="0" smtClean="0">
                            <a:solidFill>
                              <a:srgbClr val="2E7D32"/>
                            </a:solidFill>
                            <a:latin typeface="Cambria Math" panose="02040503050406030204" pitchFamily="18" charset="0"/>
                            <a:ea typeface="Source Sans Pro" panose="020B0503030403020204" pitchFamily="34" charset="0"/>
                            <a:cs typeface="Noto Mono" panose="020B0609030804020204" pitchFamily="49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800" kern="0">
                    <a:solidFill>
                      <a:srgbClr val="2E7D32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  <a:cs typeface="Noto Mono" panose="020B0609030804020204" pitchFamily="49" charset="0"/>
                  </a:rPr>
                  <a:t> are in the same EC computed by the algorithm, then they are treated equivalently at each name server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 kern="0">
                            <a:solidFill>
                              <a:srgbClr val="2E7D32"/>
                            </a:solidFill>
                            <a:latin typeface="Cambria Math" panose="02040503050406030204" pitchFamily="18" charset="0"/>
                            <a:ea typeface="Source Sans Pro" panose="020B0503030403020204" pitchFamily="34" charset="0"/>
                            <a:cs typeface="Noto Mono" panose="020B0609030804020204" pitchFamily="49" charset="0"/>
                          </a:rPr>
                        </m:ctrlPr>
                      </m:sSubPr>
                      <m:e>
                        <m:r>
                          <a:rPr lang="en-US" sz="2800" b="0" i="1" kern="0" smtClean="0">
                            <a:solidFill>
                              <a:srgbClr val="2E7D32"/>
                            </a:solidFill>
                            <a:latin typeface="Cambria Math" panose="02040503050406030204" pitchFamily="18" charset="0"/>
                            <a:ea typeface="Source Sans Pro" panose="020B0503030403020204" pitchFamily="34" charset="0"/>
                            <a:cs typeface="Noto Mono" panose="020B0609030804020204" pitchFamily="49" charset="0"/>
                          </a:rPr>
                          <m:t>(</m:t>
                        </m:r>
                        <m:r>
                          <a:rPr lang="en-US" sz="2800" i="1" kern="0">
                            <a:solidFill>
                              <a:srgbClr val="2E7D32"/>
                            </a:solidFill>
                            <a:latin typeface="Cambria Math" panose="02040503050406030204" pitchFamily="18" charset="0"/>
                            <a:ea typeface="Source Sans Pro" panose="020B0503030403020204" pitchFamily="34" charset="0"/>
                            <a:cs typeface="Noto Mono" panose="020B0609030804020204" pitchFamily="49" charset="0"/>
                          </a:rPr>
                          <m:t>𝑞</m:t>
                        </m:r>
                      </m:e>
                      <m:sub>
                        <m:r>
                          <a:rPr lang="en-US" sz="2800" i="1" kern="0">
                            <a:solidFill>
                              <a:srgbClr val="2E7D32"/>
                            </a:solidFill>
                            <a:latin typeface="Cambria Math" panose="02040503050406030204" pitchFamily="18" charset="0"/>
                            <a:ea typeface="Source Sans Pro" panose="020B0503030403020204" pitchFamily="34" charset="0"/>
                            <a:cs typeface="Noto Mono" panose="020B0609030804020204" pitchFamily="49" charset="0"/>
                          </a:rPr>
                          <m:t>1</m:t>
                        </m:r>
                      </m:sub>
                    </m:sSub>
                    <m:r>
                      <a:rPr lang="en-US" sz="2800" b="0" i="1" kern="0" smtClean="0">
                        <a:solidFill>
                          <a:srgbClr val="2E7D32"/>
                        </a:solidFill>
                        <a:latin typeface="Cambria Math" panose="02040503050406030204" pitchFamily="18" charset="0"/>
                        <a:ea typeface="Source Sans Pro" panose="020B0503030403020204" pitchFamily="34" charset="0"/>
                        <a:cs typeface="Noto Mono" panose="020B0609030804020204" pitchFamily="49" charset="0"/>
                      </a:rPr>
                      <m:t>~ </m:t>
                    </m:r>
                    <m:sSub>
                      <m:sSubPr>
                        <m:ctrlPr>
                          <a:rPr lang="en-US" sz="2800" b="0" i="1" kern="0" smtClean="0">
                            <a:solidFill>
                              <a:srgbClr val="2E7D32"/>
                            </a:solidFill>
                            <a:latin typeface="Cambria Math" panose="02040503050406030204" pitchFamily="18" charset="0"/>
                            <a:ea typeface="Source Sans Pro" panose="020B0503030403020204" pitchFamily="34" charset="0"/>
                            <a:cs typeface="Noto Mono" panose="020B0609030804020204" pitchFamily="49" charset="0"/>
                          </a:rPr>
                        </m:ctrlPr>
                      </m:sSubPr>
                      <m:e>
                        <m:r>
                          <a:rPr lang="en-US" sz="2800" b="0" i="1" kern="0" smtClean="0">
                            <a:solidFill>
                              <a:srgbClr val="2E7D32"/>
                            </a:solidFill>
                            <a:latin typeface="Cambria Math" panose="02040503050406030204" pitchFamily="18" charset="0"/>
                            <a:ea typeface="Source Sans Pro" panose="020B0503030403020204" pitchFamily="34" charset="0"/>
                            <a:cs typeface="Noto Mono" panose="020B0609030804020204" pitchFamily="49" charset="0"/>
                          </a:rPr>
                          <m:t>𝑞</m:t>
                        </m:r>
                      </m:e>
                      <m:sub>
                        <m:r>
                          <a:rPr lang="en-US" sz="2800" b="0" i="1" kern="0" smtClean="0">
                            <a:solidFill>
                              <a:srgbClr val="2E7D32"/>
                            </a:solidFill>
                            <a:latin typeface="Cambria Math" panose="02040503050406030204" pitchFamily="18" charset="0"/>
                            <a:ea typeface="Source Sans Pro" panose="020B0503030403020204" pitchFamily="34" charset="0"/>
                            <a:cs typeface="Noto Mono" panose="020B0609030804020204" pitchFamily="49" charset="0"/>
                          </a:rPr>
                          <m:t>2</m:t>
                        </m:r>
                      </m:sub>
                    </m:sSub>
                    <m:r>
                      <a:rPr lang="en-US" sz="2800" b="0" i="1" kern="0" smtClean="0">
                        <a:solidFill>
                          <a:srgbClr val="2E7D32"/>
                        </a:solidFill>
                        <a:latin typeface="Cambria Math" panose="02040503050406030204" pitchFamily="18" charset="0"/>
                        <a:ea typeface="Source Sans Pro" panose="020B0503030403020204" pitchFamily="34" charset="0"/>
                        <a:cs typeface="Noto Mono" panose="020B0609030804020204" pitchFamily="49" charset="0"/>
                      </a:rPr>
                      <m:t>)</m:t>
                    </m:r>
                  </m:oMath>
                </a14:m>
                <a:endParaRPr lang="en-US" sz="2800" kern="0">
                  <a:solidFill>
                    <a:srgbClr val="2E7D32"/>
                  </a:solidFill>
                  <a:latin typeface="Source Sans Pro" panose="020B0503030403020204" pitchFamily="34" charset="0"/>
                  <a:ea typeface="Source Sans Pro" panose="020B0503030403020204" pitchFamily="34" charset="0"/>
                  <a:cs typeface="Noto Mono" panose="020B0609030804020204" pitchFamily="49" charset="0"/>
                </a:endParaRPr>
              </a:p>
            </p:txBody>
          </p:sp>
        </mc:Choice>
        <mc:Fallback xmlns="">
          <p:sp>
            <p:nvSpPr>
              <p:cNvPr id="23" name="Rectangle: Rounded Corners 22">
                <a:extLst>
                  <a:ext uri="{FF2B5EF4-FFF2-40B4-BE49-F238E27FC236}">
                    <a16:creationId xmlns:a16="http://schemas.microsoft.com/office/drawing/2014/main" id="{A0722FD6-1C62-4B5F-B58C-BB62530F8C2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67474" y="1163729"/>
                <a:ext cx="8426384" cy="1898184"/>
              </a:xfrm>
              <a:prstGeom prst="roundRect">
                <a:avLst>
                  <a:gd name="adj" fmla="val 2798"/>
                </a:avLst>
              </a:prstGeom>
              <a:blipFill>
                <a:blip r:embed="rId4"/>
                <a:stretch>
                  <a:fillRect/>
                </a:stretch>
              </a:blipFill>
              <a:ln w="19050">
                <a:solidFill>
                  <a:srgbClr val="2E7D32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Rectangle: Rounded Corners 23">
                <a:extLst>
                  <a:ext uri="{FF2B5EF4-FFF2-40B4-BE49-F238E27FC236}">
                    <a16:creationId xmlns:a16="http://schemas.microsoft.com/office/drawing/2014/main" id="{7E3B734A-ACA5-4390-98A2-E0B1692D44D1}"/>
                  </a:ext>
                </a:extLst>
              </p:cNvPr>
              <p:cNvSpPr/>
              <p:nvPr/>
            </p:nvSpPr>
            <p:spPr>
              <a:xfrm>
                <a:off x="2167474" y="3544990"/>
                <a:ext cx="8426385" cy="1028075"/>
              </a:xfrm>
              <a:prstGeom prst="roundRect">
                <a:avLst>
                  <a:gd name="adj" fmla="val 2798"/>
                </a:avLst>
              </a:prstGeom>
              <a:solidFill>
                <a:srgbClr val="FAFFFA"/>
              </a:solidFill>
              <a:ln w="19050">
                <a:solidFill>
                  <a:srgbClr val="2E7D32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wrap="square" rtlCol="0" anchor="ctr">
                <a:spAutoFit/>
              </a:bodyPr>
              <a:lstStyle/>
              <a:p>
                <a:pPr algn="ctr">
                  <a:lnSpc>
                    <a:spcPct val="100000"/>
                  </a:lnSpc>
                  <a:spcAft>
                    <a:spcPts val="500"/>
                  </a:spcAft>
                  <a:buClr>
                    <a:srgbClr val="2E7D32"/>
                  </a:buClr>
                  <a:buSzPct val="85000"/>
                  <a:defRPr/>
                </a:pPr>
                <a:r>
                  <a:rPr lang="en-US" sz="2800" b="1" kern="0">
                    <a:solidFill>
                      <a:srgbClr val="2E7D32"/>
                    </a:solidFill>
                    <a:latin typeface="Palatino Linotype" panose="02040502050505030304" pitchFamily="18" charset="0"/>
                    <a:ea typeface="Noto Sans" panose="020B0502040504020204" pitchFamily="34"/>
                    <a:cs typeface="Noto Sans" panose="020B0502040504020204" pitchFamily="34"/>
                  </a:rPr>
                  <a:t>Soundness</a:t>
                </a:r>
              </a:p>
              <a:p>
                <a:pPr>
                  <a:lnSpc>
                    <a:spcPct val="100000"/>
                  </a:lnSpc>
                  <a:spcAft>
                    <a:spcPts val="500"/>
                  </a:spcAft>
                  <a:buClr>
                    <a:srgbClr val="2E7D32"/>
                  </a:buClr>
                  <a:buSzPct val="85000"/>
                  <a:defRPr/>
                </a:pPr>
                <a:r>
                  <a:rPr lang="en-US" sz="2800" kern="0">
                    <a:solidFill>
                      <a:srgbClr val="2E7D32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  <a:cs typeface="Noto Mono" panose="020B0609030804020204" pitchFamily="49" charset="0"/>
                  </a:rPr>
                  <a:t>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 kern="0">
                            <a:solidFill>
                              <a:srgbClr val="2E7D32"/>
                            </a:solidFill>
                            <a:latin typeface="Cambria Math" panose="02040503050406030204" pitchFamily="18" charset="0"/>
                            <a:ea typeface="Source Sans Pro" panose="020B0503030403020204" pitchFamily="34" charset="0"/>
                            <a:cs typeface="Noto Mono" panose="020B0609030804020204" pitchFamily="49" charset="0"/>
                          </a:rPr>
                        </m:ctrlPr>
                      </m:sSubPr>
                      <m:e>
                        <m:r>
                          <a:rPr lang="en-US" sz="2800" i="1" kern="0">
                            <a:solidFill>
                              <a:srgbClr val="2E7D32"/>
                            </a:solidFill>
                            <a:latin typeface="Cambria Math" panose="02040503050406030204" pitchFamily="18" charset="0"/>
                            <a:ea typeface="Source Sans Pro" panose="020B0503030403020204" pitchFamily="34" charset="0"/>
                            <a:cs typeface="Noto Mono" panose="020B0609030804020204" pitchFamily="49" charset="0"/>
                          </a:rPr>
                          <m:t>𝑞</m:t>
                        </m:r>
                      </m:e>
                      <m:sub>
                        <m:r>
                          <a:rPr lang="en-US" sz="2800" i="1" kern="0">
                            <a:solidFill>
                              <a:srgbClr val="2E7D32"/>
                            </a:solidFill>
                            <a:latin typeface="Cambria Math" panose="02040503050406030204" pitchFamily="18" charset="0"/>
                            <a:ea typeface="Source Sans Pro" panose="020B0503030403020204" pitchFamily="34" charset="0"/>
                            <a:cs typeface="Noto Mono" panose="020B0609030804020204" pitchFamily="49" charset="0"/>
                          </a:rPr>
                          <m:t>1</m:t>
                        </m:r>
                      </m:sub>
                    </m:sSub>
                    <m:r>
                      <a:rPr lang="en-US" sz="2800" i="1" kern="0">
                        <a:solidFill>
                          <a:srgbClr val="2E7D32"/>
                        </a:solidFill>
                        <a:latin typeface="Cambria Math" panose="02040503050406030204" pitchFamily="18" charset="0"/>
                        <a:ea typeface="Source Sans Pro" panose="020B0503030403020204" pitchFamily="34" charset="0"/>
                        <a:cs typeface="Noto Mono" panose="020B0609030804020204" pitchFamily="49" charset="0"/>
                      </a:rPr>
                      <m:t>~ </m:t>
                    </m:r>
                    <m:sSub>
                      <m:sSubPr>
                        <m:ctrlPr>
                          <a:rPr lang="en-US" sz="2800" i="1" kern="0">
                            <a:solidFill>
                              <a:srgbClr val="2E7D32"/>
                            </a:solidFill>
                            <a:latin typeface="Cambria Math" panose="02040503050406030204" pitchFamily="18" charset="0"/>
                            <a:ea typeface="Source Sans Pro" panose="020B0503030403020204" pitchFamily="34" charset="0"/>
                            <a:cs typeface="Noto Mono" panose="020B0609030804020204" pitchFamily="49" charset="0"/>
                          </a:rPr>
                        </m:ctrlPr>
                      </m:sSubPr>
                      <m:e>
                        <m:r>
                          <a:rPr lang="en-US" sz="2800" i="1" kern="0">
                            <a:solidFill>
                              <a:srgbClr val="2E7D32"/>
                            </a:solidFill>
                            <a:latin typeface="Cambria Math" panose="02040503050406030204" pitchFamily="18" charset="0"/>
                            <a:ea typeface="Source Sans Pro" panose="020B0503030403020204" pitchFamily="34" charset="0"/>
                            <a:cs typeface="Noto Mono" panose="020B0609030804020204" pitchFamily="49" charset="0"/>
                          </a:rPr>
                          <m:t>𝑞</m:t>
                        </m:r>
                      </m:e>
                      <m:sub>
                        <m:r>
                          <a:rPr lang="en-US" sz="2800" i="1" kern="0">
                            <a:solidFill>
                              <a:srgbClr val="2E7D32"/>
                            </a:solidFill>
                            <a:latin typeface="Cambria Math" panose="02040503050406030204" pitchFamily="18" charset="0"/>
                            <a:ea typeface="Source Sans Pro" panose="020B0503030403020204" pitchFamily="34" charset="0"/>
                            <a:cs typeface="Noto Mono" panose="020B0609030804020204" pitchFamily="49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800" kern="0">
                    <a:solidFill>
                      <a:srgbClr val="2E7D32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  <a:cs typeface="Noto Mono" panose="020B0609030804020204" pitchFamily="49" charset="0"/>
                  </a:rPr>
                  <a:t>, then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 kern="0">
                            <a:solidFill>
                              <a:srgbClr val="2E7D32"/>
                            </a:solidFill>
                            <a:latin typeface="Cambria Math" panose="02040503050406030204" pitchFamily="18" charset="0"/>
                            <a:ea typeface="Source Sans Pro" panose="020B0503030403020204" pitchFamily="34" charset="0"/>
                            <a:cs typeface="Noto Mono" panose="020B0609030804020204" pitchFamily="49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US" sz="2800" b="0" i="0" kern="0" cap="small" smtClean="0">
                            <a:solidFill>
                              <a:srgbClr val="2E7D32"/>
                            </a:solidFill>
                            <a:latin typeface="Noto Mono" panose="020B0609030804020204" pitchFamily="49" charset="0"/>
                            <a:ea typeface="Noto Mono" panose="020B0609030804020204" pitchFamily="49" charset="0"/>
                            <a:cs typeface="Noto Mono" panose="020B0609030804020204" pitchFamily="49" charset="0"/>
                          </a:rPr>
                          <m:t>Resolution</m:t>
                        </m:r>
                        <m:r>
                          <a:rPr lang="en-US" sz="2800" i="1" kern="0">
                            <a:solidFill>
                              <a:srgbClr val="2E7D32"/>
                            </a:solidFill>
                            <a:latin typeface="Cambria Math" panose="02040503050406030204" pitchFamily="18" charset="0"/>
                            <a:ea typeface="Source Sans Pro" panose="020B0503030403020204" pitchFamily="34" charset="0"/>
                            <a:cs typeface="Noto Mono" panose="020B0609030804020204" pitchFamily="49" charset="0"/>
                          </a:rPr>
                          <m:t>(</m:t>
                        </m:r>
                        <m:r>
                          <a:rPr lang="en-US" sz="2800" i="1" kern="0">
                            <a:solidFill>
                              <a:srgbClr val="2E7D32"/>
                            </a:solidFill>
                            <a:latin typeface="Cambria Math" panose="02040503050406030204" pitchFamily="18" charset="0"/>
                            <a:ea typeface="Source Sans Pro" panose="020B0503030403020204" pitchFamily="34" charset="0"/>
                            <a:cs typeface="Noto Mono" panose="020B0609030804020204" pitchFamily="49" charset="0"/>
                          </a:rPr>
                          <m:t>𝑞</m:t>
                        </m:r>
                      </m:e>
                      <m:sub>
                        <m:r>
                          <a:rPr lang="en-US" sz="2800" i="1" kern="0">
                            <a:solidFill>
                              <a:srgbClr val="2E7D32"/>
                            </a:solidFill>
                            <a:latin typeface="Cambria Math" panose="02040503050406030204" pitchFamily="18" charset="0"/>
                            <a:ea typeface="Source Sans Pro" panose="020B0503030403020204" pitchFamily="34" charset="0"/>
                            <a:cs typeface="Noto Mono" panose="020B0609030804020204" pitchFamily="49" charset="0"/>
                          </a:rPr>
                          <m:t>1</m:t>
                        </m:r>
                      </m:sub>
                    </m:sSub>
                    <m:r>
                      <a:rPr lang="en-US" sz="2800" b="0" i="1" kern="0" smtClean="0">
                        <a:solidFill>
                          <a:srgbClr val="2E7D32"/>
                        </a:solidFill>
                        <a:latin typeface="Cambria Math" panose="02040503050406030204" pitchFamily="18" charset="0"/>
                        <a:ea typeface="Source Sans Pro" panose="020B0503030403020204" pitchFamily="34" charset="0"/>
                        <a:cs typeface="Noto Mono" panose="020B0609030804020204" pitchFamily="49" charset="0"/>
                      </a:rPr>
                      <m:t>)=</m:t>
                    </m:r>
                    <m:r>
                      <m:rPr>
                        <m:nor/>
                      </m:rPr>
                      <a:rPr lang="en-US" sz="2800" kern="0" cap="small">
                        <a:solidFill>
                          <a:srgbClr val="2E7D32"/>
                        </a:solidFill>
                        <a:latin typeface="Noto Mono" panose="020B0609030804020204" pitchFamily="49" charset="0"/>
                        <a:ea typeface="Noto Mono" panose="020B0609030804020204" pitchFamily="49" charset="0"/>
                        <a:cs typeface="Noto Mono" panose="020B0609030804020204" pitchFamily="49" charset="0"/>
                      </a:rPr>
                      <m:t>Resol</m:t>
                    </m:r>
                    <m:r>
                      <m:rPr>
                        <m:nor/>
                      </m:rPr>
                      <a:rPr lang="en-US" sz="2800" b="0" i="0" kern="0" cap="small" smtClean="0">
                        <a:solidFill>
                          <a:srgbClr val="2E7D32"/>
                        </a:solidFill>
                        <a:latin typeface="Noto Mono" panose="020B0609030804020204" pitchFamily="49" charset="0"/>
                        <a:ea typeface="Noto Mono" panose="020B0609030804020204" pitchFamily="49" charset="0"/>
                        <a:cs typeface="Noto Mono" panose="020B0609030804020204" pitchFamily="49" charset="0"/>
                      </a:rPr>
                      <m:t>ution</m:t>
                    </m:r>
                    <m:d>
                      <m:dPr>
                        <m:ctrlPr>
                          <a:rPr lang="en-US" sz="2800" b="0" i="1" kern="0" smtClean="0">
                            <a:solidFill>
                              <a:srgbClr val="2E7D32"/>
                            </a:solidFill>
                            <a:latin typeface="Cambria Math" panose="02040503050406030204" pitchFamily="18" charset="0"/>
                            <a:ea typeface="Source Sans Pro" panose="020B0503030403020204" pitchFamily="34" charset="0"/>
                            <a:cs typeface="Noto Mono" panose="020B0609030804020204" pitchFamily="49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800" b="0" i="1" kern="0" smtClean="0">
                                <a:solidFill>
                                  <a:srgbClr val="2E7D32"/>
                                </a:solidFill>
                                <a:latin typeface="Cambria Math" panose="02040503050406030204" pitchFamily="18" charset="0"/>
                                <a:ea typeface="Source Sans Pro" panose="020B0503030403020204" pitchFamily="34" charset="0"/>
                                <a:cs typeface="Noto Mono" panose="020B0609030804020204" pitchFamily="49" charset="0"/>
                              </a:rPr>
                            </m:ctrlPr>
                          </m:sSubPr>
                          <m:e>
                            <m:r>
                              <a:rPr lang="en-US" sz="2800" b="0" i="1" kern="0" smtClean="0">
                                <a:solidFill>
                                  <a:srgbClr val="2E7D32"/>
                                </a:solidFill>
                                <a:latin typeface="Cambria Math" panose="02040503050406030204" pitchFamily="18" charset="0"/>
                                <a:ea typeface="Source Sans Pro" panose="020B0503030403020204" pitchFamily="34" charset="0"/>
                                <a:cs typeface="Noto Mono" panose="020B0609030804020204" pitchFamily="49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sz="2800" b="0" i="1" kern="0" smtClean="0">
                                <a:solidFill>
                                  <a:srgbClr val="2E7D32"/>
                                </a:solidFill>
                                <a:latin typeface="Cambria Math" panose="02040503050406030204" pitchFamily="18" charset="0"/>
                                <a:ea typeface="Source Sans Pro" panose="020B0503030403020204" pitchFamily="34" charset="0"/>
                                <a:cs typeface="Noto Mono" panose="020B0609030804020204" pitchFamily="49" charset="0"/>
                              </a:rPr>
                              <m:t>2</m:t>
                            </m:r>
                          </m:sub>
                        </m:sSub>
                      </m:e>
                    </m:d>
                  </m:oMath>
                </a14:m>
                <a:endParaRPr lang="en-US" sz="2800" kern="0">
                  <a:solidFill>
                    <a:srgbClr val="2E7D32"/>
                  </a:solidFill>
                  <a:latin typeface="Source Sans Pro" panose="020B0503030403020204" pitchFamily="34" charset="0"/>
                  <a:ea typeface="Source Sans Pro" panose="020B0503030403020204" pitchFamily="34" charset="0"/>
                  <a:cs typeface="Noto Mono" panose="020B0609030804020204" pitchFamily="49" charset="0"/>
                </a:endParaRPr>
              </a:p>
            </p:txBody>
          </p:sp>
        </mc:Choice>
        <mc:Fallback xmlns="">
          <p:sp>
            <p:nvSpPr>
              <p:cNvPr id="24" name="Rectangle: Rounded Corners 23">
                <a:extLst>
                  <a:ext uri="{FF2B5EF4-FFF2-40B4-BE49-F238E27FC236}">
                    <a16:creationId xmlns:a16="http://schemas.microsoft.com/office/drawing/2014/main" id="{7E3B734A-ACA5-4390-98A2-E0B1692D44D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67474" y="3544990"/>
                <a:ext cx="8426385" cy="1028075"/>
              </a:xfrm>
              <a:prstGeom prst="roundRect">
                <a:avLst>
                  <a:gd name="adj" fmla="val 2798"/>
                </a:avLst>
              </a:prstGeom>
              <a:blipFill>
                <a:blip r:embed="rId5"/>
                <a:stretch>
                  <a:fillRect/>
                </a:stretch>
              </a:blipFill>
              <a:ln w="19050">
                <a:solidFill>
                  <a:srgbClr val="2E7D32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Rectangle: Rounded Corners 24">
                <a:extLst>
                  <a:ext uri="{FF2B5EF4-FFF2-40B4-BE49-F238E27FC236}">
                    <a16:creationId xmlns:a16="http://schemas.microsoft.com/office/drawing/2014/main" id="{449C9D4C-64CC-4910-AADD-21BEAB5718C7}"/>
                  </a:ext>
                </a:extLst>
              </p:cNvPr>
              <p:cNvSpPr/>
              <p:nvPr/>
            </p:nvSpPr>
            <p:spPr>
              <a:xfrm>
                <a:off x="2167474" y="5056140"/>
                <a:ext cx="8426384" cy="1028075"/>
              </a:xfrm>
              <a:prstGeom prst="roundRect">
                <a:avLst>
                  <a:gd name="adj" fmla="val 2798"/>
                </a:avLst>
              </a:prstGeom>
              <a:solidFill>
                <a:srgbClr val="FAFFFA"/>
              </a:solidFill>
              <a:ln w="19050">
                <a:solidFill>
                  <a:srgbClr val="2E7D32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wrap="square" rtlCol="0" anchor="ctr">
                <a:spAutoFit/>
              </a:bodyPr>
              <a:lstStyle/>
              <a:p>
                <a:pPr algn="ctr">
                  <a:lnSpc>
                    <a:spcPct val="100000"/>
                  </a:lnSpc>
                  <a:spcAft>
                    <a:spcPts val="500"/>
                  </a:spcAft>
                  <a:buClr>
                    <a:srgbClr val="2E7D32"/>
                  </a:buClr>
                  <a:buSzPct val="85000"/>
                  <a:defRPr/>
                </a:pPr>
                <a:r>
                  <a:rPr lang="en-US" sz="2800" b="1" kern="0">
                    <a:solidFill>
                      <a:srgbClr val="2E7D32"/>
                    </a:solidFill>
                    <a:latin typeface="Palatino Linotype" panose="02040502050505030304" pitchFamily="18" charset="0"/>
                    <a:ea typeface="Noto Sans" panose="020B0502040504020204" pitchFamily="34"/>
                    <a:cs typeface="Noto Sans" panose="020B0502040504020204" pitchFamily="34"/>
                  </a:rPr>
                  <a:t>Completeness</a:t>
                </a:r>
              </a:p>
              <a:p>
                <a:pPr>
                  <a:lnSpc>
                    <a:spcPct val="100000"/>
                  </a:lnSpc>
                  <a:spcAft>
                    <a:spcPts val="500"/>
                  </a:spcAft>
                  <a:buClr>
                    <a:srgbClr val="2E7D32"/>
                  </a:buClr>
                  <a:buSzPct val="85000"/>
                  <a:defRPr/>
                </a:pPr>
                <a:r>
                  <a:rPr lang="en-US" sz="2800" kern="0">
                    <a:solidFill>
                      <a:srgbClr val="2E7D32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  <a:cs typeface="Noto Mono" panose="020B0609030804020204" pitchFamily="49" charset="0"/>
                  </a:rPr>
                  <a:t>Each query </a:t>
                </a:r>
                <a14:m>
                  <m:oMath xmlns:m="http://schemas.openxmlformats.org/officeDocument/2006/math">
                    <m:r>
                      <a:rPr lang="en-US" sz="2800" b="0" i="1" kern="0" smtClean="0">
                        <a:solidFill>
                          <a:srgbClr val="2E7D32"/>
                        </a:solidFill>
                        <a:latin typeface="Cambria Math" panose="02040503050406030204" pitchFamily="18" charset="0"/>
                        <a:ea typeface="Source Sans Pro" panose="020B0503030403020204" pitchFamily="34" charset="0"/>
                        <a:cs typeface="Noto Mono" panose="020B0609030804020204" pitchFamily="49" charset="0"/>
                      </a:rPr>
                      <m:t>𝑞</m:t>
                    </m:r>
                  </m:oMath>
                </a14:m>
                <a:r>
                  <a:rPr lang="en-US" sz="2800" kern="0">
                    <a:solidFill>
                      <a:srgbClr val="2E7D32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  <a:cs typeface="Noto Mono" panose="020B0609030804020204" pitchFamily="49" charset="0"/>
                  </a:rPr>
                  <a:t> belongs to at least one equivalence class</a:t>
                </a:r>
              </a:p>
            </p:txBody>
          </p:sp>
        </mc:Choice>
        <mc:Fallback xmlns="">
          <p:sp>
            <p:nvSpPr>
              <p:cNvPr id="25" name="Rectangle: Rounded Corners 24">
                <a:extLst>
                  <a:ext uri="{FF2B5EF4-FFF2-40B4-BE49-F238E27FC236}">
                    <a16:creationId xmlns:a16="http://schemas.microsoft.com/office/drawing/2014/main" id="{449C9D4C-64CC-4910-AADD-21BEAB5718C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67474" y="5056140"/>
                <a:ext cx="8426384" cy="1028075"/>
              </a:xfrm>
              <a:prstGeom prst="roundRect">
                <a:avLst>
                  <a:gd name="adj" fmla="val 2798"/>
                </a:avLst>
              </a:prstGeom>
              <a:blipFill>
                <a:blip r:embed="rId6"/>
                <a:stretch>
                  <a:fillRect/>
                </a:stretch>
              </a:blipFill>
              <a:ln w="19050">
                <a:solidFill>
                  <a:srgbClr val="2E7D32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Google Shape;65;p14">
            <a:extLst>
              <a:ext uri="{FF2B5EF4-FFF2-40B4-BE49-F238E27FC236}">
                <a16:creationId xmlns:a16="http://schemas.microsoft.com/office/drawing/2014/main" id="{9C0DA203-E76F-413E-B186-EF51A72E3A67}"/>
              </a:ext>
            </a:extLst>
          </p:cNvPr>
          <p:cNvSpPr txBox="1">
            <a:spLocks/>
          </p:cNvSpPr>
          <p:nvPr/>
        </p:nvSpPr>
        <p:spPr>
          <a:xfrm>
            <a:off x="3276659" y="209319"/>
            <a:ext cx="5638683" cy="800179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121900" tIns="121900" rIns="121900" bIns="12190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 b="0" i="0" u="none" strike="noStrike" cap="non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 b="0" i="0" u="none" strike="noStrike" cap="non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 b="0" i="0" u="none" strike="noStrike" cap="non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 b="0" i="0" u="none" strike="noStrike" cap="non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 b="0" i="0" u="none" strike="noStrike" cap="non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 b="0" i="0" u="none" strike="noStrike" cap="non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 b="0" i="0" u="none" strike="noStrike" cap="non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 b="0" i="0" u="none" strike="noStrike" cap="non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 b="0" i="0" u="none" strike="noStrike" cap="non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9pPr>
          </a:lstStyle>
          <a:p>
            <a:pPr defTabSz="914400"/>
            <a:r>
              <a:rPr lang="en-US" sz="3600" b="1" kern="0">
                <a:solidFill>
                  <a:srgbClr val="546970"/>
                </a:solidFill>
                <a:latin typeface="Bookman Old Style" panose="02050604050505020204" pitchFamily="18" charset="0"/>
              </a:rPr>
              <a:t>Correctness Theorems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7262460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uiExpand="1" build="p" animBg="1"/>
      <p:bldP spid="24" grpId="0" uiExpand="1" build="p" animBg="1"/>
      <p:bldP spid="25" grpId="0" uiExpand="1" build="p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2D906CAF-ED1E-4497-9E16-1CE9DB305745}"/>
              </a:ext>
            </a:extLst>
          </p:cNvPr>
          <p:cNvSpPr/>
          <p:nvPr/>
        </p:nvSpPr>
        <p:spPr>
          <a:xfrm flipV="1">
            <a:off x="4145001" y="886094"/>
            <a:ext cx="3901998" cy="27432"/>
          </a:xfrm>
          <a:prstGeom prst="roundRect">
            <a:avLst/>
          </a:prstGeom>
          <a:solidFill>
            <a:srgbClr val="26A69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243DFEE3-8550-4F48-8BBB-6659DDB8F623}"/>
              </a:ext>
            </a:extLst>
          </p:cNvPr>
          <p:cNvSpPr/>
          <p:nvPr/>
        </p:nvSpPr>
        <p:spPr>
          <a:xfrm>
            <a:off x="548315" y="1605362"/>
            <a:ext cx="5453900" cy="2309932"/>
          </a:xfrm>
          <a:prstGeom prst="roundRect">
            <a:avLst>
              <a:gd name="adj" fmla="val 2798"/>
            </a:avLst>
          </a:prstGeom>
          <a:solidFill>
            <a:srgbClr val="FAFFFA"/>
          </a:solidFill>
          <a:ln w="19050">
            <a:solidFill>
              <a:srgbClr val="2E7D3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marL="342900" indent="-342900">
              <a:lnSpc>
                <a:spcPct val="100000"/>
              </a:lnSpc>
              <a:spcAft>
                <a:spcPts val="500"/>
              </a:spcAft>
              <a:buClr>
                <a:srgbClr val="2E7D32"/>
              </a:buClr>
              <a:buSzPct val="85000"/>
              <a:buFont typeface="Wingdings 2" panose="05020102010507070707" pitchFamily="18" charset="2"/>
              <a:buChar char=""/>
              <a:defRPr/>
            </a:pPr>
            <a:r>
              <a:rPr lang="en-US" kern="0" dirty="0">
                <a:solidFill>
                  <a:srgbClr val="2E7D32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Calibri" panose="020F0502020204030204" pitchFamily="34" charset="0"/>
              </a:rPr>
              <a:t>Decentralized management – Central (</a:t>
            </a:r>
            <a:r>
              <a:rPr lang="en-US" kern="0" dirty="0">
                <a:solidFill>
                  <a:srgbClr val="2E7D32"/>
                </a:solidFill>
                <a:latin typeface="Lucida Sans Typewriter" panose="020B0509030504030204" pitchFamily="49" charset="0"/>
                <a:ea typeface="Noto Mono" panose="020B0609030804020204" pitchFamily="49" charset="0"/>
                <a:cs typeface="Noto Mono" panose="020B0609030804020204" pitchFamily="49" charset="0"/>
              </a:rPr>
              <a:t>campus.edu.</a:t>
            </a:r>
            <a:r>
              <a:rPr lang="en-US" kern="0" dirty="0">
                <a:solidFill>
                  <a:srgbClr val="2E7D32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Calibri" panose="020F0502020204030204" pitchFamily="34" charset="0"/>
              </a:rPr>
              <a:t>) and departmental (</a:t>
            </a:r>
            <a:r>
              <a:rPr lang="en-US" kern="0" dirty="0">
                <a:solidFill>
                  <a:srgbClr val="2E7D32"/>
                </a:solidFill>
                <a:latin typeface="Lucida Sans Typewriter" panose="020B0509030504030204" pitchFamily="49" charset="0"/>
                <a:ea typeface="Noto Mono" panose="020B0609030804020204" pitchFamily="49" charset="0"/>
                <a:cs typeface="Noto Mono" panose="020B0609030804020204" pitchFamily="49" charset="0"/>
              </a:rPr>
              <a:t>dept.campus.edu.</a:t>
            </a:r>
            <a:r>
              <a:rPr lang="en-US" kern="0" dirty="0">
                <a:solidFill>
                  <a:srgbClr val="2E7D32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Calibri" panose="020F0502020204030204" pitchFamily="34" charset="0"/>
              </a:rPr>
              <a:t>)</a:t>
            </a:r>
          </a:p>
          <a:p>
            <a:pPr marL="342900" indent="-342900">
              <a:lnSpc>
                <a:spcPct val="100000"/>
              </a:lnSpc>
              <a:spcAft>
                <a:spcPts val="500"/>
              </a:spcAft>
              <a:buClr>
                <a:srgbClr val="2E7D32"/>
              </a:buClr>
              <a:buSzPct val="85000"/>
              <a:buFont typeface="Wingdings 2" panose="05020102010507070707" pitchFamily="18" charset="2"/>
              <a:buChar char=""/>
              <a:defRPr/>
            </a:pPr>
            <a:r>
              <a:rPr lang="en-US" kern="0" dirty="0">
                <a:solidFill>
                  <a:srgbClr val="2E7D32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Noto Mono" panose="020B0609030804020204" pitchFamily="49" charset="0"/>
              </a:rPr>
              <a:t>Zone files of </a:t>
            </a:r>
            <a:r>
              <a:rPr lang="en-US" kern="0" dirty="0">
                <a:solidFill>
                  <a:srgbClr val="2E7D32"/>
                </a:solidFill>
                <a:latin typeface="Lucida Sans Typewriter" panose="020B0509030504030204" pitchFamily="49" charset="0"/>
                <a:ea typeface="Noto Mono" panose="020B0609030804020204" pitchFamily="49" charset="0"/>
                <a:cs typeface="Noto Mono" panose="020B0609030804020204" pitchFamily="49" charset="0"/>
              </a:rPr>
              <a:t>campus.edu. </a:t>
            </a:r>
            <a:r>
              <a:rPr lang="en-US" kern="0" dirty="0">
                <a:solidFill>
                  <a:srgbClr val="2E7D32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Noto Mono" panose="020B0609030804020204" pitchFamily="49" charset="0"/>
              </a:rPr>
              <a:t>and 895 subdomains</a:t>
            </a:r>
          </a:p>
          <a:p>
            <a:pPr marL="800100" lvl="1" indent="-342900">
              <a:spcAft>
                <a:spcPts val="500"/>
              </a:spcAft>
              <a:buClr>
                <a:srgbClr val="2E7D32"/>
              </a:buClr>
              <a:buSzPct val="99000"/>
              <a:buFont typeface="Wingdings" panose="05000000000000000000" pitchFamily="2" charset="2"/>
              <a:buChar char="§"/>
              <a:defRPr/>
            </a:pPr>
            <a:r>
              <a:rPr lang="en-US" kern="0" dirty="0">
                <a:solidFill>
                  <a:srgbClr val="2E7D32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Calibri" panose="020F0502020204030204" pitchFamily="34" charset="0"/>
              </a:rPr>
              <a:t>120k resource records</a:t>
            </a:r>
          </a:p>
          <a:p>
            <a:pPr marL="800100" lvl="1" indent="-342900">
              <a:spcAft>
                <a:spcPts val="500"/>
              </a:spcAft>
              <a:buClr>
                <a:srgbClr val="2E7D32"/>
              </a:buClr>
              <a:buSzPct val="99000"/>
              <a:buFont typeface="Wingdings" panose="05000000000000000000" pitchFamily="2" charset="2"/>
              <a:buChar char="§"/>
              <a:defRPr/>
            </a:pPr>
            <a:r>
              <a:rPr lang="en-US" kern="0" dirty="0">
                <a:solidFill>
                  <a:srgbClr val="2E7D32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Calibri" panose="020F0502020204030204" pitchFamily="34" charset="0"/>
              </a:rPr>
              <a:t>4,259 </a:t>
            </a:r>
            <a:r>
              <a:rPr lang="en-US" kern="0" dirty="0">
                <a:solidFill>
                  <a:srgbClr val="2E7D32"/>
                </a:solidFill>
                <a:latin typeface="Lucida Sans Typewriter" panose="020B0509030504030204" pitchFamily="49" charset="0"/>
                <a:ea typeface="Noto Mono" panose="020B0609030804020204" pitchFamily="49" charset="0"/>
                <a:cs typeface="Noto Mono" panose="020B0609030804020204" pitchFamily="49" charset="0"/>
              </a:rPr>
              <a:t>CNAME</a:t>
            </a:r>
            <a:r>
              <a:rPr lang="en-US" kern="0" dirty="0">
                <a:solidFill>
                  <a:srgbClr val="2E7D32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Calibri" panose="020F0502020204030204" pitchFamily="34" charset="0"/>
              </a:rPr>
              <a:t> records</a:t>
            </a:r>
          </a:p>
          <a:p>
            <a:pPr marL="800100" lvl="1" indent="-342900">
              <a:spcAft>
                <a:spcPts val="500"/>
              </a:spcAft>
              <a:buClr>
                <a:srgbClr val="2E7D32"/>
              </a:buClr>
              <a:buSzPct val="99000"/>
              <a:buFont typeface="Wingdings" panose="05000000000000000000" pitchFamily="2" charset="2"/>
              <a:buChar char="§"/>
              <a:defRPr/>
            </a:pPr>
            <a:r>
              <a:rPr lang="en-US" kern="0" dirty="0">
                <a:solidFill>
                  <a:srgbClr val="2E7D32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Calibri" panose="020F0502020204030204" pitchFamily="34" charset="0"/>
              </a:rPr>
              <a:t>63 wildcard records</a:t>
            </a:r>
          </a:p>
        </p:txBody>
      </p:sp>
      <p:graphicFrame>
        <p:nvGraphicFramePr>
          <p:cNvPr id="19" name="Table 19">
            <a:extLst>
              <a:ext uri="{FF2B5EF4-FFF2-40B4-BE49-F238E27FC236}">
                <a16:creationId xmlns:a16="http://schemas.microsoft.com/office/drawing/2014/main" id="{78D45443-635D-4BA3-8490-195BB2CE1C4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50902167"/>
              </p:ext>
            </p:extLst>
          </p:nvPr>
        </p:nvGraphicFramePr>
        <p:xfrm>
          <a:off x="6873240" y="1169311"/>
          <a:ext cx="4485323" cy="2595880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762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2595880">
                  <a:extLst>
                    <a:ext uri="{9D8B030D-6E8A-4147-A177-3AD203B41FA5}">
                      <a16:colId xmlns:a16="http://schemas.microsoft.com/office/drawing/2014/main" val="2984514354"/>
                    </a:ext>
                  </a:extLst>
                </a:gridCol>
                <a:gridCol w="1889443">
                  <a:extLst>
                    <a:ext uri="{9D8B030D-6E8A-4147-A177-3AD203B41FA5}">
                      <a16:colId xmlns:a16="http://schemas.microsoft.com/office/drawing/2014/main" val="260810631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b="0">
                          <a:solidFill>
                            <a:srgbClr val="FFFBF0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Property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90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57B8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>
                          <a:solidFill>
                            <a:srgbClr val="FFFBF0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Number of bugs</a:t>
                      </a:r>
                    </a:p>
                  </a:txBody>
                  <a:tcPr anchor="ctr">
                    <a:lnR w="190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57B8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11875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>
                          <a:solidFill>
                            <a:srgbClr val="657B83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Delegation Consistency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49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796380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>
                          <a:solidFill>
                            <a:srgbClr val="657B83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No lame delegation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17661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>
                          <a:solidFill>
                            <a:srgbClr val="657B83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No rewrite loops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027959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>
                          <a:solidFill>
                            <a:srgbClr val="657B83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No missing glue records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809643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>
                          <a:solidFill>
                            <a:srgbClr val="657B83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No rewrite blackholing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48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319153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>
                          <a:solidFill>
                            <a:srgbClr val="657B83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No zero TTL records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1762972"/>
                  </a:ext>
                </a:extLst>
              </a:tr>
            </a:tbl>
          </a:graphicData>
        </a:graphic>
      </p:graphicFrame>
      <p:graphicFrame>
        <p:nvGraphicFramePr>
          <p:cNvPr id="23" name="Table 19">
            <a:extLst>
              <a:ext uri="{FF2B5EF4-FFF2-40B4-BE49-F238E27FC236}">
                <a16:creationId xmlns:a16="http://schemas.microsoft.com/office/drawing/2014/main" id="{671AA1A0-4F92-49FF-9B7B-102B077BDEC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99609725"/>
              </p:ext>
            </p:extLst>
          </p:nvPr>
        </p:nvGraphicFramePr>
        <p:xfrm>
          <a:off x="6873240" y="4020976"/>
          <a:ext cx="4485323" cy="2291080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762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2595880">
                  <a:extLst>
                    <a:ext uri="{9D8B030D-6E8A-4147-A177-3AD203B41FA5}">
                      <a16:colId xmlns:a16="http://schemas.microsoft.com/office/drawing/2014/main" val="2984514354"/>
                    </a:ext>
                  </a:extLst>
                </a:gridCol>
                <a:gridCol w="1889443">
                  <a:extLst>
                    <a:ext uri="{9D8B030D-6E8A-4147-A177-3AD203B41FA5}">
                      <a16:colId xmlns:a16="http://schemas.microsoft.com/office/drawing/2014/main" val="260810631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b="0">
                          <a:solidFill>
                            <a:srgbClr val="FFFBF0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Property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90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57B8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>
                          <a:solidFill>
                            <a:srgbClr val="FFFBF0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Number of warnings</a:t>
                      </a:r>
                    </a:p>
                  </a:txBody>
                  <a:tcPr anchor="ctr">
                    <a:lnR w="190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57B8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11875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>
                          <a:solidFill>
                            <a:srgbClr val="657B83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No rewrite to outside domain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>
                          <a:solidFill>
                            <a:schemeClr val="accent3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378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796380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>
                          <a:solidFill>
                            <a:srgbClr val="657B83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No resolution at an external NS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>
                          <a:solidFill>
                            <a:schemeClr val="accent3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324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17661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>
                          <a:solidFill>
                            <a:srgbClr val="657B83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Number of rewrites ≤ 2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>
                          <a:solidFill>
                            <a:schemeClr val="accent3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24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02795931"/>
                  </a:ext>
                </a:extLst>
              </a:tr>
            </a:tbl>
          </a:graphicData>
        </a:graphic>
      </p:graphicFrame>
      <p:sp>
        <p:nvSpPr>
          <p:cNvPr id="3" name="Google Shape;65;p14">
            <a:extLst>
              <a:ext uri="{FF2B5EF4-FFF2-40B4-BE49-F238E27FC236}">
                <a16:creationId xmlns:a16="http://schemas.microsoft.com/office/drawing/2014/main" id="{648DC75D-31C3-4D6B-BD29-8BAEA1CFEEC8}"/>
              </a:ext>
            </a:extLst>
          </p:cNvPr>
          <p:cNvSpPr txBox="1">
            <a:spLocks/>
          </p:cNvSpPr>
          <p:nvPr/>
        </p:nvSpPr>
        <p:spPr>
          <a:xfrm>
            <a:off x="3760766" y="209319"/>
            <a:ext cx="4670469" cy="800179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121900" tIns="121900" rIns="121900" bIns="12190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 b="0" i="0" u="none" strike="noStrike" cap="non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 b="0" i="0" u="none" strike="noStrike" cap="non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 b="0" i="0" u="none" strike="noStrike" cap="non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 b="0" i="0" u="none" strike="noStrike" cap="non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 b="0" i="0" u="none" strike="noStrike" cap="non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 b="0" i="0" u="none" strike="noStrike" cap="non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 b="0" i="0" u="none" strike="noStrike" cap="non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 b="0" i="0" u="none" strike="noStrike" cap="non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 b="0" i="0" u="none" strike="noStrike" cap="non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9pPr>
          </a:lstStyle>
          <a:p>
            <a:pPr defTabSz="914400"/>
            <a:r>
              <a:rPr lang="en-US" sz="3600" b="1" kern="0" dirty="0">
                <a:solidFill>
                  <a:srgbClr val="546970"/>
                </a:solidFill>
                <a:latin typeface="Bookman Old Style" panose="02050604050505020204" pitchFamily="18" charset="0"/>
              </a:rPr>
              <a:t>University Results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37430F9A-717C-4F36-9C5E-3C52A8B20A4B}"/>
              </a:ext>
            </a:extLst>
          </p:cNvPr>
          <p:cNvGrpSpPr/>
          <p:nvPr/>
        </p:nvGrpSpPr>
        <p:grpSpPr>
          <a:xfrm>
            <a:off x="1017187" y="4020976"/>
            <a:ext cx="3127814" cy="2680452"/>
            <a:chOff x="1017187" y="4020976"/>
            <a:chExt cx="3127814" cy="2680452"/>
          </a:xfrm>
        </p:grpSpPr>
        <p:pic>
          <p:nvPicPr>
            <p:cNvPr id="1032" name="Picture 8" descr="Baby Groot - Groot Png, Transparent Png">
              <a:extLst>
                <a:ext uri="{FF2B5EF4-FFF2-40B4-BE49-F238E27FC236}">
                  <a16:creationId xmlns:a16="http://schemas.microsoft.com/office/drawing/2014/main" id="{DCE2AF5E-5749-4A96-9AD6-848350EEAE3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 cstate="print">
              <a:clrChange>
                <a:clrFrom>
                  <a:srgbClr val="F7F7F7"/>
                </a:clrFrom>
                <a:clrTo>
                  <a:srgbClr val="F7F7F7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17187" y="4020976"/>
              <a:ext cx="3127814" cy="268045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3856C51A-2755-42BC-892A-538221A5C60E}"/>
                </a:ext>
              </a:extLst>
            </p:cNvPr>
            <p:cNvSpPr/>
            <p:nvPr/>
          </p:nvSpPr>
          <p:spPr>
            <a:xfrm>
              <a:off x="3061682" y="4653242"/>
              <a:ext cx="843230" cy="483989"/>
            </a:xfrm>
            <a:prstGeom prst="roundRect">
              <a:avLst>
                <a:gd name="adj" fmla="val 9098"/>
              </a:avLst>
            </a:prstGeom>
            <a:solidFill>
              <a:srgbClr val="FFF2CC"/>
            </a:solidFill>
            <a:ln w="19050">
              <a:solidFill>
                <a:srgbClr val="957922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wrap="none" rtlCol="0" anchor="ctr">
              <a:spAutoFit/>
            </a:bodyPr>
            <a:lstStyle/>
            <a:p>
              <a:pPr algn="ctr"/>
              <a:r>
                <a:rPr lang="en-US" sz="2400">
                  <a:solidFill>
                    <a:srgbClr val="957922"/>
                  </a:solidFill>
                  <a:latin typeface="Source Sans Pro" panose="020B0503030403020204" pitchFamily="34" charset="0"/>
                  <a:ea typeface="Source Sans Pro" panose="020B0503030403020204" pitchFamily="34" charset="0"/>
                  <a:cs typeface="Calibri" panose="020F0502020204030204" pitchFamily="34" charset="0"/>
                </a:rPr>
                <a:t>7 sec</a:t>
              </a:r>
            </a:p>
          </p:txBody>
        </p:sp>
      </p:grpSp>
    </p:spTree>
    <p:custDataLst>
      <p:tags r:id="rId1"/>
    </p:custDataLst>
    <p:extLst>
      <p:ext uri="{BB962C8B-B14F-4D97-AF65-F5344CB8AC3E}">
        <p14:creationId xmlns:p14="http://schemas.microsoft.com/office/powerpoint/2010/main" val="42909205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uiExpand="1" build="p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2D906CAF-ED1E-4497-9E16-1CE9DB305745}"/>
              </a:ext>
            </a:extLst>
          </p:cNvPr>
          <p:cNvSpPr/>
          <p:nvPr/>
        </p:nvSpPr>
        <p:spPr>
          <a:xfrm flipV="1">
            <a:off x="4145001" y="886094"/>
            <a:ext cx="3901998" cy="27432"/>
          </a:xfrm>
          <a:prstGeom prst="roundRect">
            <a:avLst/>
          </a:prstGeom>
          <a:solidFill>
            <a:srgbClr val="26A69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9" name="Table 19">
            <a:extLst>
              <a:ext uri="{FF2B5EF4-FFF2-40B4-BE49-F238E27FC236}">
                <a16:creationId xmlns:a16="http://schemas.microsoft.com/office/drawing/2014/main" id="{78D45443-635D-4BA3-8490-195BB2CE1C4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6984946"/>
              </p:ext>
            </p:extLst>
          </p:nvPr>
        </p:nvGraphicFramePr>
        <p:xfrm>
          <a:off x="422094" y="1283530"/>
          <a:ext cx="4485323" cy="2595880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762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2595880">
                  <a:extLst>
                    <a:ext uri="{9D8B030D-6E8A-4147-A177-3AD203B41FA5}">
                      <a16:colId xmlns:a16="http://schemas.microsoft.com/office/drawing/2014/main" val="2984514354"/>
                    </a:ext>
                  </a:extLst>
                </a:gridCol>
                <a:gridCol w="1889443">
                  <a:extLst>
                    <a:ext uri="{9D8B030D-6E8A-4147-A177-3AD203B41FA5}">
                      <a16:colId xmlns:a16="http://schemas.microsoft.com/office/drawing/2014/main" val="260810631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b="0">
                          <a:solidFill>
                            <a:srgbClr val="FFFBF0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Property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90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57B8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>
                          <a:solidFill>
                            <a:srgbClr val="FFFBF0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Number of bugs</a:t>
                      </a:r>
                    </a:p>
                  </a:txBody>
                  <a:tcPr anchor="ctr">
                    <a:lnR w="190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57B8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11875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>
                          <a:solidFill>
                            <a:srgbClr val="657B83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Delegation Consistency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49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796380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>
                          <a:solidFill>
                            <a:srgbClr val="657B83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No lame delegation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17661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>
                          <a:solidFill>
                            <a:srgbClr val="657B83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No rewrite loops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027959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>
                          <a:solidFill>
                            <a:srgbClr val="657B83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No missing glue records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809643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>
                          <a:solidFill>
                            <a:srgbClr val="657B83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No rewrite blackholing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48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319153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>
                          <a:solidFill>
                            <a:srgbClr val="657B83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No zero TTL records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1762972"/>
                  </a:ext>
                </a:extLst>
              </a:tr>
            </a:tbl>
          </a:graphicData>
        </a:graphic>
      </p:graphicFrame>
      <p:grpSp>
        <p:nvGrpSpPr>
          <p:cNvPr id="9" name="Group 8">
            <a:extLst>
              <a:ext uri="{FF2B5EF4-FFF2-40B4-BE49-F238E27FC236}">
                <a16:creationId xmlns:a16="http://schemas.microsoft.com/office/drawing/2014/main" id="{7C29365C-742B-405E-8606-1D0315774B20}"/>
              </a:ext>
            </a:extLst>
          </p:cNvPr>
          <p:cNvGrpSpPr/>
          <p:nvPr/>
        </p:nvGrpSpPr>
        <p:grpSpPr>
          <a:xfrm>
            <a:off x="9445392" y="3762216"/>
            <a:ext cx="2711315" cy="1805150"/>
            <a:chOff x="5363742" y="4119370"/>
            <a:chExt cx="2711315" cy="1805150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08D4F715-87F5-4CB7-8563-1EC6DBB1B8A6}"/>
                </a:ext>
              </a:extLst>
            </p:cNvPr>
            <p:cNvSpPr txBox="1"/>
            <p:nvPr/>
          </p:nvSpPr>
          <p:spPr>
            <a:xfrm>
              <a:off x="6353036" y="4278386"/>
              <a:ext cx="1722021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algn="ctr">
                <a:defRPr sz="2000" b="1">
                  <a:solidFill>
                    <a:schemeClr val="accent2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defRPr>
              </a:lvl1pPr>
            </a:lstStyle>
            <a:p>
              <a:r>
                <a:rPr lang="en-US">
                  <a:solidFill>
                    <a:srgbClr val="546970"/>
                  </a:solidFill>
                  <a:latin typeface="Source Sans Pro" panose="020B0503030403020204" pitchFamily="34" charset="0"/>
                  <a:ea typeface="Source Sans Pro" panose="020B0503030403020204" pitchFamily="34" charset="0"/>
                </a:rPr>
                <a:t>Campus </a:t>
              </a:r>
            </a:p>
            <a:p>
              <a:r>
                <a:rPr lang="en-US">
                  <a:solidFill>
                    <a:srgbClr val="546970"/>
                  </a:solidFill>
                  <a:latin typeface="Source Sans Pro" panose="020B0503030403020204" pitchFamily="34" charset="0"/>
                  <a:ea typeface="Source Sans Pro" panose="020B0503030403020204" pitchFamily="34" charset="0"/>
                </a:rPr>
                <a:t>DNS Engineer</a:t>
              </a:r>
            </a:p>
          </p:txBody>
        </p: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0672AEAE-8FF6-4A60-A45A-FB942CD53F95}"/>
                </a:ext>
              </a:extLst>
            </p:cNvPr>
            <p:cNvGrpSpPr/>
            <p:nvPr/>
          </p:nvGrpSpPr>
          <p:grpSpPr>
            <a:xfrm>
              <a:off x="5363742" y="4119370"/>
              <a:ext cx="1388317" cy="1805150"/>
              <a:chOff x="1437138" y="-3000903"/>
              <a:chExt cx="1847850" cy="2402655"/>
            </a:xfrm>
          </p:grpSpPr>
          <p:grpSp>
            <p:nvGrpSpPr>
              <p:cNvPr id="12" name="Graphic 34">
                <a:extLst>
                  <a:ext uri="{FF2B5EF4-FFF2-40B4-BE49-F238E27FC236}">
                    <a16:creationId xmlns:a16="http://schemas.microsoft.com/office/drawing/2014/main" id="{8F7B32C5-AAB0-409F-90A9-4FB7FB38584A}"/>
                  </a:ext>
                </a:extLst>
              </p:cNvPr>
              <p:cNvGrpSpPr/>
              <p:nvPr/>
            </p:nvGrpSpPr>
            <p:grpSpPr>
              <a:xfrm>
                <a:off x="1437138" y="-3000903"/>
                <a:ext cx="1847850" cy="2076450"/>
                <a:chOff x="834457" y="2390775"/>
                <a:chExt cx="1847850" cy="2076450"/>
              </a:xfrm>
            </p:grpSpPr>
            <p:sp>
              <p:nvSpPr>
                <p:cNvPr id="20" name="Freeform: Shape 19">
                  <a:extLst>
                    <a:ext uri="{FF2B5EF4-FFF2-40B4-BE49-F238E27FC236}">
                      <a16:creationId xmlns:a16="http://schemas.microsoft.com/office/drawing/2014/main" id="{5C753B84-6008-4ABE-B307-59939EED88FC}"/>
                    </a:ext>
                  </a:extLst>
                </p:cNvPr>
                <p:cNvSpPr/>
                <p:nvPr/>
              </p:nvSpPr>
              <p:spPr>
                <a:xfrm>
                  <a:off x="827313" y="3619976"/>
                  <a:ext cx="1857375" cy="847725"/>
                </a:xfrm>
                <a:custGeom>
                  <a:avLst/>
                  <a:gdLst>
                    <a:gd name="connsiteX0" fmla="*/ 747236 w 1857375"/>
                    <a:gd name="connsiteY0" fmla="*/ 7144 h 847725"/>
                    <a:gd name="connsiteX1" fmla="*/ 167164 w 1857375"/>
                    <a:gd name="connsiteY1" fmla="*/ 325279 h 847725"/>
                    <a:gd name="connsiteX2" fmla="*/ 7144 w 1857375"/>
                    <a:gd name="connsiteY2" fmla="*/ 847249 h 847725"/>
                    <a:gd name="connsiteX3" fmla="*/ 932021 w 1857375"/>
                    <a:gd name="connsiteY3" fmla="*/ 847249 h 847725"/>
                    <a:gd name="connsiteX4" fmla="*/ 1856899 w 1857375"/>
                    <a:gd name="connsiteY4" fmla="*/ 847249 h 847725"/>
                    <a:gd name="connsiteX5" fmla="*/ 1696879 w 1857375"/>
                    <a:gd name="connsiteY5" fmla="*/ 325279 h 847725"/>
                    <a:gd name="connsiteX6" fmla="*/ 1121569 w 1857375"/>
                    <a:gd name="connsiteY6" fmla="*/ 10001 h 847725"/>
                    <a:gd name="connsiteX7" fmla="*/ 747236 w 1857375"/>
                    <a:gd name="connsiteY7" fmla="*/ 7144 h 8477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1857375" h="847725">
                      <a:moveTo>
                        <a:pt x="747236" y="7144"/>
                      </a:moveTo>
                      <a:cubicBezTo>
                        <a:pt x="338614" y="186214"/>
                        <a:pt x="215741" y="281464"/>
                        <a:pt x="167164" y="325279"/>
                      </a:cubicBezTo>
                      <a:cubicBezTo>
                        <a:pt x="92869" y="391001"/>
                        <a:pt x="50959" y="637699"/>
                        <a:pt x="7144" y="847249"/>
                      </a:cubicBezTo>
                      <a:lnTo>
                        <a:pt x="932021" y="847249"/>
                      </a:lnTo>
                      <a:lnTo>
                        <a:pt x="1856899" y="847249"/>
                      </a:lnTo>
                      <a:cubicBezTo>
                        <a:pt x="1813084" y="637699"/>
                        <a:pt x="1771174" y="391954"/>
                        <a:pt x="1696879" y="325279"/>
                      </a:cubicBezTo>
                      <a:cubicBezTo>
                        <a:pt x="1648301" y="282416"/>
                        <a:pt x="1530191" y="189071"/>
                        <a:pt x="1121569" y="10001"/>
                      </a:cubicBezTo>
                      <a:lnTo>
                        <a:pt x="747236" y="7144"/>
                      </a:lnTo>
                      <a:close/>
                    </a:path>
                  </a:pathLst>
                </a:custGeom>
                <a:solidFill>
                  <a:srgbClr val="FFDECC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2" name="Freeform: Shape 21">
                  <a:extLst>
                    <a:ext uri="{FF2B5EF4-FFF2-40B4-BE49-F238E27FC236}">
                      <a16:creationId xmlns:a16="http://schemas.microsoft.com/office/drawing/2014/main" id="{FF98DB4D-14FE-4D8E-975B-D44D1C4F6BB2}"/>
                    </a:ext>
                  </a:extLst>
                </p:cNvPr>
                <p:cNvSpPr/>
                <p:nvPr/>
              </p:nvSpPr>
              <p:spPr>
                <a:xfrm>
                  <a:off x="827313" y="3619976"/>
                  <a:ext cx="1857375" cy="847725"/>
                </a:xfrm>
                <a:custGeom>
                  <a:avLst/>
                  <a:gdLst>
                    <a:gd name="connsiteX0" fmla="*/ 747236 w 1857375"/>
                    <a:gd name="connsiteY0" fmla="*/ 7144 h 847725"/>
                    <a:gd name="connsiteX1" fmla="*/ 167164 w 1857375"/>
                    <a:gd name="connsiteY1" fmla="*/ 325279 h 847725"/>
                    <a:gd name="connsiteX2" fmla="*/ 7144 w 1857375"/>
                    <a:gd name="connsiteY2" fmla="*/ 847249 h 847725"/>
                    <a:gd name="connsiteX3" fmla="*/ 932021 w 1857375"/>
                    <a:gd name="connsiteY3" fmla="*/ 847249 h 847725"/>
                    <a:gd name="connsiteX4" fmla="*/ 1856899 w 1857375"/>
                    <a:gd name="connsiteY4" fmla="*/ 847249 h 847725"/>
                    <a:gd name="connsiteX5" fmla="*/ 1696879 w 1857375"/>
                    <a:gd name="connsiteY5" fmla="*/ 325279 h 847725"/>
                    <a:gd name="connsiteX6" fmla="*/ 1121569 w 1857375"/>
                    <a:gd name="connsiteY6" fmla="*/ 10001 h 847725"/>
                    <a:gd name="connsiteX7" fmla="*/ 747236 w 1857375"/>
                    <a:gd name="connsiteY7" fmla="*/ 7144 h 8477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1857375" h="847725">
                      <a:moveTo>
                        <a:pt x="747236" y="7144"/>
                      </a:moveTo>
                      <a:cubicBezTo>
                        <a:pt x="338614" y="186214"/>
                        <a:pt x="215741" y="281464"/>
                        <a:pt x="167164" y="325279"/>
                      </a:cubicBezTo>
                      <a:cubicBezTo>
                        <a:pt x="92869" y="391001"/>
                        <a:pt x="50959" y="637699"/>
                        <a:pt x="7144" y="847249"/>
                      </a:cubicBezTo>
                      <a:lnTo>
                        <a:pt x="932021" y="847249"/>
                      </a:lnTo>
                      <a:lnTo>
                        <a:pt x="1856899" y="847249"/>
                      </a:lnTo>
                      <a:cubicBezTo>
                        <a:pt x="1813084" y="637699"/>
                        <a:pt x="1771174" y="391954"/>
                        <a:pt x="1696879" y="325279"/>
                      </a:cubicBezTo>
                      <a:cubicBezTo>
                        <a:pt x="1648301" y="282416"/>
                        <a:pt x="1530191" y="189071"/>
                        <a:pt x="1121569" y="10001"/>
                      </a:cubicBezTo>
                      <a:lnTo>
                        <a:pt x="747236" y="7144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4" name="Freeform: Shape 23">
                  <a:extLst>
                    <a:ext uri="{FF2B5EF4-FFF2-40B4-BE49-F238E27FC236}">
                      <a16:creationId xmlns:a16="http://schemas.microsoft.com/office/drawing/2014/main" id="{42940433-F066-411A-85C8-BB68AD664486}"/>
                    </a:ext>
                  </a:extLst>
                </p:cNvPr>
                <p:cNvSpPr/>
                <p:nvPr/>
              </p:nvSpPr>
              <p:spPr>
                <a:xfrm>
                  <a:off x="1554071" y="3079194"/>
                  <a:ext cx="409575" cy="742950"/>
                </a:xfrm>
                <a:custGeom>
                  <a:avLst/>
                  <a:gdLst>
                    <a:gd name="connsiteX0" fmla="*/ 7144 w 409575"/>
                    <a:gd name="connsiteY0" fmla="*/ 190738 h 742950"/>
                    <a:gd name="connsiteX1" fmla="*/ 7144 w 409575"/>
                    <a:gd name="connsiteY1" fmla="*/ 494586 h 742950"/>
                    <a:gd name="connsiteX2" fmla="*/ 7144 w 409575"/>
                    <a:gd name="connsiteY2" fmla="*/ 644128 h 742950"/>
                    <a:gd name="connsiteX3" fmla="*/ 404336 w 409575"/>
                    <a:gd name="connsiteY3" fmla="*/ 644128 h 742950"/>
                    <a:gd name="connsiteX4" fmla="*/ 404336 w 409575"/>
                    <a:gd name="connsiteY4" fmla="*/ 494586 h 742950"/>
                    <a:gd name="connsiteX5" fmla="*/ 404336 w 409575"/>
                    <a:gd name="connsiteY5" fmla="*/ 190738 h 742950"/>
                    <a:gd name="connsiteX6" fmla="*/ 7144 w 409575"/>
                    <a:gd name="connsiteY6" fmla="*/ 190738 h 7429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409575" h="742950">
                      <a:moveTo>
                        <a:pt x="7144" y="190738"/>
                      </a:moveTo>
                      <a:lnTo>
                        <a:pt x="7144" y="494586"/>
                      </a:lnTo>
                      <a:lnTo>
                        <a:pt x="7144" y="644128"/>
                      </a:lnTo>
                      <a:cubicBezTo>
                        <a:pt x="116681" y="773668"/>
                        <a:pt x="294799" y="777478"/>
                        <a:pt x="404336" y="644128"/>
                      </a:cubicBezTo>
                      <a:lnTo>
                        <a:pt x="404336" y="494586"/>
                      </a:lnTo>
                      <a:lnTo>
                        <a:pt x="404336" y="190738"/>
                      </a:lnTo>
                      <a:cubicBezTo>
                        <a:pt x="404336" y="-54054"/>
                        <a:pt x="7144" y="-54054"/>
                        <a:pt x="7144" y="190738"/>
                      </a:cubicBezTo>
                      <a:close/>
                    </a:path>
                  </a:pathLst>
                </a:custGeom>
                <a:solidFill>
                  <a:srgbClr val="F6D1A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5" name="Freeform: Shape 24">
                  <a:extLst>
                    <a:ext uri="{FF2B5EF4-FFF2-40B4-BE49-F238E27FC236}">
                      <a16:creationId xmlns:a16="http://schemas.microsoft.com/office/drawing/2014/main" id="{7F930780-7172-4265-BA3A-73F0ADDD4495}"/>
                    </a:ext>
                  </a:extLst>
                </p:cNvPr>
                <p:cNvSpPr/>
                <p:nvPr/>
              </p:nvSpPr>
              <p:spPr>
                <a:xfrm>
                  <a:off x="1301616" y="2976041"/>
                  <a:ext cx="152400" cy="228600"/>
                </a:xfrm>
                <a:custGeom>
                  <a:avLst/>
                  <a:gdLst>
                    <a:gd name="connsiteX0" fmla="*/ 44334 w 152400"/>
                    <a:gd name="connsiteY0" fmla="*/ 9094 h 228600"/>
                    <a:gd name="connsiteX1" fmla="*/ 143394 w 152400"/>
                    <a:gd name="connsiteY1" fmla="*/ 97677 h 228600"/>
                    <a:gd name="connsiteX2" fmla="*/ 115771 w 152400"/>
                    <a:gd name="connsiteY2" fmla="*/ 228169 h 228600"/>
                    <a:gd name="connsiteX3" fmla="*/ 16711 w 152400"/>
                    <a:gd name="connsiteY3" fmla="*/ 139587 h 228600"/>
                    <a:gd name="connsiteX4" fmla="*/ 44334 w 152400"/>
                    <a:gd name="connsiteY4" fmla="*/ 9094 h 2286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2400" h="228600">
                      <a:moveTo>
                        <a:pt x="44334" y="9094"/>
                      </a:moveTo>
                      <a:cubicBezTo>
                        <a:pt x="79576" y="-2336"/>
                        <a:pt x="123391" y="37669"/>
                        <a:pt x="143394" y="97677"/>
                      </a:cubicBezTo>
                      <a:cubicBezTo>
                        <a:pt x="163396" y="157684"/>
                        <a:pt x="151014" y="216739"/>
                        <a:pt x="115771" y="228169"/>
                      </a:cubicBezTo>
                      <a:cubicBezTo>
                        <a:pt x="80529" y="239599"/>
                        <a:pt x="36714" y="199594"/>
                        <a:pt x="16711" y="139587"/>
                      </a:cubicBezTo>
                      <a:cubicBezTo>
                        <a:pt x="-3291" y="78627"/>
                        <a:pt x="9091" y="20524"/>
                        <a:pt x="44334" y="9094"/>
                      </a:cubicBezTo>
                      <a:close/>
                    </a:path>
                  </a:pathLst>
                </a:custGeom>
                <a:solidFill>
                  <a:srgbClr val="F6D1A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6" name="Freeform: Shape 25">
                  <a:extLst>
                    <a:ext uri="{FF2B5EF4-FFF2-40B4-BE49-F238E27FC236}">
                      <a16:creationId xmlns:a16="http://schemas.microsoft.com/office/drawing/2014/main" id="{FE3C259C-D2BC-446E-9637-485DEEFBD10F}"/>
                    </a:ext>
                  </a:extLst>
                </p:cNvPr>
                <p:cNvSpPr/>
                <p:nvPr/>
              </p:nvSpPr>
              <p:spPr>
                <a:xfrm>
                  <a:off x="2055996" y="2976041"/>
                  <a:ext cx="152400" cy="228600"/>
                </a:xfrm>
                <a:custGeom>
                  <a:avLst/>
                  <a:gdLst>
                    <a:gd name="connsiteX0" fmla="*/ 115771 w 152400"/>
                    <a:gd name="connsiteY0" fmla="*/ 9094 h 228600"/>
                    <a:gd name="connsiteX1" fmla="*/ 16711 w 152400"/>
                    <a:gd name="connsiteY1" fmla="*/ 97677 h 228600"/>
                    <a:gd name="connsiteX2" fmla="*/ 44334 w 152400"/>
                    <a:gd name="connsiteY2" fmla="*/ 228169 h 228600"/>
                    <a:gd name="connsiteX3" fmla="*/ 143394 w 152400"/>
                    <a:gd name="connsiteY3" fmla="*/ 139587 h 228600"/>
                    <a:gd name="connsiteX4" fmla="*/ 115771 w 152400"/>
                    <a:gd name="connsiteY4" fmla="*/ 9094 h 2286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2400" h="228600">
                      <a:moveTo>
                        <a:pt x="115771" y="9094"/>
                      </a:moveTo>
                      <a:cubicBezTo>
                        <a:pt x="80529" y="-2336"/>
                        <a:pt x="36714" y="37669"/>
                        <a:pt x="16711" y="97677"/>
                      </a:cubicBezTo>
                      <a:cubicBezTo>
                        <a:pt x="-3291" y="157684"/>
                        <a:pt x="9091" y="216739"/>
                        <a:pt x="44334" y="228169"/>
                      </a:cubicBezTo>
                      <a:cubicBezTo>
                        <a:pt x="79576" y="239599"/>
                        <a:pt x="123391" y="199594"/>
                        <a:pt x="143394" y="139587"/>
                      </a:cubicBezTo>
                      <a:cubicBezTo>
                        <a:pt x="163396" y="78627"/>
                        <a:pt x="151014" y="20524"/>
                        <a:pt x="115771" y="9094"/>
                      </a:cubicBezTo>
                      <a:close/>
                    </a:path>
                  </a:pathLst>
                </a:custGeom>
                <a:solidFill>
                  <a:srgbClr val="F6D1A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7" name="Freeform: Shape 26">
                  <a:extLst>
                    <a:ext uri="{FF2B5EF4-FFF2-40B4-BE49-F238E27FC236}">
                      <a16:creationId xmlns:a16="http://schemas.microsoft.com/office/drawing/2014/main" id="{B4CE9CA2-D804-486A-8C42-69080B3FBD7A}"/>
                    </a:ext>
                  </a:extLst>
                </p:cNvPr>
                <p:cNvSpPr/>
                <p:nvPr/>
              </p:nvSpPr>
              <p:spPr>
                <a:xfrm>
                  <a:off x="1554071" y="3481864"/>
                  <a:ext cx="409575" cy="152400"/>
                </a:xfrm>
                <a:custGeom>
                  <a:avLst/>
                  <a:gdLst>
                    <a:gd name="connsiteX0" fmla="*/ 7144 w 409575"/>
                    <a:gd name="connsiteY0" fmla="*/ 7144 h 152400"/>
                    <a:gd name="connsiteX1" fmla="*/ 7144 w 409575"/>
                    <a:gd name="connsiteY1" fmla="*/ 21431 h 152400"/>
                    <a:gd name="connsiteX2" fmla="*/ 205264 w 409575"/>
                    <a:gd name="connsiteY2" fmla="*/ 146209 h 152400"/>
                    <a:gd name="connsiteX3" fmla="*/ 404336 w 409575"/>
                    <a:gd name="connsiteY3" fmla="*/ 30004 h 152400"/>
                    <a:gd name="connsiteX4" fmla="*/ 404336 w 409575"/>
                    <a:gd name="connsiteY4" fmla="*/ 8096 h 1524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409575" h="152400">
                      <a:moveTo>
                        <a:pt x="7144" y="7144"/>
                      </a:moveTo>
                      <a:lnTo>
                        <a:pt x="7144" y="21431"/>
                      </a:lnTo>
                      <a:cubicBezTo>
                        <a:pt x="7144" y="21431"/>
                        <a:pt x="108109" y="141446"/>
                        <a:pt x="205264" y="146209"/>
                      </a:cubicBezTo>
                      <a:cubicBezTo>
                        <a:pt x="302419" y="150971"/>
                        <a:pt x="404336" y="30004"/>
                        <a:pt x="404336" y="30004"/>
                      </a:cubicBezTo>
                      <a:lnTo>
                        <a:pt x="404336" y="8096"/>
                      </a:lnTo>
                    </a:path>
                  </a:pathLst>
                </a:custGeom>
                <a:solidFill>
                  <a:srgbClr val="000000">
                    <a:alpha val="20000"/>
                  </a:srgbClr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8" name="Freeform: Shape 27">
                  <a:extLst>
                    <a:ext uri="{FF2B5EF4-FFF2-40B4-BE49-F238E27FC236}">
                      <a16:creationId xmlns:a16="http://schemas.microsoft.com/office/drawing/2014/main" id="{C2D2C7CC-95FE-4610-B9E9-D7EFC73CFFFC}"/>
                    </a:ext>
                  </a:extLst>
                </p:cNvPr>
                <p:cNvSpPr/>
                <p:nvPr/>
              </p:nvSpPr>
              <p:spPr>
                <a:xfrm>
                  <a:off x="1339350" y="2449354"/>
                  <a:ext cx="838200" cy="1133475"/>
                </a:xfrm>
                <a:custGeom>
                  <a:avLst/>
                  <a:gdLst>
                    <a:gd name="connsiteX0" fmla="*/ 420937 w 838200"/>
                    <a:gd name="connsiteY0" fmla="*/ 7144 h 1133475"/>
                    <a:gd name="connsiteX1" fmla="*/ 83752 w 838200"/>
                    <a:gd name="connsiteY1" fmla="*/ 908209 h 1133475"/>
                    <a:gd name="connsiteX2" fmla="*/ 420937 w 838200"/>
                    <a:gd name="connsiteY2" fmla="*/ 1134904 h 1133475"/>
                    <a:gd name="connsiteX3" fmla="*/ 758122 w 838200"/>
                    <a:gd name="connsiteY3" fmla="*/ 908209 h 1133475"/>
                    <a:gd name="connsiteX4" fmla="*/ 420937 w 838200"/>
                    <a:gd name="connsiteY4" fmla="*/ 7144 h 11334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838200" h="1133475">
                      <a:moveTo>
                        <a:pt x="420937" y="7144"/>
                      </a:moveTo>
                      <a:cubicBezTo>
                        <a:pt x="-189616" y="7144"/>
                        <a:pt x="44699" y="843439"/>
                        <a:pt x="83752" y="908209"/>
                      </a:cubicBezTo>
                      <a:cubicBezTo>
                        <a:pt x="127567" y="978694"/>
                        <a:pt x="321877" y="1134904"/>
                        <a:pt x="420937" y="1134904"/>
                      </a:cubicBezTo>
                      <a:cubicBezTo>
                        <a:pt x="519997" y="1134904"/>
                        <a:pt x="713354" y="978694"/>
                        <a:pt x="758122" y="908209"/>
                      </a:cubicBezTo>
                      <a:cubicBezTo>
                        <a:pt x="797174" y="843439"/>
                        <a:pt x="1031489" y="7144"/>
                        <a:pt x="420937" y="7144"/>
                      </a:cubicBezTo>
                      <a:close/>
                    </a:path>
                  </a:pathLst>
                </a:custGeom>
                <a:solidFill>
                  <a:srgbClr val="F6D1A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9" name="Freeform: Shape 28">
                  <a:extLst>
                    <a:ext uri="{FF2B5EF4-FFF2-40B4-BE49-F238E27FC236}">
                      <a16:creationId xmlns:a16="http://schemas.microsoft.com/office/drawing/2014/main" id="{6B8D4346-CB61-408C-8472-D2A1FC460ECA}"/>
                    </a:ext>
                  </a:extLst>
                </p:cNvPr>
                <p:cNvSpPr/>
                <p:nvPr/>
              </p:nvSpPr>
              <p:spPr>
                <a:xfrm>
                  <a:off x="1325450" y="2383580"/>
                  <a:ext cx="876300" cy="800100"/>
                </a:xfrm>
                <a:custGeom>
                  <a:avLst/>
                  <a:gdLst>
                    <a:gd name="connsiteX0" fmla="*/ 708205 w 876300"/>
                    <a:gd name="connsiteY0" fmla="*/ 91968 h 800100"/>
                    <a:gd name="connsiteX1" fmla="*/ 87175 w 876300"/>
                    <a:gd name="connsiteY1" fmla="*/ 161500 h 800100"/>
                    <a:gd name="connsiteX2" fmla="*/ 38597 w 876300"/>
                    <a:gd name="connsiteY2" fmla="*/ 781578 h 800100"/>
                    <a:gd name="connsiteX3" fmla="*/ 38597 w 876300"/>
                    <a:gd name="connsiteY3" fmla="*/ 780625 h 800100"/>
                    <a:gd name="connsiteX4" fmla="*/ 39550 w 876300"/>
                    <a:gd name="connsiteY4" fmla="*/ 786340 h 800100"/>
                    <a:gd name="connsiteX5" fmla="*/ 44312 w 876300"/>
                    <a:gd name="connsiteY5" fmla="*/ 793960 h 800100"/>
                    <a:gd name="connsiteX6" fmla="*/ 55742 w 876300"/>
                    <a:gd name="connsiteY6" fmla="*/ 793008 h 800100"/>
                    <a:gd name="connsiteX7" fmla="*/ 56695 w 876300"/>
                    <a:gd name="connsiteY7" fmla="*/ 790150 h 800100"/>
                    <a:gd name="connsiteX8" fmla="*/ 56695 w 876300"/>
                    <a:gd name="connsiteY8" fmla="*/ 738715 h 800100"/>
                    <a:gd name="connsiteX9" fmla="*/ 44312 w 876300"/>
                    <a:gd name="connsiteY9" fmla="*/ 660610 h 800100"/>
                    <a:gd name="connsiteX10" fmla="*/ 150992 w 876300"/>
                    <a:gd name="connsiteY10" fmla="*/ 366288 h 800100"/>
                    <a:gd name="connsiteX11" fmla="*/ 170995 w 876300"/>
                    <a:gd name="connsiteY11" fmla="*/ 337713 h 800100"/>
                    <a:gd name="connsiteX12" fmla="*/ 197665 w 876300"/>
                    <a:gd name="connsiteY12" fmla="*/ 307233 h 800100"/>
                    <a:gd name="connsiteX13" fmla="*/ 212905 w 876300"/>
                    <a:gd name="connsiteY13" fmla="*/ 296755 h 800100"/>
                    <a:gd name="connsiteX14" fmla="*/ 543422 w 876300"/>
                    <a:gd name="connsiteY14" fmla="*/ 347238 h 800100"/>
                    <a:gd name="connsiteX15" fmla="*/ 633910 w 876300"/>
                    <a:gd name="connsiteY15" fmla="*/ 289135 h 800100"/>
                    <a:gd name="connsiteX16" fmla="*/ 707252 w 876300"/>
                    <a:gd name="connsiteY16" fmla="*/ 350095 h 800100"/>
                    <a:gd name="connsiteX17" fmla="*/ 823457 w 876300"/>
                    <a:gd name="connsiteY17" fmla="*/ 680613 h 800100"/>
                    <a:gd name="connsiteX18" fmla="*/ 814885 w 876300"/>
                    <a:gd name="connsiteY18" fmla="*/ 738715 h 800100"/>
                    <a:gd name="connsiteX19" fmla="*/ 814885 w 876300"/>
                    <a:gd name="connsiteY19" fmla="*/ 790150 h 800100"/>
                    <a:gd name="connsiteX20" fmla="*/ 815837 w 876300"/>
                    <a:gd name="connsiteY20" fmla="*/ 793008 h 800100"/>
                    <a:gd name="connsiteX21" fmla="*/ 827267 w 876300"/>
                    <a:gd name="connsiteY21" fmla="*/ 793960 h 800100"/>
                    <a:gd name="connsiteX22" fmla="*/ 832030 w 876300"/>
                    <a:gd name="connsiteY22" fmla="*/ 786340 h 800100"/>
                    <a:gd name="connsiteX23" fmla="*/ 834887 w 876300"/>
                    <a:gd name="connsiteY23" fmla="*/ 765385 h 800100"/>
                    <a:gd name="connsiteX24" fmla="*/ 838697 w 876300"/>
                    <a:gd name="connsiteY24" fmla="*/ 734905 h 800100"/>
                    <a:gd name="connsiteX25" fmla="*/ 708205 w 876300"/>
                    <a:gd name="connsiteY25" fmla="*/ 91968 h 800100"/>
                    <a:gd name="connsiteX26" fmla="*/ 395785 w 876300"/>
                    <a:gd name="connsiteY26" fmla="*/ 251988 h 800100"/>
                    <a:gd name="connsiteX27" fmla="*/ 385307 w 876300"/>
                    <a:gd name="connsiteY27" fmla="*/ 249130 h 800100"/>
                    <a:gd name="connsiteX28" fmla="*/ 400547 w 876300"/>
                    <a:gd name="connsiteY28" fmla="*/ 252940 h 800100"/>
                    <a:gd name="connsiteX29" fmla="*/ 395785 w 876300"/>
                    <a:gd name="connsiteY29" fmla="*/ 251988 h 8001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</a:cxnLst>
                  <a:rect l="l" t="t" r="r" b="b"/>
                  <a:pathLst>
                    <a:path w="876300" h="800100">
                      <a:moveTo>
                        <a:pt x="708205" y="91968"/>
                      </a:moveTo>
                      <a:cubicBezTo>
                        <a:pt x="501512" y="-69957"/>
                        <a:pt x="183377" y="26245"/>
                        <a:pt x="87175" y="161500"/>
                      </a:cubicBezTo>
                      <a:cubicBezTo>
                        <a:pt x="-32840" y="331045"/>
                        <a:pt x="10022" y="588220"/>
                        <a:pt x="38597" y="781578"/>
                      </a:cubicBezTo>
                      <a:cubicBezTo>
                        <a:pt x="38597" y="781578"/>
                        <a:pt x="38597" y="780625"/>
                        <a:pt x="38597" y="780625"/>
                      </a:cubicBezTo>
                      <a:cubicBezTo>
                        <a:pt x="38597" y="782530"/>
                        <a:pt x="39550" y="784435"/>
                        <a:pt x="39550" y="786340"/>
                      </a:cubicBezTo>
                      <a:cubicBezTo>
                        <a:pt x="39550" y="788245"/>
                        <a:pt x="43360" y="792055"/>
                        <a:pt x="44312" y="793960"/>
                      </a:cubicBezTo>
                      <a:cubicBezTo>
                        <a:pt x="45265" y="795865"/>
                        <a:pt x="52885" y="793960"/>
                        <a:pt x="55742" y="793008"/>
                      </a:cubicBezTo>
                      <a:cubicBezTo>
                        <a:pt x="56695" y="793008"/>
                        <a:pt x="56695" y="791103"/>
                        <a:pt x="56695" y="790150"/>
                      </a:cubicBezTo>
                      <a:cubicBezTo>
                        <a:pt x="57647" y="773005"/>
                        <a:pt x="56695" y="739668"/>
                        <a:pt x="56695" y="738715"/>
                      </a:cubicBezTo>
                      <a:cubicBezTo>
                        <a:pt x="54790" y="712045"/>
                        <a:pt x="49075" y="686328"/>
                        <a:pt x="44312" y="660610"/>
                      </a:cubicBezTo>
                      <a:cubicBezTo>
                        <a:pt x="63362" y="538690"/>
                        <a:pt x="120512" y="512973"/>
                        <a:pt x="150992" y="366288"/>
                      </a:cubicBezTo>
                      <a:cubicBezTo>
                        <a:pt x="157660" y="356763"/>
                        <a:pt x="164327" y="347238"/>
                        <a:pt x="170995" y="337713"/>
                      </a:cubicBezTo>
                      <a:cubicBezTo>
                        <a:pt x="179567" y="327235"/>
                        <a:pt x="187187" y="316758"/>
                        <a:pt x="197665" y="307233"/>
                      </a:cubicBezTo>
                      <a:cubicBezTo>
                        <a:pt x="202427" y="304375"/>
                        <a:pt x="208142" y="300565"/>
                        <a:pt x="212905" y="296755"/>
                      </a:cubicBezTo>
                      <a:cubicBezTo>
                        <a:pt x="324347" y="255798"/>
                        <a:pt x="438647" y="305328"/>
                        <a:pt x="543422" y="347238"/>
                      </a:cubicBezTo>
                      <a:cubicBezTo>
                        <a:pt x="583427" y="363430"/>
                        <a:pt x="589142" y="291993"/>
                        <a:pt x="633910" y="289135"/>
                      </a:cubicBezTo>
                      <a:cubicBezTo>
                        <a:pt x="652960" y="287230"/>
                        <a:pt x="692012" y="352000"/>
                        <a:pt x="707252" y="350095"/>
                      </a:cubicBezTo>
                      <a:cubicBezTo>
                        <a:pt x="864415" y="331998"/>
                        <a:pt x="798692" y="570123"/>
                        <a:pt x="823457" y="680613"/>
                      </a:cubicBezTo>
                      <a:cubicBezTo>
                        <a:pt x="819647" y="699663"/>
                        <a:pt x="816790" y="718713"/>
                        <a:pt x="814885" y="738715"/>
                      </a:cubicBezTo>
                      <a:cubicBezTo>
                        <a:pt x="814885" y="738715"/>
                        <a:pt x="813932" y="773005"/>
                        <a:pt x="814885" y="790150"/>
                      </a:cubicBezTo>
                      <a:cubicBezTo>
                        <a:pt x="814885" y="791103"/>
                        <a:pt x="814885" y="792055"/>
                        <a:pt x="815837" y="793008"/>
                      </a:cubicBezTo>
                      <a:cubicBezTo>
                        <a:pt x="818695" y="793960"/>
                        <a:pt x="825362" y="795865"/>
                        <a:pt x="827267" y="793960"/>
                      </a:cubicBezTo>
                      <a:cubicBezTo>
                        <a:pt x="828220" y="793008"/>
                        <a:pt x="831077" y="788245"/>
                        <a:pt x="832030" y="786340"/>
                      </a:cubicBezTo>
                      <a:cubicBezTo>
                        <a:pt x="833935" y="778720"/>
                        <a:pt x="833935" y="773005"/>
                        <a:pt x="834887" y="765385"/>
                      </a:cubicBezTo>
                      <a:cubicBezTo>
                        <a:pt x="835840" y="755860"/>
                        <a:pt x="837745" y="745383"/>
                        <a:pt x="838697" y="734905"/>
                      </a:cubicBezTo>
                      <a:cubicBezTo>
                        <a:pt x="869177" y="615843"/>
                        <a:pt x="928232" y="143403"/>
                        <a:pt x="708205" y="91968"/>
                      </a:cubicBezTo>
                      <a:close/>
                      <a:moveTo>
                        <a:pt x="395785" y="251988"/>
                      </a:moveTo>
                      <a:cubicBezTo>
                        <a:pt x="391975" y="251035"/>
                        <a:pt x="389117" y="250083"/>
                        <a:pt x="385307" y="249130"/>
                      </a:cubicBezTo>
                      <a:cubicBezTo>
                        <a:pt x="390070" y="250083"/>
                        <a:pt x="395785" y="251988"/>
                        <a:pt x="400547" y="252940"/>
                      </a:cubicBezTo>
                      <a:cubicBezTo>
                        <a:pt x="398642" y="251988"/>
                        <a:pt x="397690" y="251988"/>
                        <a:pt x="395785" y="251988"/>
                      </a:cubicBezTo>
                      <a:close/>
                    </a:path>
                  </a:pathLst>
                </a:custGeom>
                <a:solidFill>
                  <a:srgbClr val="343434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30" name="Freeform: Shape 29">
                  <a:extLst>
                    <a:ext uri="{FF2B5EF4-FFF2-40B4-BE49-F238E27FC236}">
                      <a16:creationId xmlns:a16="http://schemas.microsoft.com/office/drawing/2014/main" id="{2F02E938-A759-4665-AF2C-7E7F11A0D091}"/>
                    </a:ext>
                  </a:extLst>
                </p:cNvPr>
                <p:cNvSpPr/>
                <p:nvPr/>
              </p:nvSpPr>
              <p:spPr>
                <a:xfrm>
                  <a:off x="1715043" y="3980974"/>
                  <a:ext cx="85725" cy="9525"/>
                </a:xfrm>
                <a:custGeom>
                  <a:avLst/>
                  <a:gdLst>
                    <a:gd name="connsiteX0" fmla="*/ 7144 w 85725"/>
                    <a:gd name="connsiteY0" fmla="*/ 7144 h 9525"/>
                    <a:gd name="connsiteX1" fmla="*/ 81439 w 85725"/>
                    <a:gd name="connsiteY1" fmla="*/ 7144 h 9525"/>
                    <a:gd name="connsiteX2" fmla="*/ 82391 w 85725"/>
                    <a:gd name="connsiteY2" fmla="*/ 10001 h 9525"/>
                    <a:gd name="connsiteX3" fmla="*/ 7144 w 85725"/>
                    <a:gd name="connsiteY3" fmla="*/ 10001 h 95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85725" h="9525">
                      <a:moveTo>
                        <a:pt x="7144" y="7144"/>
                      </a:moveTo>
                      <a:lnTo>
                        <a:pt x="81439" y="7144"/>
                      </a:lnTo>
                      <a:lnTo>
                        <a:pt x="82391" y="10001"/>
                      </a:lnTo>
                      <a:lnTo>
                        <a:pt x="7144" y="10001"/>
                      </a:lnTo>
                      <a:close/>
                    </a:path>
                  </a:pathLst>
                </a:custGeom>
                <a:solidFill>
                  <a:srgbClr val="000000">
                    <a:alpha val="10000"/>
                  </a:srgbClr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31" name="Freeform: Shape 30">
                  <a:extLst>
                    <a:ext uri="{FF2B5EF4-FFF2-40B4-BE49-F238E27FC236}">
                      <a16:creationId xmlns:a16="http://schemas.microsoft.com/office/drawing/2014/main" id="{54CB32B1-E559-42EE-8BCF-C9006DBA82B0}"/>
                    </a:ext>
                  </a:extLst>
                </p:cNvPr>
                <p:cNvSpPr/>
                <p:nvPr/>
              </p:nvSpPr>
              <p:spPr>
                <a:xfrm>
                  <a:off x="1174542" y="2447737"/>
                  <a:ext cx="800100" cy="438150"/>
                </a:xfrm>
                <a:custGeom>
                  <a:avLst/>
                  <a:gdLst>
                    <a:gd name="connsiteX0" fmla="*/ 702902 w 800100"/>
                    <a:gd name="connsiteY0" fmla="*/ 84008 h 438150"/>
                    <a:gd name="connsiteX1" fmla="*/ 366670 w 800100"/>
                    <a:gd name="connsiteY1" fmla="*/ 26858 h 438150"/>
                    <a:gd name="connsiteX2" fmla="*/ 33295 w 800100"/>
                    <a:gd name="connsiteY2" fmla="*/ 74483 h 438150"/>
                    <a:gd name="connsiteX3" fmla="*/ 119020 w 800100"/>
                    <a:gd name="connsiteY3" fmla="*/ 388808 h 438150"/>
                    <a:gd name="connsiteX4" fmla="*/ 573362 w 800100"/>
                    <a:gd name="connsiteY4" fmla="*/ 344041 h 438150"/>
                    <a:gd name="connsiteX5" fmla="*/ 785770 w 800100"/>
                    <a:gd name="connsiteY5" fmla="*/ 191641 h 438150"/>
                    <a:gd name="connsiteX6" fmla="*/ 702902 w 800100"/>
                    <a:gd name="connsiteY6" fmla="*/ 84008 h 4381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800100" h="438150">
                      <a:moveTo>
                        <a:pt x="702902" y="84008"/>
                      </a:moveTo>
                      <a:cubicBezTo>
                        <a:pt x="702902" y="84008"/>
                        <a:pt x="524785" y="-39817"/>
                        <a:pt x="366670" y="26858"/>
                      </a:cubicBezTo>
                      <a:cubicBezTo>
                        <a:pt x="208555" y="93533"/>
                        <a:pt x="68537" y="119251"/>
                        <a:pt x="33295" y="74483"/>
                      </a:cubicBezTo>
                      <a:cubicBezTo>
                        <a:pt x="33295" y="74483"/>
                        <a:pt x="-64813" y="281176"/>
                        <a:pt x="119020" y="388808"/>
                      </a:cubicBezTo>
                      <a:cubicBezTo>
                        <a:pt x="302852" y="496441"/>
                        <a:pt x="512402" y="410716"/>
                        <a:pt x="573362" y="344041"/>
                      </a:cubicBezTo>
                      <a:cubicBezTo>
                        <a:pt x="633370" y="277366"/>
                        <a:pt x="732430" y="169733"/>
                        <a:pt x="785770" y="191641"/>
                      </a:cubicBezTo>
                      <a:cubicBezTo>
                        <a:pt x="840062" y="214501"/>
                        <a:pt x="702902" y="84008"/>
                        <a:pt x="702902" y="84008"/>
                      </a:cubicBezTo>
                      <a:close/>
                    </a:path>
                  </a:pathLst>
                </a:custGeom>
                <a:solidFill>
                  <a:srgbClr val="343434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</p:grpSp>
          <p:grpSp>
            <p:nvGrpSpPr>
              <p:cNvPr id="13" name="Group 12">
                <a:extLst>
                  <a:ext uri="{FF2B5EF4-FFF2-40B4-BE49-F238E27FC236}">
                    <a16:creationId xmlns:a16="http://schemas.microsoft.com/office/drawing/2014/main" id="{3F0C9197-38F7-4266-9255-C7382A81A51F}"/>
                  </a:ext>
                </a:extLst>
              </p:cNvPr>
              <p:cNvGrpSpPr/>
              <p:nvPr/>
            </p:nvGrpSpPr>
            <p:grpSpPr>
              <a:xfrm>
                <a:off x="1521799" y="-1594576"/>
                <a:ext cx="1675880" cy="996328"/>
                <a:chOff x="9495405" y="2976329"/>
                <a:chExt cx="1857375" cy="996328"/>
              </a:xfrm>
            </p:grpSpPr>
            <p:grpSp>
              <p:nvGrpSpPr>
                <p:cNvPr id="15" name="Group 14">
                  <a:extLst>
                    <a:ext uri="{FF2B5EF4-FFF2-40B4-BE49-F238E27FC236}">
                      <a16:creationId xmlns:a16="http://schemas.microsoft.com/office/drawing/2014/main" id="{19710414-9274-4725-92F1-0C23BE537042}"/>
                    </a:ext>
                  </a:extLst>
                </p:cNvPr>
                <p:cNvGrpSpPr/>
                <p:nvPr/>
              </p:nvGrpSpPr>
              <p:grpSpPr>
                <a:xfrm>
                  <a:off x="9495405" y="2976329"/>
                  <a:ext cx="1857375" cy="958376"/>
                  <a:chOff x="9495405" y="2976329"/>
                  <a:chExt cx="1857375" cy="958376"/>
                </a:xfrm>
              </p:grpSpPr>
              <p:sp>
                <p:nvSpPr>
                  <p:cNvPr id="17" name="Rectangle: Rounded Corners 16">
                    <a:extLst>
                      <a:ext uri="{FF2B5EF4-FFF2-40B4-BE49-F238E27FC236}">
                        <a16:creationId xmlns:a16="http://schemas.microsoft.com/office/drawing/2014/main" id="{1B3FE09E-BB53-4A0D-A138-E04372DC7FF4}"/>
                      </a:ext>
                    </a:extLst>
                  </p:cNvPr>
                  <p:cNvSpPr/>
                  <p:nvPr/>
                </p:nvSpPr>
                <p:spPr>
                  <a:xfrm>
                    <a:off x="9495405" y="2976329"/>
                    <a:ext cx="1857375" cy="958376"/>
                  </a:xfrm>
                  <a:prstGeom prst="roundRect">
                    <a:avLst>
                      <a:gd name="adj" fmla="val 4741"/>
                    </a:avLst>
                  </a:prstGeom>
                  <a:solidFill>
                    <a:schemeClr val="bg1">
                      <a:lumMod val="85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8" name="Oval 17">
                    <a:extLst>
                      <a:ext uri="{FF2B5EF4-FFF2-40B4-BE49-F238E27FC236}">
                        <a16:creationId xmlns:a16="http://schemas.microsoft.com/office/drawing/2014/main" id="{222ABA51-E373-4197-8C95-BF8E5D45C33A}"/>
                      </a:ext>
                    </a:extLst>
                  </p:cNvPr>
                  <p:cNvSpPr/>
                  <p:nvPr/>
                </p:nvSpPr>
                <p:spPr>
                  <a:xfrm>
                    <a:off x="10309032" y="3340457"/>
                    <a:ext cx="230120" cy="230120"/>
                  </a:xfrm>
                  <a:prstGeom prst="ellipse">
                    <a:avLst/>
                  </a:prstGeom>
                  <a:solidFill>
                    <a:schemeClr val="bg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sp>
              <p:nvSpPr>
                <p:cNvPr id="16" name="Rectangle: Rounded Corners 15">
                  <a:extLst>
                    <a:ext uri="{FF2B5EF4-FFF2-40B4-BE49-F238E27FC236}">
                      <a16:creationId xmlns:a16="http://schemas.microsoft.com/office/drawing/2014/main" id="{20F093C2-CBCB-4971-B3F5-9C8314C24F04}"/>
                    </a:ext>
                  </a:extLst>
                </p:cNvPr>
                <p:cNvSpPr/>
                <p:nvPr/>
              </p:nvSpPr>
              <p:spPr>
                <a:xfrm>
                  <a:off x="9495405" y="3875502"/>
                  <a:ext cx="1857375" cy="97155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bg1">
                    <a:lumMod val="6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14" name="Freeform: Shape 13">
                <a:extLst>
                  <a:ext uri="{FF2B5EF4-FFF2-40B4-BE49-F238E27FC236}">
                    <a16:creationId xmlns:a16="http://schemas.microsoft.com/office/drawing/2014/main" id="{927F6CBC-29AD-4029-B64C-D21DF64D0754}"/>
                  </a:ext>
                </a:extLst>
              </p:cNvPr>
              <p:cNvSpPr/>
              <p:nvPr/>
            </p:nvSpPr>
            <p:spPr>
              <a:xfrm>
                <a:off x="1969192" y="-2391643"/>
                <a:ext cx="762000" cy="285750"/>
              </a:xfrm>
              <a:custGeom>
                <a:avLst/>
                <a:gdLst>
                  <a:gd name="connsiteX0" fmla="*/ 569333 w 762000"/>
                  <a:gd name="connsiteY0" fmla="*/ 277654 h 285750"/>
                  <a:gd name="connsiteX1" fmla="*/ 579810 w 762000"/>
                  <a:gd name="connsiteY1" fmla="*/ 276701 h 285750"/>
                  <a:gd name="connsiteX2" fmla="*/ 715065 w 762000"/>
                  <a:gd name="connsiteY2" fmla="*/ 167164 h 285750"/>
                  <a:gd name="connsiteX3" fmla="*/ 744593 w 762000"/>
                  <a:gd name="connsiteY3" fmla="*/ 77629 h 285750"/>
                  <a:gd name="connsiteX4" fmla="*/ 758880 w 762000"/>
                  <a:gd name="connsiteY4" fmla="*/ 43339 h 285750"/>
                  <a:gd name="connsiteX5" fmla="*/ 738878 w 762000"/>
                  <a:gd name="connsiteY5" fmla="*/ 18574 h 285750"/>
                  <a:gd name="connsiteX6" fmla="*/ 574095 w 762000"/>
                  <a:gd name="connsiteY6" fmla="*/ 9049 h 285750"/>
                  <a:gd name="connsiteX7" fmla="*/ 574095 w 762000"/>
                  <a:gd name="connsiteY7" fmla="*/ 26194 h 285750"/>
                  <a:gd name="connsiteX8" fmla="*/ 687443 w 762000"/>
                  <a:gd name="connsiteY8" fmla="*/ 38576 h 285750"/>
                  <a:gd name="connsiteX9" fmla="*/ 682680 w 762000"/>
                  <a:gd name="connsiteY9" fmla="*/ 209074 h 285750"/>
                  <a:gd name="connsiteX10" fmla="*/ 569333 w 762000"/>
                  <a:gd name="connsiteY10" fmla="*/ 261461 h 285750"/>
                  <a:gd name="connsiteX11" fmla="*/ 569333 w 762000"/>
                  <a:gd name="connsiteY11" fmla="*/ 277654 h 285750"/>
                  <a:gd name="connsiteX12" fmla="*/ 382643 w 762000"/>
                  <a:gd name="connsiteY12" fmla="*/ 42386 h 285750"/>
                  <a:gd name="connsiteX13" fmla="*/ 206430 w 762000"/>
                  <a:gd name="connsiteY13" fmla="*/ 10954 h 285750"/>
                  <a:gd name="connsiteX14" fmla="*/ 192143 w 762000"/>
                  <a:gd name="connsiteY14" fmla="*/ 10001 h 285750"/>
                  <a:gd name="connsiteX15" fmla="*/ 192143 w 762000"/>
                  <a:gd name="connsiteY15" fmla="*/ 27146 h 285750"/>
                  <a:gd name="connsiteX16" fmla="*/ 316920 w 762000"/>
                  <a:gd name="connsiteY16" fmla="*/ 69056 h 285750"/>
                  <a:gd name="connsiteX17" fmla="*/ 243578 w 762000"/>
                  <a:gd name="connsiteY17" fmla="*/ 250984 h 285750"/>
                  <a:gd name="connsiteX18" fmla="*/ 188333 w 762000"/>
                  <a:gd name="connsiteY18" fmla="*/ 262414 h 285750"/>
                  <a:gd name="connsiteX19" fmla="*/ 188333 w 762000"/>
                  <a:gd name="connsiteY19" fmla="*/ 278606 h 285750"/>
                  <a:gd name="connsiteX20" fmla="*/ 316920 w 762000"/>
                  <a:gd name="connsiteY20" fmla="*/ 195739 h 285750"/>
                  <a:gd name="connsiteX21" fmla="*/ 382643 w 762000"/>
                  <a:gd name="connsiteY21" fmla="*/ 102394 h 285750"/>
                  <a:gd name="connsiteX22" fmla="*/ 443603 w 762000"/>
                  <a:gd name="connsiteY22" fmla="*/ 193834 h 285750"/>
                  <a:gd name="connsiteX23" fmla="*/ 570285 w 762000"/>
                  <a:gd name="connsiteY23" fmla="*/ 276701 h 285750"/>
                  <a:gd name="connsiteX24" fmla="*/ 570285 w 762000"/>
                  <a:gd name="connsiteY24" fmla="*/ 260509 h 285750"/>
                  <a:gd name="connsiteX25" fmla="*/ 512183 w 762000"/>
                  <a:gd name="connsiteY25" fmla="*/ 249079 h 285750"/>
                  <a:gd name="connsiteX26" fmla="*/ 450270 w 762000"/>
                  <a:gd name="connsiteY26" fmla="*/ 67151 h 285750"/>
                  <a:gd name="connsiteX27" fmla="*/ 575048 w 762000"/>
                  <a:gd name="connsiteY27" fmla="*/ 24289 h 285750"/>
                  <a:gd name="connsiteX28" fmla="*/ 575048 w 762000"/>
                  <a:gd name="connsiteY28" fmla="*/ 7144 h 285750"/>
                  <a:gd name="connsiteX29" fmla="*/ 563618 w 762000"/>
                  <a:gd name="connsiteY29" fmla="*/ 8096 h 285750"/>
                  <a:gd name="connsiteX30" fmla="*/ 382643 w 762000"/>
                  <a:gd name="connsiteY30" fmla="*/ 42386 h 285750"/>
                  <a:gd name="connsiteX31" fmla="*/ 192143 w 762000"/>
                  <a:gd name="connsiteY31" fmla="*/ 10001 h 285750"/>
                  <a:gd name="connsiteX32" fmla="*/ 29265 w 762000"/>
                  <a:gd name="connsiteY32" fmla="*/ 19526 h 285750"/>
                  <a:gd name="connsiteX33" fmla="*/ 7358 w 762000"/>
                  <a:gd name="connsiteY33" fmla="*/ 44291 h 285750"/>
                  <a:gd name="connsiteX34" fmla="*/ 19740 w 762000"/>
                  <a:gd name="connsiteY34" fmla="*/ 78581 h 285750"/>
                  <a:gd name="connsiteX35" fmla="*/ 43553 w 762000"/>
                  <a:gd name="connsiteY35" fmla="*/ 168116 h 285750"/>
                  <a:gd name="connsiteX36" fmla="*/ 172140 w 762000"/>
                  <a:gd name="connsiteY36" fmla="*/ 277654 h 285750"/>
                  <a:gd name="connsiteX37" fmla="*/ 187380 w 762000"/>
                  <a:gd name="connsiteY37" fmla="*/ 278606 h 285750"/>
                  <a:gd name="connsiteX38" fmla="*/ 187380 w 762000"/>
                  <a:gd name="connsiteY38" fmla="*/ 262414 h 285750"/>
                  <a:gd name="connsiteX39" fmla="*/ 74033 w 762000"/>
                  <a:gd name="connsiteY39" fmla="*/ 210026 h 285750"/>
                  <a:gd name="connsiteX40" fmla="*/ 79748 w 762000"/>
                  <a:gd name="connsiteY40" fmla="*/ 39529 h 285750"/>
                  <a:gd name="connsiteX41" fmla="*/ 191190 w 762000"/>
                  <a:gd name="connsiteY41" fmla="*/ 26194 h 285750"/>
                  <a:gd name="connsiteX42" fmla="*/ 192143 w 762000"/>
                  <a:gd name="connsiteY42" fmla="*/ 10001 h 2857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</a:cxnLst>
                <a:rect l="l" t="t" r="r" b="b"/>
                <a:pathLst>
                  <a:path w="762000" h="285750">
                    <a:moveTo>
                      <a:pt x="569333" y="277654"/>
                    </a:moveTo>
                    <a:cubicBezTo>
                      <a:pt x="573143" y="277654"/>
                      <a:pt x="576000" y="277654"/>
                      <a:pt x="579810" y="276701"/>
                    </a:cubicBezTo>
                    <a:cubicBezTo>
                      <a:pt x="679823" y="268129"/>
                      <a:pt x="704588" y="223361"/>
                      <a:pt x="715065" y="167164"/>
                    </a:cubicBezTo>
                    <a:cubicBezTo>
                      <a:pt x="727448" y="105251"/>
                      <a:pt x="728400" y="83344"/>
                      <a:pt x="744593" y="77629"/>
                    </a:cubicBezTo>
                    <a:cubicBezTo>
                      <a:pt x="756023" y="73819"/>
                      <a:pt x="758880" y="59531"/>
                      <a:pt x="758880" y="43339"/>
                    </a:cubicBezTo>
                    <a:cubicBezTo>
                      <a:pt x="758880" y="27146"/>
                      <a:pt x="757928" y="25241"/>
                      <a:pt x="738878" y="18574"/>
                    </a:cubicBezTo>
                    <a:cubicBezTo>
                      <a:pt x="723638" y="12859"/>
                      <a:pt x="637913" y="5239"/>
                      <a:pt x="574095" y="9049"/>
                    </a:cubicBezTo>
                    <a:lnTo>
                      <a:pt x="574095" y="26194"/>
                    </a:lnTo>
                    <a:cubicBezTo>
                      <a:pt x="624578" y="23336"/>
                      <a:pt x="673155" y="29051"/>
                      <a:pt x="687443" y="38576"/>
                    </a:cubicBezTo>
                    <a:cubicBezTo>
                      <a:pt x="719828" y="59531"/>
                      <a:pt x="710303" y="159544"/>
                      <a:pt x="682680" y="209074"/>
                    </a:cubicBezTo>
                    <a:cubicBezTo>
                      <a:pt x="663630" y="243364"/>
                      <a:pt x="614100" y="261461"/>
                      <a:pt x="569333" y="261461"/>
                    </a:cubicBezTo>
                    <a:lnTo>
                      <a:pt x="569333" y="277654"/>
                    </a:lnTo>
                    <a:close/>
                    <a:moveTo>
                      <a:pt x="382643" y="42386"/>
                    </a:moveTo>
                    <a:cubicBezTo>
                      <a:pt x="360735" y="43339"/>
                      <a:pt x="270248" y="16669"/>
                      <a:pt x="206430" y="10954"/>
                    </a:cubicBezTo>
                    <a:cubicBezTo>
                      <a:pt x="201668" y="10954"/>
                      <a:pt x="196905" y="10001"/>
                      <a:pt x="192143" y="10001"/>
                    </a:cubicBezTo>
                    <a:lnTo>
                      <a:pt x="192143" y="27146"/>
                    </a:lnTo>
                    <a:cubicBezTo>
                      <a:pt x="244530" y="29051"/>
                      <a:pt x="297870" y="41434"/>
                      <a:pt x="316920" y="69056"/>
                    </a:cubicBezTo>
                    <a:cubicBezTo>
                      <a:pt x="347400" y="114776"/>
                      <a:pt x="293108" y="226219"/>
                      <a:pt x="243578" y="250984"/>
                    </a:cubicBezTo>
                    <a:cubicBezTo>
                      <a:pt x="228338" y="258604"/>
                      <a:pt x="209288" y="262414"/>
                      <a:pt x="188333" y="262414"/>
                    </a:cubicBezTo>
                    <a:lnTo>
                      <a:pt x="188333" y="278606"/>
                    </a:lnTo>
                    <a:cubicBezTo>
                      <a:pt x="275010" y="278606"/>
                      <a:pt x="306443" y="216694"/>
                      <a:pt x="316920" y="195739"/>
                    </a:cubicBezTo>
                    <a:cubicBezTo>
                      <a:pt x="336923" y="156686"/>
                      <a:pt x="333113" y="102394"/>
                      <a:pt x="382643" y="102394"/>
                    </a:cubicBezTo>
                    <a:cubicBezTo>
                      <a:pt x="432173" y="102394"/>
                      <a:pt x="425505" y="154781"/>
                      <a:pt x="443603" y="193834"/>
                    </a:cubicBezTo>
                    <a:cubicBezTo>
                      <a:pt x="453128" y="214789"/>
                      <a:pt x="480750" y="279559"/>
                      <a:pt x="570285" y="276701"/>
                    </a:cubicBezTo>
                    <a:lnTo>
                      <a:pt x="570285" y="260509"/>
                    </a:lnTo>
                    <a:cubicBezTo>
                      <a:pt x="548378" y="260509"/>
                      <a:pt x="527423" y="256699"/>
                      <a:pt x="512183" y="249079"/>
                    </a:cubicBezTo>
                    <a:cubicBezTo>
                      <a:pt x="464558" y="224314"/>
                      <a:pt x="416933" y="112871"/>
                      <a:pt x="450270" y="67151"/>
                    </a:cubicBezTo>
                    <a:cubicBezTo>
                      <a:pt x="470273" y="39529"/>
                      <a:pt x="523613" y="27146"/>
                      <a:pt x="575048" y="24289"/>
                    </a:cubicBezTo>
                    <a:lnTo>
                      <a:pt x="575048" y="7144"/>
                    </a:lnTo>
                    <a:cubicBezTo>
                      <a:pt x="571238" y="7144"/>
                      <a:pt x="567428" y="8096"/>
                      <a:pt x="563618" y="8096"/>
                    </a:cubicBezTo>
                    <a:cubicBezTo>
                      <a:pt x="504563" y="15716"/>
                      <a:pt x="434078" y="40481"/>
                      <a:pt x="382643" y="42386"/>
                    </a:cubicBezTo>
                    <a:close/>
                    <a:moveTo>
                      <a:pt x="192143" y="10001"/>
                    </a:moveTo>
                    <a:cubicBezTo>
                      <a:pt x="129278" y="6191"/>
                      <a:pt x="45458" y="14764"/>
                      <a:pt x="29265" y="19526"/>
                    </a:cubicBezTo>
                    <a:cubicBezTo>
                      <a:pt x="9263" y="26194"/>
                      <a:pt x="8310" y="28099"/>
                      <a:pt x="7358" y="44291"/>
                    </a:cubicBezTo>
                    <a:cubicBezTo>
                      <a:pt x="6405" y="60484"/>
                      <a:pt x="8310" y="74771"/>
                      <a:pt x="19740" y="78581"/>
                    </a:cubicBezTo>
                    <a:cubicBezTo>
                      <a:pt x="35933" y="84296"/>
                      <a:pt x="34980" y="106204"/>
                      <a:pt x="43553" y="168116"/>
                    </a:cubicBezTo>
                    <a:cubicBezTo>
                      <a:pt x="51173" y="224314"/>
                      <a:pt x="73080" y="269081"/>
                      <a:pt x="172140" y="277654"/>
                    </a:cubicBezTo>
                    <a:cubicBezTo>
                      <a:pt x="176903" y="277654"/>
                      <a:pt x="181665" y="278606"/>
                      <a:pt x="187380" y="278606"/>
                    </a:cubicBezTo>
                    <a:lnTo>
                      <a:pt x="187380" y="262414"/>
                    </a:lnTo>
                    <a:cubicBezTo>
                      <a:pt x="141660" y="262414"/>
                      <a:pt x="91178" y="245269"/>
                      <a:pt x="74033" y="210026"/>
                    </a:cubicBezTo>
                    <a:cubicBezTo>
                      <a:pt x="50220" y="160496"/>
                      <a:pt x="46410" y="60484"/>
                      <a:pt x="79748" y="39529"/>
                    </a:cubicBezTo>
                    <a:cubicBezTo>
                      <a:pt x="94035" y="30956"/>
                      <a:pt x="141660" y="24289"/>
                      <a:pt x="191190" y="26194"/>
                    </a:cubicBezTo>
                    <a:lnTo>
                      <a:pt x="192143" y="10001"/>
                    </a:lnTo>
                    <a:close/>
                  </a:path>
                </a:pathLst>
              </a:custGeom>
              <a:solidFill>
                <a:schemeClr val="tx1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</p:grpSp>
      <p:sp>
        <p:nvSpPr>
          <p:cNvPr id="32" name="Freeform: Shape 31">
            <a:extLst>
              <a:ext uri="{FF2B5EF4-FFF2-40B4-BE49-F238E27FC236}">
                <a16:creationId xmlns:a16="http://schemas.microsoft.com/office/drawing/2014/main" id="{0608DEEF-EE30-402B-817C-9E80DC1E2967}"/>
              </a:ext>
            </a:extLst>
          </p:cNvPr>
          <p:cNvSpPr/>
          <p:nvPr/>
        </p:nvSpPr>
        <p:spPr>
          <a:xfrm flipH="1">
            <a:off x="5328699" y="3428999"/>
            <a:ext cx="4372161" cy="1152967"/>
          </a:xfrm>
          <a:custGeom>
            <a:avLst/>
            <a:gdLst>
              <a:gd name="connsiteX0" fmla="*/ 4288769 w 4464942"/>
              <a:gd name="connsiteY0" fmla="*/ 0 h 1180474"/>
              <a:gd name="connsiteX1" fmla="*/ 4464942 w 4464942"/>
              <a:gd name="connsiteY1" fmla="*/ 176172 h 1180474"/>
              <a:gd name="connsiteX2" fmla="*/ 4464942 w 4464942"/>
              <a:gd name="connsiteY2" fmla="*/ 880841 h 1180474"/>
              <a:gd name="connsiteX3" fmla="*/ 4288770 w 4464942"/>
              <a:gd name="connsiteY3" fmla="*/ 1057013 h 1180474"/>
              <a:gd name="connsiteX4" fmla="*/ 593216 w 4464942"/>
              <a:gd name="connsiteY4" fmla="*/ 1057013 h 1180474"/>
              <a:gd name="connsiteX5" fmla="*/ 0 w 4464942"/>
              <a:gd name="connsiteY5" fmla="*/ 1180474 h 1180474"/>
              <a:gd name="connsiteX6" fmla="*/ 178168 w 4464942"/>
              <a:gd name="connsiteY6" fmla="*/ 812932 h 1180474"/>
              <a:gd name="connsiteX7" fmla="*/ 178168 w 4464942"/>
              <a:gd name="connsiteY7" fmla="*/ 176172 h 1180474"/>
              <a:gd name="connsiteX8" fmla="*/ 354339 w 4464942"/>
              <a:gd name="connsiteY8" fmla="*/ 1 h 11804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464942" h="1180474">
                <a:moveTo>
                  <a:pt x="4288769" y="0"/>
                </a:moveTo>
                <a:cubicBezTo>
                  <a:pt x="4386067" y="0"/>
                  <a:pt x="4464942" y="78875"/>
                  <a:pt x="4464942" y="176172"/>
                </a:cubicBezTo>
                <a:lnTo>
                  <a:pt x="4464942" y="880841"/>
                </a:lnTo>
                <a:cubicBezTo>
                  <a:pt x="4464942" y="978138"/>
                  <a:pt x="4386067" y="1057013"/>
                  <a:pt x="4288770" y="1057013"/>
                </a:cubicBezTo>
                <a:lnTo>
                  <a:pt x="593216" y="1057013"/>
                </a:lnTo>
                <a:lnTo>
                  <a:pt x="0" y="1180474"/>
                </a:lnTo>
                <a:lnTo>
                  <a:pt x="178168" y="812932"/>
                </a:lnTo>
                <a:lnTo>
                  <a:pt x="178168" y="176172"/>
                </a:lnTo>
                <a:cubicBezTo>
                  <a:pt x="178167" y="78875"/>
                  <a:pt x="257042" y="0"/>
                  <a:pt x="354339" y="1"/>
                </a:cubicBezTo>
                <a:close/>
              </a:path>
            </a:pathLst>
          </a:custGeom>
          <a:solidFill>
            <a:srgbClr val="102E37">
              <a:lumMod val="75000"/>
              <a:lumOff val="25000"/>
            </a:srgbClr>
          </a:solidFill>
          <a:ln w="12700" cap="flat" cmpd="sng" algn="ctr">
            <a:noFill/>
            <a:prstDash val="solid"/>
            <a:miter lim="800000"/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txBody>
          <a:bodyPr rot="0" spcFirstLastPara="0" vertOverflow="overflow" horzOverflow="overflow" vert="horz" wrap="square" lIns="91440" tIns="0" rIns="182880" bIns="9144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sz="200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We haven’t noticed this discrepancy because we almost never use DNS names for DNS servers, we use IPs</a:t>
            </a:r>
          </a:p>
        </p:txBody>
      </p:sp>
      <p:sp>
        <p:nvSpPr>
          <p:cNvPr id="4" name="Speech Bubble: Rectangle with Corners Rounded 3">
            <a:extLst>
              <a:ext uri="{FF2B5EF4-FFF2-40B4-BE49-F238E27FC236}">
                <a16:creationId xmlns:a16="http://schemas.microsoft.com/office/drawing/2014/main" id="{9124AEC8-AC43-4AE7-908E-44405341A9A8}"/>
              </a:ext>
            </a:extLst>
          </p:cNvPr>
          <p:cNvSpPr/>
          <p:nvPr/>
        </p:nvSpPr>
        <p:spPr>
          <a:xfrm>
            <a:off x="5155517" y="1624717"/>
            <a:ext cx="4118083" cy="614504"/>
          </a:xfrm>
          <a:prstGeom prst="wedgeRoundRectCallout">
            <a:avLst>
              <a:gd name="adj1" fmla="val -57723"/>
              <a:gd name="adj2" fmla="val 7464"/>
              <a:gd name="adj3" fmla="val 16667"/>
            </a:avLst>
          </a:prstGeom>
          <a:solidFill>
            <a:srgbClr val="FAFAFF"/>
          </a:solidFill>
          <a:ln>
            <a:solidFill>
              <a:srgbClr val="86228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rgbClr val="862286"/>
                </a:solidFill>
                <a:latin typeface="Lucida Sans Typewriter" panose="020B0509030504030204" pitchFamily="49" charset="0"/>
                <a:ea typeface="Source Sans Pro" panose="020B0503030403020204" pitchFamily="34" charset="0"/>
              </a:rPr>
              <a:t>NS </a:t>
            </a:r>
            <a:r>
              <a:rPr lang="en-US" dirty="0">
                <a:solidFill>
                  <a:srgbClr val="862286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records mismatch and some servers incorrectly pointed to web server</a:t>
            </a: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1C5917B8-E1A1-40D2-9F70-E98A8069AA45}"/>
              </a:ext>
            </a:extLst>
          </p:cNvPr>
          <p:cNvSpPr/>
          <p:nvPr/>
        </p:nvSpPr>
        <p:spPr>
          <a:xfrm>
            <a:off x="5155518" y="2602754"/>
            <a:ext cx="4372161" cy="407849"/>
          </a:xfrm>
          <a:prstGeom prst="roundRect">
            <a:avLst>
              <a:gd name="adj" fmla="val 4541"/>
            </a:avLst>
          </a:prstGeom>
          <a:solidFill>
            <a:srgbClr val="FFF2CC"/>
          </a:solidFill>
          <a:ln w="19050">
            <a:solidFill>
              <a:srgbClr val="95792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r>
              <a:rPr lang="en-US" sz="2000">
                <a:solidFill>
                  <a:srgbClr val="957922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Noto Mono" panose="020B0609030804020204" pitchFamily="49" charset="0"/>
              </a:rPr>
              <a:t>Affects response time and redundancy</a:t>
            </a:r>
          </a:p>
        </p:txBody>
      </p:sp>
      <p:sp>
        <p:nvSpPr>
          <p:cNvPr id="2" name="Google Shape;65;p14">
            <a:extLst>
              <a:ext uri="{FF2B5EF4-FFF2-40B4-BE49-F238E27FC236}">
                <a16:creationId xmlns:a16="http://schemas.microsoft.com/office/drawing/2014/main" id="{F300E677-BE51-49B4-8026-64AC7DD54E11}"/>
              </a:ext>
            </a:extLst>
          </p:cNvPr>
          <p:cNvSpPr txBox="1">
            <a:spLocks/>
          </p:cNvSpPr>
          <p:nvPr/>
        </p:nvSpPr>
        <p:spPr>
          <a:xfrm>
            <a:off x="3760766" y="209319"/>
            <a:ext cx="4670469" cy="800179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121900" tIns="121900" rIns="121900" bIns="12190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 b="0" i="0" u="none" strike="noStrike" cap="non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 b="0" i="0" u="none" strike="noStrike" cap="non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 b="0" i="0" u="none" strike="noStrike" cap="non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 b="0" i="0" u="none" strike="noStrike" cap="non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 b="0" i="0" u="none" strike="noStrike" cap="non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 b="0" i="0" u="none" strike="noStrike" cap="non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 b="0" i="0" u="none" strike="noStrike" cap="non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 b="0" i="0" u="none" strike="noStrike" cap="non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 b="0" i="0" u="none" strike="noStrike" cap="non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9pPr>
          </a:lstStyle>
          <a:p>
            <a:pPr defTabSz="914400"/>
            <a:r>
              <a:rPr lang="en-US" sz="3600" b="1" kern="0">
                <a:solidFill>
                  <a:srgbClr val="546970"/>
                </a:solidFill>
                <a:latin typeface="Bookman Old Style" panose="02050604050505020204" pitchFamily="18" charset="0"/>
              </a:rPr>
              <a:t>University Results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9048356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 animBg="1"/>
      <p:bldP spid="4" grpId="0" animBg="1"/>
      <p:bldP spid="33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2D906CAF-ED1E-4497-9E16-1CE9DB305745}"/>
              </a:ext>
            </a:extLst>
          </p:cNvPr>
          <p:cNvSpPr/>
          <p:nvPr/>
        </p:nvSpPr>
        <p:spPr>
          <a:xfrm flipV="1">
            <a:off x="4145001" y="886094"/>
            <a:ext cx="3901998" cy="27432"/>
          </a:xfrm>
          <a:prstGeom prst="roundRect">
            <a:avLst/>
          </a:prstGeom>
          <a:solidFill>
            <a:srgbClr val="26A69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9" name="Table 19">
            <a:extLst>
              <a:ext uri="{FF2B5EF4-FFF2-40B4-BE49-F238E27FC236}">
                <a16:creationId xmlns:a16="http://schemas.microsoft.com/office/drawing/2014/main" id="{78D45443-635D-4BA3-8490-195BB2CE1C42}"/>
              </a:ext>
            </a:extLst>
          </p:cNvPr>
          <p:cNvGraphicFramePr>
            <a:graphicFrameLocks noGrp="1"/>
          </p:cNvGraphicFramePr>
          <p:nvPr/>
        </p:nvGraphicFramePr>
        <p:xfrm>
          <a:off x="422094" y="1283530"/>
          <a:ext cx="4485323" cy="2595880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762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2595880">
                  <a:extLst>
                    <a:ext uri="{9D8B030D-6E8A-4147-A177-3AD203B41FA5}">
                      <a16:colId xmlns:a16="http://schemas.microsoft.com/office/drawing/2014/main" val="2984514354"/>
                    </a:ext>
                  </a:extLst>
                </a:gridCol>
                <a:gridCol w="1889443">
                  <a:extLst>
                    <a:ext uri="{9D8B030D-6E8A-4147-A177-3AD203B41FA5}">
                      <a16:colId xmlns:a16="http://schemas.microsoft.com/office/drawing/2014/main" val="260810631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b="0">
                          <a:solidFill>
                            <a:srgbClr val="FFFBF0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Property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90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57B8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>
                          <a:solidFill>
                            <a:srgbClr val="FFFBF0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Number of bugs</a:t>
                      </a:r>
                    </a:p>
                  </a:txBody>
                  <a:tcPr anchor="ctr">
                    <a:lnR w="190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57B8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11875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>
                          <a:solidFill>
                            <a:srgbClr val="657B83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Delegation Consistency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49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796380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>
                          <a:solidFill>
                            <a:srgbClr val="657B83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No lame delegation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17661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>
                          <a:solidFill>
                            <a:srgbClr val="657B83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No rewrite loops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027959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>
                          <a:solidFill>
                            <a:srgbClr val="657B83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No missing glue records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809643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>
                          <a:solidFill>
                            <a:srgbClr val="657B83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No rewrite blackholing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48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319153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>
                          <a:solidFill>
                            <a:srgbClr val="657B83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No zero TTL records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1762972"/>
                  </a:ext>
                </a:extLst>
              </a:tr>
            </a:tbl>
          </a:graphicData>
        </a:graphic>
      </p:graphicFrame>
      <p:grpSp>
        <p:nvGrpSpPr>
          <p:cNvPr id="9" name="Group 8">
            <a:extLst>
              <a:ext uri="{FF2B5EF4-FFF2-40B4-BE49-F238E27FC236}">
                <a16:creationId xmlns:a16="http://schemas.microsoft.com/office/drawing/2014/main" id="{7C29365C-742B-405E-8606-1D0315774B20}"/>
              </a:ext>
            </a:extLst>
          </p:cNvPr>
          <p:cNvGrpSpPr/>
          <p:nvPr/>
        </p:nvGrpSpPr>
        <p:grpSpPr>
          <a:xfrm>
            <a:off x="9440024" y="3756810"/>
            <a:ext cx="2751976" cy="1810556"/>
            <a:chOff x="5358374" y="4113964"/>
            <a:chExt cx="2751976" cy="1810556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08D4F715-87F5-4CB7-8563-1EC6DBB1B8A6}"/>
                </a:ext>
              </a:extLst>
            </p:cNvPr>
            <p:cNvSpPr txBox="1"/>
            <p:nvPr/>
          </p:nvSpPr>
          <p:spPr>
            <a:xfrm>
              <a:off x="6372827" y="4187303"/>
              <a:ext cx="1737523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algn="ctr">
                <a:defRPr sz="2000" b="1">
                  <a:solidFill>
                    <a:schemeClr val="accent2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defRPr>
              </a:lvl1pPr>
            </a:lstStyle>
            <a:p>
              <a:r>
                <a:rPr lang="en-US">
                  <a:solidFill>
                    <a:srgbClr val="546970"/>
                  </a:solidFill>
                  <a:latin typeface="Source Sans Pro" panose="020B0503030403020204" pitchFamily="34" charset="0"/>
                  <a:ea typeface="Source Sans Pro" panose="020B0503030403020204" pitchFamily="34" charset="0"/>
                </a:rPr>
                <a:t>Campus </a:t>
              </a:r>
            </a:p>
            <a:p>
              <a:r>
                <a:rPr lang="en-US">
                  <a:solidFill>
                    <a:srgbClr val="546970"/>
                  </a:solidFill>
                  <a:latin typeface="Source Sans Pro" panose="020B0503030403020204" pitchFamily="34" charset="0"/>
                  <a:ea typeface="Source Sans Pro" panose="020B0503030403020204" pitchFamily="34" charset="0"/>
                </a:rPr>
                <a:t>DNS Engineer</a:t>
              </a:r>
            </a:p>
          </p:txBody>
        </p: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0672AEAE-8FF6-4A60-A45A-FB942CD53F95}"/>
                </a:ext>
              </a:extLst>
            </p:cNvPr>
            <p:cNvGrpSpPr/>
            <p:nvPr/>
          </p:nvGrpSpPr>
          <p:grpSpPr>
            <a:xfrm>
              <a:off x="5358374" y="4113964"/>
              <a:ext cx="1395473" cy="1810556"/>
              <a:chOff x="1429994" y="-3008098"/>
              <a:chExt cx="1857375" cy="2409850"/>
            </a:xfrm>
          </p:grpSpPr>
          <p:grpSp>
            <p:nvGrpSpPr>
              <p:cNvPr id="12" name="Graphic 34">
                <a:extLst>
                  <a:ext uri="{FF2B5EF4-FFF2-40B4-BE49-F238E27FC236}">
                    <a16:creationId xmlns:a16="http://schemas.microsoft.com/office/drawing/2014/main" id="{8F7B32C5-AAB0-409F-90A9-4FB7FB38584A}"/>
                  </a:ext>
                </a:extLst>
              </p:cNvPr>
              <p:cNvGrpSpPr/>
              <p:nvPr/>
            </p:nvGrpSpPr>
            <p:grpSpPr>
              <a:xfrm>
                <a:off x="1429994" y="-3008098"/>
                <a:ext cx="1857375" cy="2084121"/>
                <a:chOff x="827313" y="2383580"/>
                <a:chExt cx="1857375" cy="2084121"/>
              </a:xfrm>
            </p:grpSpPr>
            <p:sp>
              <p:nvSpPr>
                <p:cNvPr id="20" name="Freeform: Shape 19">
                  <a:extLst>
                    <a:ext uri="{FF2B5EF4-FFF2-40B4-BE49-F238E27FC236}">
                      <a16:creationId xmlns:a16="http://schemas.microsoft.com/office/drawing/2014/main" id="{5C753B84-6008-4ABE-B307-59939EED88FC}"/>
                    </a:ext>
                  </a:extLst>
                </p:cNvPr>
                <p:cNvSpPr/>
                <p:nvPr/>
              </p:nvSpPr>
              <p:spPr>
                <a:xfrm>
                  <a:off x="827313" y="3619976"/>
                  <a:ext cx="1857375" cy="847725"/>
                </a:xfrm>
                <a:custGeom>
                  <a:avLst/>
                  <a:gdLst>
                    <a:gd name="connsiteX0" fmla="*/ 747236 w 1857375"/>
                    <a:gd name="connsiteY0" fmla="*/ 7144 h 847725"/>
                    <a:gd name="connsiteX1" fmla="*/ 167164 w 1857375"/>
                    <a:gd name="connsiteY1" fmla="*/ 325279 h 847725"/>
                    <a:gd name="connsiteX2" fmla="*/ 7144 w 1857375"/>
                    <a:gd name="connsiteY2" fmla="*/ 847249 h 847725"/>
                    <a:gd name="connsiteX3" fmla="*/ 932021 w 1857375"/>
                    <a:gd name="connsiteY3" fmla="*/ 847249 h 847725"/>
                    <a:gd name="connsiteX4" fmla="*/ 1856899 w 1857375"/>
                    <a:gd name="connsiteY4" fmla="*/ 847249 h 847725"/>
                    <a:gd name="connsiteX5" fmla="*/ 1696879 w 1857375"/>
                    <a:gd name="connsiteY5" fmla="*/ 325279 h 847725"/>
                    <a:gd name="connsiteX6" fmla="*/ 1121569 w 1857375"/>
                    <a:gd name="connsiteY6" fmla="*/ 10001 h 847725"/>
                    <a:gd name="connsiteX7" fmla="*/ 747236 w 1857375"/>
                    <a:gd name="connsiteY7" fmla="*/ 7144 h 8477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1857375" h="847725">
                      <a:moveTo>
                        <a:pt x="747236" y="7144"/>
                      </a:moveTo>
                      <a:cubicBezTo>
                        <a:pt x="338614" y="186214"/>
                        <a:pt x="215741" y="281464"/>
                        <a:pt x="167164" y="325279"/>
                      </a:cubicBezTo>
                      <a:cubicBezTo>
                        <a:pt x="92869" y="391001"/>
                        <a:pt x="50959" y="637699"/>
                        <a:pt x="7144" y="847249"/>
                      </a:cubicBezTo>
                      <a:lnTo>
                        <a:pt x="932021" y="847249"/>
                      </a:lnTo>
                      <a:lnTo>
                        <a:pt x="1856899" y="847249"/>
                      </a:lnTo>
                      <a:cubicBezTo>
                        <a:pt x="1813084" y="637699"/>
                        <a:pt x="1771174" y="391954"/>
                        <a:pt x="1696879" y="325279"/>
                      </a:cubicBezTo>
                      <a:cubicBezTo>
                        <a:pt x="1648301" y="282416"/>
                        <a:pt x="1530191" y="189071"/>
                        <a:pt x="1121569" y="10001"/>
                      </a:cubicBezTo>
                      <a:lnTo>
                        <a:pt x="747236" y="7144"/>
                      </a:lnTo>
                      <a:close/>
                    </a:path>
                  </a:pathLst>
                </a:custGeom>
                <a:solidFill>
                  <a:srgbClr val="FFDECC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2" name="Freeform: Shape 21">
                  <a:extLst>
                    <a:ext uri="{FF2B5EF4-FFF2-40B4-BE49-F238E27FC236}">
                      <a16:creationId xmlns:a16="http://schemas.microsoft.com/office/drawing/2014/main" id="{FF98DB4D-14FE-4D8E-975B-D44D1C4F6BB2}"/>
                    </a:ext>
                  </a:extLst>
                </p:cNvPr>
                <p:cNvSpPr/>
                <p:nvPr/>
              </p:nvSpPr>
              <p:spPr>
                <a:xfrm>
                  <a:off x="827313" y="3619976"/>
                  <a:ext cx="1857375" cy="847725"/>
                </a:xfrm>
                <a:custGeom>
                  <a:avLst/>
                  <a:gdLst>
                    <a:gd name="connsiteX0" fmla="*/ 747236 w 1857375"/>
                    <a:gd name="connsiteY0" fmla="*/ 7144 h 847725"/>
                    <a:gd name="connsiteX1" fmla="*/ 167164 w 1857375"/>
                    <a:gd name="connsiteY1" fmla="*/ 325279 h 847725"/>
                    <a:gd name="connsiteX2" fmla="*/ 7144 w 1857375"/>
                    <a:gd name="connsiteY2" fmla="*/ 847249 h 847725"/>
                    <a:gd name="connsiteX3" fmla="*/ 932021 w 1857375"/>
                    <a:gd name="connsiteY3" fmla="*/ 847249 h 847725"/>
                    <a:gd name="connsiteX4" fmla="*/ 1856899 w 1857375"/>
                    <a:gd name="connsiteY4" fmla="*/ 847249 h 847725"/>
                    <a:gd name="connsiteX5" fmla="*/ 1696879 w 1857375"/>
                    <a:gd name="connsiteY5" fmla="*/ 325279 h 847725"/>
                    <a:gd name="connsiteX6" fmla="*/ 1121569 w 1857375"/>
                    <a:gd name="connsiteY6" fmla="*/ 10001 h 847725"/>
                    <a:gd name="connsiteX7" fmla="*/ 747236 w 1857375"/>
                    <a:gd name="connsiteY7" fmla="*/ 7144 h 8477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1857375" h="847725">
                      <a:moveTo>
                        <a:pt x="747236" y="7144"/>
                      </a:moveTo>
                      <a:cubicBezTo>
                        <a:pt x="338614" y="186214"/>
                        <a:pt x="215741" y="281464"/>
                        <a:pt x="167164" y="325279"/>
                      </a:cubicBezTo>
                      <a:cubicBezTo>
                        <a:pt x="92869" y="391001"/>
                        <a:pt x="50959" y="637699"/>
                        <a:pt x="7144" y="847249"/>
                      </a:cubicBezTo>
                      <a:lnTo>
                        <a:pt x="932021" y="847249"/>
                      </a:lnTo>
                      <a:lnTo>
                        <a:pt x="1856899" y="847249"/>
                      </a:lnTo>
                      <a:cubicBezTo>
                        <a:pt x="1813084" y="637699"/>
                        <a:pt x="1771174" y="391954"/>
                        <a:pt x="1696879" y="325279"/>
                      </a:cubicBezTo>
                      <a:cubicBezTo>
                        <a:pt x="1648301" y="282416"/>
                        <a:pt x="1530191" y="189071"/>
                        <a:pt x="1121569" y="10001"/>
                      </a:cubicBezTo>
                      <a:lnTo>
                        <a:pt x="747236" y="7144"/>
                      </a:lnTo>
                      <a:close/>
                    </a:path>
                  </a:pathLst>
                </a:custGeom>
                <a:solidFill>
                  <a:schemeClr val="tx2">
                    <a:lumMod val="75000"/>
                  </a:schemeClr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4" name="Freeform: Shape 23">
                  <a:extLst>
                    <a:ext uri="{FF2B5EF4-FFF2-40B4-BE49-F238E27FC236}">
                      <a16:creationId xmlns:a16="http://schemas.microsoft.com/office/drawing/2014/main" id="{42940433-F066-411A-85C8-BB68AD664486}"/>
                    </a:ext>
                  </a:extLst>
                </p:cNvPr>
                <p:cNvSpPr/>
                <p:nvPr/>
              </p:nvSpPr>
              <p:spPr>
                <a:xfrm>
                  <a:off x="1554071" y="3079194"/>
                  <a:ext cx="409575" cy="742950"/>
                </a:xfrm>
                <a:custGeom>
                  <a:avLst/>
                  <a:gdLst>
                    <a:gd name="connsiteX0" fmla="*/ 7144 w 409575"/>
                    <a:gd name="connsiteY0" fmla="*/ 190738 h 742950"/>
                    <a:gd name="connsiteX1" fmla="*/ 7144 w 409575"/>
                    <a:gd name="connsiteY1" fmla="*/ 494586 h 742950"/>
                    <a:gd name="connsiteX2" fmla="*/ 7144 w 409575"/>
                    <a:gd name="connsiteY2" fmla="*/ 644128 h 742950"/>
                    <a:gd name="connsiteX3" fmla="*/ 404336 w 409575"/>
                    <a:gd name="connsiteY3" fmla="*/ 644128 h 742950"/>
                    <a:gd name="connsiteX4" fmla="*/ 404336 w 409575"/>
                    <a:gd name="connsiteY4" fmla="*/ 494586 h 742950"/>
                    <a:gd name="connsiteX5" fmla="*/ 404336 w 409575"/>
                    <a:gd name="connsiteY5" fmla="*/ 190738 h 742950"/>
                    <a:gd name="connsiteX6" fmla="*/ 7144 w 409575"/>
                    <a:gd name="connsiteY6" fmla="*/ 190738 h 7429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409575" h="742950">
                      <a:moveTo>
                        <a:pt x="7144" y="190738"/>
                      </a:moveTo>
                      <a:lnTo>
                        <a:pt x="7144" y="494586"/>
                      </a:lnTo>
                      <a:lnTo>
                        <a:pt x="7144" y="644128"/>
                      </a:lnTo>
                      <a:cubicBezTo>
                        <a:pt x="116681" y="773668"/>
                        <a:pt x="294799" y="777478"/>
                        <a:pt x="404336" y="644128"/>
                      </a:cubicBezTo>
                      <a:lnTo>
                        <a:pt x="404336" y="494586"/>
                      </a:lnTo>
                      <a:lnTo>
                        <a:pt x="404336" y="190738"/>
                      </a:lnTo>
                      <a:cubicBezTo>
                        <a:pt x="404336" y="-54054"/>
                        <a:pt x="7144" y="-54054"/>
                        <a:pt x="7144" y="190738"/>
                      </a:cubicBezTo>
                      <a:close/>
                    </a:path>
                  </a:pathLst>
                </a:custGeom>
                <a:solidFill>
                  <a:srgbClr val="F6D1A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5" name="Freeform: Shape 24">
                  <a:extLst>
                    <a:ext uri="{FF2B5EF4-FFF2-40B4-BE49-F238E27FC236}">
                      <a16:creationId xmlns:a16="http://schemas.microsoft.com/office/drawing/2014/main" id="{7F930780-7172-4265-BA3A-73F0ADDD4495}"/>
                    </a:ext>
                  </a:extLst>
                </p:cNvPr>
                <p:cNvSpPr/>
                <p:nvPr/>
              </p:nvSpPr>
              <p:spPr>
                <a:xfrm>
                  <a:off x="1301616" y="2976041"/>
                  <a:ext cx="152400" cy="228600"/>
                </a:xfrm>
                <a:custGeom>
                  <a:avLst/>
                  <a:gdLst>
                    <a:gd name="connsiteX0" fmla="*/ 44334 w 152400"/>
                    <a:gd name="connsiteY0" fmla="*/ 9094 h 228600"/>
                    <a:gd name="connsiteX1" fmla="*/ 143394 w 152400"/>
                    <a:gd name="connsiteY1" fmla="*/ 97677 h 228600"/>
                    <a:gd name="connsiteX2" fmla="*/ 115771 w 152400"/>
                    <a:gd name="connsiteY2" fmla="*/ 228169 h 228600"/>
                    <a:gd name="connsiteX3" fmla="*/ 16711 w 152400"/>
                    <a:gd name="connsiteY3" fmla="*/ 139587 h 228600"/>
                    <a:gd name="connsiteX4" fmla="*/ 44334 w 152400"/>
                    <a:gd name="connsiteY4" fmla="*/ 9094 h 2286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2400" h="228600">
                      <a:moveTo>
                        <a:pt x="44334" y="9094"/>
                      </a:moveTo>
                      <a:cubicBezTo>
                        <a:pt x="79576" y="-2336"/>
                        <a:pt x="123391" y="37669"/>
                        <a:pt x="143394" y="97677"/>
                      </a:cubicBezTo>
                      <a:cubicBezTo>
                        <a:pt x="163396" y="157684"/>
                        <a:pt x="151014" y="216739"/>
                        <a:pt x="115771" y="228169"/>
                      </a:cubicBezTo>
                      <a:cubicBezTo>
                        <a:pt x="80529" y="239599"/>
                        <a:pt x="36714" y="199594"/>
                        <a:pt x="16711" y="139587"/>
                      </a:cubicBezTo>
                      <a:cubicBezTo>
                        <a:pt x="-3291" y="78627"/>
                        <a:pt x="9091" y="20524"/>
                        <a:pt x="44334" y="9094"/>
                      </a:cubicBezTo>
                      <a:close/>
                    </a:path>
                  </a:pathLst>
                </a:custGeom>
                <a:solidFill>
                  <a:srgbClr val="F6D1A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6" name="Freeform: Shape 25">
                  <a:extLst>
                    <a:ext uri="{FF2B5EF4-FFF2-40B4-BE49-F238E27FC236}">
                      <a16:creationId xmlns:a16="http://schemas.microsoft.com/office/drawing/2014/main" id="{FE3C259C-D2BC-446E-9637-485DEEFBD10F}"/>
                    </a:ext>
                  </a:extLst>
                </p:cNvPr>
                <p:cNvSpPr/>
                <p:nvPr/>
              </p:nvSpPr>
              <p:spPr>
                <a:xfrm>
                  <a:off x="2055996" y="2976041"/>
                  <a:ext cx="152400" cy="228600"/>
                </a:xfrm>
                <a:custGeom>
                  <a:avLst/>
                  <a:gdLst>
                    <a:gd name="connsiteX0" fmla="*/ 115771 w 152400"/>
                    <a:gd name="connsiteY0" fmla="*/ 9094 h 228600"/>
                    <a:gd name="connsiteX1" fmla="*/ 16711 w 152400"/>
                    <a:gd name="connsiteY1" fmla="*/ 97677 h 228600"/>
                    <a:gd name="connsiteX2" fmla="*/ 44334 w 152400"/>
                    <a:gd name="connsiteY2" fmla="*/ 228169 h 228600"/>
                    <a:gd name="connsiteX3" fmla="*/ 143394 w 152400"/>
                    <a:gd name="connsiteY3" fmla="*/ 139587 h 228600"/>
                    <a:gd name="connsiteX4" fmla="*/ 115771 w 152400"/>
                    <a:gd name="connsiteY4" fmla="*/ 9094 h 2286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2400" h="228600">
                      <a:moveTo>
                        <a:pt x="115771" y="9094"/>
                      </a:moveTo>
                      <a:cubicBezTo>
                        <a:pt x="80529" y="-2336"/>
                        <a:pt x="36714" y="37669"/>
                        <a:pt x="16711" y="97677"/>
                      </a:cubicBezTo>
                      <a:cubicBezTo>
                        <a:pt x="-3291" y="157684"/>
                        <a:pt x="9091" y="216739"/>
                        <a:pt x="44334" y="228169"/>
                      </a:cubicBezTo>
                      <a:cubicBezTo>
                        <a:pt x="79576" y="239599"/>
                        <a:pt x="123391" y="199594"/>
                        <a:pt x="143394" y="139587"/>
                      </a:cubicBezTo>
                      <a:cubicBezTo>
                        <a:pt x="163396" y="78627"/>
                        <a:pt x="151014" y="20524"/>
                        <a:pt x="115771" y="9094"/>
                      </a:cubicBezTo>
                      <a:close/>
                    </a:path>
                  </a:pathLst>
                </a:custGeom>
                <a:solidFill>
                  <a:srgbClr val="F6D1A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7" name="Freeform: Shape 26">
                  <a:extLst>
                    <a:ext uri="{FF2B5EF4-FFF2-40B4-BE49-F238E27FC236}">
                      <a16:creationId xmlns:a16="http://schemas.microsoft.com/office/drawing/2014/main" id="{B4CE9CA2-D804-486A-8C42-69080B3FBD7A}"/>
                    </a:ext>
                  </a:extLst>
                </p:cNvPr>
                <p:cNvSpPr/>
                <p:nvPr/>
              </p:nvSpPr>
              <p:spPr>
                <a:xfrm>
                  <a:off x="1554071" y="3481864"/>
                  <a:ext cx="409575" cy="152400"/>
                </a:xfrm>
                <a:custGeom>
                  <a:avLst/>
                  <a:gdLst>
                    <a:gd name="connsiteX0" fmla="*/ 7144 w 409575"/>
                    <a:gd name="connsiteY0" fmla="*/ 7144 h 152400"/>
                    <a:gd name="connsiteX1" fmla="*/ 7144 w 409575"/>
                    <a:gd name="connsiteY1" fmla="*/ 21431 h 152400"/>
                    <a:gd name="connsiteX2" fmla="*/ 205264 w 409575"/>
                    <a:gd name="connsiteY2" fmla="*/ 146209 h 152400"/>
                    <a:gd name="connsiteX3" fmla="*/ 404336 w 409575"/>
                    <a:gd name="connsiteY3" fmla="*/ 30004 h 152400"/>
                    <a:gd name="connsiteX4" fmla="*/ 404336 w 409575"/>
                    <a:gd name="connsiteY4" fmla="*/ 8096 h 1524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409575" h="152400">
                      <a:moveTo>
                        <a:pt x="7144" y="7144"/>
                      </a:moveTo>
                      <a:lnTo>
                        <a:pt x="7144" y="21431"/>
                      </a:lnTo>
                      <a:cubicBezTo>
                        <a:pt x="7144" y="21431"/>
                        <a:pt x="108109" y="141446"/>
                        <a:pt x="205264" y="146209"/>
                      </a:cubicBezTo>
                      <a:cubicBezTo>
                        <a:pt x="302419" y="150971"/>
                        <a:pt x="404336" y="30004"/>
                        <a:pt x="404336" y="30004"/>
                      </a:cubicBezTo>
                      <a:lnTo>
                        <a:pt x="404336" y="8096"/>
                      </a:lnTo>
                    </a:path>
                  </a:pathLst>
                </a:custGeom>
                <a:solidFill>
                  <a:srgbClr val="000000">
                    <a:alpha val="20000"/>
                  </a:srgbClr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8" name="Freeform: Shape 27">
                  <a:extLst>
                    <a:ext uri="{FF2B5EF4-FFF2-40B4-BE49-F238E27FC236}">
                      <a16:creationId xmlns:a16="http://schemas.microsoft.com/office/drawing/2014/main" id="{C2D2C7CC-95FE-4610-B9E9-D7EFC73CFFFC}"/>
                    </a:ext>
                  </a:extLst>
                </p:cNvPr>
                <p:cNvSpPr/>
                <p:nvPr/>
              </p:nvSpPr>
              <p:spPr>
                <a:xfrm>
                  <a:off x="1339350" y="2449354"/>
                  <a:ext cx="838200" cy="1133475"/>
                </a:xfrm>
                <a:custGeom>
                  <a:avLst/>
                  <a:gdLst>
                    <a:gd name="connsiteX0" fmla="*/ 420937 w 838200"/>
                    <a:gd name="connsiteY0" fmla="*/ 7144 h 1133475"/>
                    <a:gd name="connsiteX1" fmla="*/ 83752 w 838200"/>
                    <a:gd name="connsiteY1" fmla="*/ 908209 h 1133475"/>
                    <a:gd name="connsiteX2" fmla="*/ 420937 w 838200"/>
                    <a:gd name="connsiteY2" fmla="*/ 1134904 h 1133475"/>
                    <a:gd name="connsiteX3" fmla="*/ 758122 w 838200"/>
                    <a:gd name="connsiteY3" fmla="*/ 908209 h 1133475"/>
                    <a:gd name="connsiteX4" fmla="*/ 420937 w 838200"/>
                    <a:gd name="connsiteY4" fmla="*/ 7144 h 11334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838200" h="1133475">
                      <a:moveTo>
                        <a:pt x="420937" y="7144"/>
                      </a:moveTo>
                      <a:cubicBezTo>
                        <a:pt x="-189616" y="7144"/>
                        <a:pt x="44699" y="843439"/>
                        <a:pt x="83752" y="908209"/>
                      </a:cubicBezTo>
                      <a:cubicBezTo>
                        <a:pt x="127567" y="978694"/>
                        <a:pt x="321877" y="1134904"/>
                        <a:pt x="420937" y="1134904"/>
                      </a:cubicBezTo>
                      <a:cubicBezTo>
                        <a:pt x="519997" y="1134904"/>
                        <a:pt x="713354" y="978694"/>
                        <a:pt x="758122" y="908209"/>
                      </a:cubicBezTo>
                      <a:cubicBezTo>
                        <a:pt x="797174" y="843439"/>
                        <a:pt x="1031489" y="7144"/>
                        <a:pt x="420937" y="7144"/>
                      </a:cubicBezTo>
                      <a:close/>
                    </a:path>
                  </a:pathLst>
                </a:custGeom>
                <a:solidFill>
                  <a:srgbClr val="F6D1A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9" name="Freeform: Shape 28">
                  <a:extLst>
                    <a:ext uri="{FF2B5EF4-FFF2-40B4-BE49-F238E27FC236}">
                      <a16:creationId xmlns:a16="http://schemas.microsoft.com/office/drawing/2014/main" id="{6B8D4346-CB61-408C-8472-D2A1FC460ECA}"/>
                    </a:ext>
                  </a:extLst>
                </p:cNvPr>
                <p:cNvSpPr/>
                <p:nvPr/>
              </p:nvSpPr>
              <p:spPr>
                <a:xfrm>
                  <a:off x="1325450" y="2383580"/>
                  <a:ext cx="876300" cy="800100"/>
                </a:xfrm>
                <a:custGeom>
                  <a:avLst/>
                  <a:gdLst>
                    <a:gd name="connsiteX0" fmla="*/ 708205 w 876300"/>
                    <a:gd name="connsiteY0" fmla="*/ 91968 h 800100"/>
                    <a:gd name="connsiteX1" fmla="*/ 87175 w 876300"/>
                    <a:gd name="connsiteY1" fmla="*/ 161500 h 800100"/>
                    <a:gd name="connsiteX2" fmla="*/ 38597 w 876300"/>
                    <a:gd name="connsiteY2" fmla="*/ 781578 h 800100"/>
                    <a:gd name="connsiteX3" fmla="*/ 38597 w 876300"/>
                    <a:gd name="connsiteY3" fmla="*/ 780625 h 800100"/>
                    <a:gd name="connsiteX4" fmla="*/ 39550 w 876300"/>
                    <a:gd name="connsiteY4" fmla="*/ 786340 h 800100"/>
                    <a:gd name="connsiteX5" fmla="*/ 44312 w 876300"/>
                    <a:gd name="connsiteY5" fmla="*/ 793960 h 800100"/>
                    <a:gd name="connsiteX6" fmla="*/ 55742 w 876300"/>
                    <a:gd name="connsiteY6" fmla="*/ 793008 h 800100"/>
                    <a:gd name="connsiteX7" fmla="*/ 56695 w 876300"/>
                    <a:gd name="connsiteY7" fmla="*/ 790150 h 800100"/>
                    <a:gd name="connsiteX8" fmla="*/ 56695 w 876300"/>
                    <a:gd name="connsiteY8" fmla="*/ 738715 h 800100"/>
                    <a:gd name="connsiteX9" fmla="*/ 44312 w 876300"/>
                    <a:gd name="connsiteY9" fmla="*/ 660610 h 800100"/>
                    <a:gd name="connsiteX10" fmla="*/ 150992 w 876300"/>
                    <a:gd name="connsiteY10" fmla="*/ 366288 h 800100"/>
                    <a:gd name="connsiteX11" fmla="*/ 170995 w 876300"/>
                    <a:gd name="connsiteY11" fmla="*/ 337713 h 800100"/>
                    <a:gd name="connsiteX12" fmla="*/ 197665 w 876300"/>
                    <a:gd name="connsiteY12" fmla="*/ 307233 h 800100"/>
                    <a:gd name="connsiteX13" fmla="*/ 212905 w 876300"/>
                    <a:gd name="connsiteY13" fmla="*/ 296755 h 800100"/>
                    <a:gd name="connsiteX14" fmla="*/ 543422 w 876300"/>
                    <a:gd name="connsiteY14" fmla="*/ 347238 h 800100"/>
                    <a:gd name="connsiteX15" fmla="*/ 633910 w 876300"/>
                    <a:gd name="connsiteY15" fmla="*/ 289135 h 800100"/>
                    <a:gd name="connsiteX16" fmla="*/ 707252 w 876300"/>
                    <a:gd name="connsiteY16" fmla="*/ 350095 h 800100"/>
                    <a:gd name="connsiteX17" fmla="*/ 823457 w 876300"/>
                    <a:gd name="connsiteY17" fmla="*/ 680613 h 800100"/>
                    <a:gd name="connsiteX18" fmla="*/ 814885 w 876300"/>
                    <a:gd name="connsiteY18" fmla="*/ 738715 h 800100"/>
                    <a:gd name="connsiteX19" fmla="*/ 814885 w 876300"/>
                    <a:gd name="connsiteY19" fmla="*/ 790150 h 800100"/>
                    <a:gd name="connsiteX20" fmla="*/ 815837 w 876300"/>
                    <a:gd name="connsiteY20" fmla="*/ 793008 h 800100"/>
                    <a:gd name="connsiteX21" fmla="*/ 827267 w 876300"/>
                    <a:gd name="connsiteY21" fmla="*/ 793960 h 800100"/>
                    <a:gd name="connsiteX22" fmla="*/ 832030 w 876300"/>
                    <a:gd name="connsiteY22" fmla="*/ 786340 h 800100"/>
                    <a:gd name="connsiteX23" fmla="*/ 834887 w 876300"/>
                    <a:gd name="connsiteY23" fmla="*/ 765385 h 800100"/>
                    <a:gd name="connsiteX24" fmla="*/ 838697 w 876300"/>
                    <a:gd name="connsiteY24" fmla="*/ 734905 h 800100"/>
                    <a:gd name="connsiteX25" fmla="*/ 708205 w 876300"/>
                    <a:gd name="connsiteY25" fmla="*/ 91968 h 800100"/>
                    <a:gd name="connsiteX26" fmla="*/ 395785 w 876300"/>
                    <a:gd name="connsiteY26" fmla="*/ 251988 h 800100"/>
                    <a:gd name="connsiteX27" fmla="*/ 385307 w 876300"/>
                    <a:gd name="connsiteY27" fmla="*/ 249130 h 800100"/>
                    <a:gd name="connsiteX28" fmla="*/ 400547 w 876300"/>
                    <a:gd name="connsiteY28" fmla="*/ 252940 h 800100"/>
                    <a:gd name="connsiteX29" fmla="*/ 395785 w 876300"/>
                    <a:gd name="connsiteY29" fmla="*/ 251988 h 8001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</a:cxnLst>
                  <a:rect l="l" t="t" r="r" b="b"/>
                  <a:pathLst>
                    <a:path w="876300" h="800100">
                      <a:moveTo>
                        <a:pt x="708205" y="91968"/>
                      </a:moveTo>
                      <a:cubicBezTo>
                        <a:pt x="501512" y="-69957"/>
                        <a:pt x="183377" y="26245"/>
                        <a:pt x="87175" y="161500"/>
                      </a:cubicBezTo>
                      <a:cubicBezTo>
                        <a:pt x="-32840" y="331045"/>
                        <a:pt x="10022" y="588220"/>
                        <a:pt x="38597" y="781578"/>
                      </a:cubicBezTo>
                      <a:cubicBezTo>
                        <a:pt x="38597" y="781578"/>
                        <a:pt x="38597" y="780625"/>
                        <a:pt x="38597" y="780625"/>
                      </a:cubicBezTo>
                      <a:cubicBezTo>
                        <a:pt x="38597" y="782530"/>
                        <a:pt x="39550" y="784435"/>
                        <a:pt x="39550" y="786340"/>
                      </a:cubicBezTo>
                      <a:cubicBezTo>
                        <a:pt x="39550" y="788245"/>
                        <a:pt x="43360" y="792055"/>
                        <a:pt x="44312" y="793960"/>
                      </a:cubicBezTo>
                      <a:cubicBezTo>
                        <a:pt x="45265" y="795865"/>
                        <a:pt x="52885" y="793960"/>
                        <a:pt x="55742" y="793008"/>
                      </a:cubicBezTo>
                      <a:cubicBezTo>
                        <a:pt x="56695" y="793008"/>
                        <a:pt x="56695" y="791103"/>
                        <a:pt x="56695" y="790150"/>
                      </a:cubicBezTo>
                      <a:cubicBezTo>
                        <a:pt x="57647" y="773005"/>
                        <a:pt x="56695" y="739668"/>
                        <a:pt x="56695" y="738715"/>
                      </a:cubicBezTo>
                      <a:cubicBezTo>
                        <a:pt x="54790" y="712045"/>
                        <a:pt x="49075" y="686328"/>
                        <a:pt x="44312" y="660610"/>
                      </a:cubicBezTo>
                      <a:cubicBezTo>
                        <a:pt x="63362" y="538690"/>
                        <a:pt x="120512" y="512973"/>
                        <a:pt x="150992" y="366288"/>
                      </a:cubicBezTo>
                      <a:cubicBezTo>
                        <a:pt x="157660" y="356763"/>
                        <a:pt x="164327" y="347238"/>
                        <a:pt x="170995" y="337713"/>
                      </a:cubicBezTo>
                      <a:cubicBezTo>
                        <a:pt x="179567" y="327235"/>
                        <a:pt x="187187" y="316758"/>
                        <a:pt x="197665" y="307233"/>
                      </a:cubicBezTo>
                      <a:cubicBezTo>
                        <a:pt x="202427" y="304375"/>
                        <a:pt x="208142" y="300565"/>
                        <a:pt x="212905" y="296755"/>
                      </a:cubicBezTo>
                      <a:cubicBezTo>
                        <a:pt x="324347" y="255798"/>
                        <a:pt x="438647" y="305328"/>
                        <a:pt x="543422" y="347238"/>
                      </a:cubicBezTo>
                      <a:cubicBezTo>
                        <a:pt x="583427" y="363430"/>
                        <a:pt x="589142" y="291993"/>
                        <a:pt x="633910" y="289135"/>
                      </a:cubicBezTo>
                      <a:cubicBezTo>
                        <a:pt x="652960" y="287230"/>
                        <a:pt x="692012" y="352000"/>
                        <a:pt x="707252" y="350095"/>
                      </a:cubicBezTo>
                      <a:cubicBezTo>
                        <a:pt x="864415" y="331998"/>
                        <a:pt x="798692" y="570123"/>
                        <a:pt x="823457" y="680613"/>
                      </a:cubicBezTo>
                      <a:cubicBezTo>
                        <a:pt x="819647" y="699663"/>
                        <a:pt x="816790" y="718713"/>
                        <a:pt x="814885" y="738715"/>
                      </a:cubicBezTo>
                      <a:cubicBezTo>
                        <a:pt x="814885" y="738715"/>
                        <a:pt x="813932" y="773005"/>
                        <a:pt x="814885" y="790150"/>
                      </a:cubicBezTo>
                      <a:cubicBezTo>
                        <a:pt x="814885" y="791103"/>
                        <a:pt x="814885" y="792055"/>
                        <a:pt x="815837" y="793008"/>
                      </a:cubicBezTo>
                      <a:cubicBezTo>
                        <a:pt x="818695" y="793960"/>
                        <a:pt x="825362" y="795865"/>
                        <a:pt x="827267" y="793960"/>
                      </a:cubicBezTo>
                      <a:cubicBezTo>
                        <a:pt x="828220" y="793008"/>
                        <a:pt x="831077" y="788245"/>
                        <a:pt x="832030" y="786340"/>
                      </a:cubicBezTo>
                      <a:cubicBezTo>
                        <a:pt x="833935" y="778720"/>
                        <a:pt x="833935" y="773005"/>
                        <a:pt x="834887" y="765385"/>
                      </a:cubicBezTo>
                      <a:cubicBezTo>
                        <a:pt x="835840" y="755860"/>
                        <a:pt x="837745" y="745383"/>
                        <a:pt x="838697" y="734905"/>
                      </a:cubicBezTo>
                      <a:cubicBezTo>
                        <a:pt x="869177" y="615843"/>
                        <a:pt x="928232" y="143403"/>
                        <a:pt x="708205" y="91968"/>
                      </a:cubicBezTo>
                      <a:close/>
                      <a:moveTo>
                        <a:pt x="395785" y="251988"/>
                      </a:moveTo>
                      <a:cubicBezTo>
                        <a:pt x="391975" y="251035"/>
                        <a:pt x="389117" y="250083"/>
                        <a:pt x="385307" y="249130"/>
                      </a:cubicBezTo>
                      <a:cubicBezTo>
                        <a:pt x="390070" y="250083"/>
                        <a:pt x="395785" y="251988"/>
                        <a:pt x="400547" y="252940"/>
                      </a:cubicBezTo>
                      <a:cubicBezTo>
                        <a:pt x="398642" y="251988"/>
                        <a:pt x="397690" y="251988"/>
                        <a:pt x="395785" y="251988"/>
                      </a:cubicBezTo>
                      <a:close/>
                    </a:path>
                  </a:pathLst>
                </a:custGeom>
                <a:solidFill>
                  <a:srgbClr val="343434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30" name="Freeform: Shape 29">
                  <a:extLst>
                    <a:ext uri="{FF2B5EF4-FFF2-40B4-BE49-F238E27FC236}">
                      <a16:creationId xmlns:a16="http://schemas.microsoft.com/office/drawing/2014/main" id="{2F02E938-A759-4665-AF2C-7E7F11A0D091}"/>
                    </a:ext>
                  </a:extLst>
                </p:cNvPr>
                <p:cNvSpPr/>
                <p:nvPr/>
              </p:nvSpPr>
              <p:spPr>
                <a:xfrm>
                  <a:off x="1715043" y="3980974"/>
                  <a:ext cx="85725" cy="9525"/>
                </a:xfrm>
                <a:custGeom>
                  <a:avLst/>
                  <a:gdLst>
                    <a:gd name="connsiteX0" fmla="*/ 7144 w 85725"/>
                    <a:gd name="connsiteY0" fmla="*/ 7144 h 9525"/>
                    <a:gd name="connsiteX1" fmla="*/ 81439 w 85725"/>
                    <a:gd name="connsiteY1" fmla="*/ 7144 h 9525"/>
                    <a:gd name="connsiteX2" fmla="*/ 82391 w 85725"/>
                    <a:gd name="connsiteY2" fmla="*/ 10001 h 9525"/>
                    <a:gd name="connsiteX3" fmla="*/ 7144 w 85725"/>
                    <a:gd name="connsiteY3" fmla="*/ 10001 h 95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85725" h="9525">
                      <a:moveTo>
                        <a:pt x="7144" y="7144"/>
                      </a:moveTo>
                      <a:lnTo>
                        <a:pt x="81439" y="7144"/>
                      </a:lnTo>
                      <a:lnTo>
                        <a:pt x="82391" y="10001"/>
                      </a:lnTo>
                      <a:lnTo>
                        <a:pt x="7144" y="10001"/>
                      </a:lnTo>
                      <a:close/>
                    </a:path>
                  </a:pathLst>
                </a:custGeom>
                <a:solidFill>
                  <a:srgbClr val="000000">
                    <a:alpha val="10000"/>
                  </a:srgbClr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31" name="Freeform: Shape 30">
                  <a:extLst>
                    <a:ext uri="{FF2B5EF4-FFF2-40B4-BE49-F238E27FC236}">
                      <a16:creationId xmlns:a16="http://schemas.microsoft.com/office/drawing/2014/main" id="{54CB32B1-E559-42EE-8BCF-C9006DBA82B0}"/>
                    </a:ext>
                  </a:extLst>
                </p:cNvPr>
                <p:cNvSpPr/>
                <p:nvPr/>
              </p:nvSpPr>
              <p:spPr>
                <a:xfrm>
                  <a:off x="1174542" y="2447737"/>
                  <a:ext cx="800100" cy="438150"/>
                </a:xfrm>
                <a:custGeom>
                  <a:avLst/>
                  <a:gdLst>
                    <a:gd name="connsiteX0" fmla="*/ 702902 w 800100"/>
                    <a:gd name="connsiteY0" fmla="*/ 84008 h 438150"/>
                    <a:gd name="connsiteX1" fmla="*/ 366670 w 800100"/>
                    <a:gd name="connsiteY1" fmla="*/ 26858 h 438150"/>
                    <a:gd name="connsiteX2" fmla="*/ 33295 w 800100"/>
                    <a:gd name="connsiteY2" fmla="*/ 74483 h 438150"/>
                    <a:gd name="connsiteX3" fmla="*/ 119020 w 800100"/>
                    <a:gd name="connsiteY3" fmla="*/ 388808 h 438150"/>
                    <a:gd name="connsiteX4" fmla="*/ 573362 w 800100"/>
                    <a:gd name="connsiteY4" fmla="*/ 344041 h 438150"/>
                    <a:gd name="connsiteX5" fmla="*/ 785770 w 800100"/>
                    <a:gd name="connsiteY5" fmla="*/ 191641 h 438150"/>
                    <a:gd name="connsiteX6" fmla="*/ 702902 w 800100"/>
                    <a:gd name="connsiteY6" fmla="*/ 84008 h 4381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800100" h="438150">
                      <a:moveTo>
                        <a:pt x="702902" y="84008"/>
                      </a:moveTo>
                      <a:cubicBezTo>
                        <a:pt x="702902" y="84008"/>
                        <a:pt x="524785" y="-39817"/>
                        <a:pt x="366670" y="26858"/>
                      </a:cubicBezTo>
                      <a:cubicBezTo>
                        <a:pt x="208555" y="93533"/>
                        <a:pt x="68537" y="119251"/>
                        <a:pt x="33295" y="74483"/>
                      </a:cubicBezTo>
                      <a:cubicBezTo>
                        <a:pt x="33295" y="74483"/>
                        <a:pt x="-64813" y="281176"/>
                        <a:pt x="119020" y="388808"/>
                      </a:cubicBezTo>
                      <a:cubicBezTo>
                        <a:pt x="302852" y="496441"/>
                        <a:pt x="512402" y="410716"/>
                        <a:pt x="573362" y="344041"/>
                      </a:cubicBezTo>
                      <a:cubicBezTo>
                        <a:pt x="633370" y="277366"/>
                        <a:pt x="732430" y="169733"/>
                        <a:pt x="785770" y="191641"/>
                      </a:cubicBezTo>
                      <a:cubicBezTo>
                        <a:pt x="840062" y="214501"/>
                        <a:pt x="702902" y="84008"/>
                        <a:pt x="702902" y="84008"/>
                      </a:cubicBezTo>
                      <a:close/>
                    </a:path>
                  </a:pathLst>
                </a:custGeom>
                <a:solidFill>
                  <a:srgbClr val="343434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</p:grpSp>
          <p:grpSp>
            <p:nvGrpSpPr>
              <p:cNvPr id="13" name="Group 12">
                <a:extLst>
                  <a:ext uri="{FF2B5EF4-FFF2-40B4-BE49-F238E27FC236}">
                    <a16:creationId xmlns:a16="http://schemas.microsoft.com/office/drawing/2014/main" id="{3F0C9197-38F7-4266-9255-C7382A81A51F}"/>
                  </a:ext>
                </a:extLst>
              </p:cNvPr>
              <p:cNvGrpSpPr/>
              <p:nvPr/>
            </p:nvGrpSpPr>
            <p:grpSpPr>
              <a:xfrm>
                <a:off x="1521799" y="-1594576"/>
                <a:ext cx="1675880" cy="996328"/>
                <a:chOff x="9495405" y="2976329"/>
                <a:chExt cx="1857375" cy="996328"/>
              </a:xfrm>
            </p:grpSpPr>
            <p:grpSp>
              <p:nvGrpSpPr>
                <p:cNvPr id="15" name="Group 14">
                  <a:extLst>
                    <a:ext uri="{FF2B5EF4-FFF2-40B4-BE49-F238E27FC236}">
                      <a16:creationId xmlns:a16="http://schemas.microsoft.com/office/drawing/2014/main" id="{19710414-9274-4725-92F1-0C23BE537042}"/>
                    </a:ext>
                  </a:extLst>
                </p:cNvPr>
                <p:cNvGrpSpPr/>
                <p:nvPr/>
              </p:nvGrpSpPr>
              <p:grpSpPr>
                <a:xfrm>
                  <a:off x="9495405" y="2976329"/>
                  <a:ext cx="1857375" cy="958376"/>
                  <a:chOff x="9495405" y="2976329"/>
                  <a:chExt cx="1857375" cy="958376"/>
                </a:xfrm>
              </p:grpSpPr>
              <p:sp>
                <p:nvSpPr>
                  <p:cNvPr id="17" name="Rectangle: Rounded Corners 16">
                    <a:extLst>
                      <a:ext uri="{FF2B5EF4-FFF2-40B4-BE49-F238E27FC236}">
                        <a16:creationId xmlns:a16="http://schemas.microsoft.com/office/drawing/2014/main" id="{1B3FE09E-BB53-4A0D-A138-E04372DC7FF4}"/>
                      </a:ext>
                    </a:extLst>
                  </p:cNvPr>
                  <p:cNvSpPr/>
                  <p:nvPr/>
                </p:nvSpPr>
                <p:spPr>
                  <a:xfrm>
                    <a:off x="9495405" y="2976329"/>
                    <a:ext cx="1857375" cy="958376"/>
                  </a:xfrm>
                  <a:prstGeom prst="roundRect">
                    <a:avLst>
                      <a:gd name="adj" fmla="val 4741"/>
                    </a:avLst>
                  </a:prstGeom>
                  <a:solidFill>
                    <a:schemeClr val="bg1">
                      <a:lumMod val="85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8" name="Oval 17">
                    <a:extLst>
                      <a:ext uri="{FF2B5EF4-FFF2-40B4-BE49-F238E27FC236}">
                        <a16:creationId xmlns:a16="http://schemas.microsoft.com/office/drawing/2014/main" id="{222ABA51-E373-4197-8C95-BF8E5D45C33A}"/>
                      </a:ext>
                    </a:extLst>
                  </p:cNvPr>
                  <p:cNvSpPr/>
                  <p:nvPr/>
                </p:nvSpPr>
                <p:spPr>
                  <a:xfrm>
                    <a:off x="10309032" y="3340457"/>
                    <a:ext cx="230120" cy="230120"/>
                  </a:xfrm>
                  <a:prstGeom prst="ellipse">
                    <a:avLst/>
                  </a:prstGeom>
                  <a:solidFill>
                    <a:schemeClr val="bg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sp>
              <p:nvSpPr>
                <p:cNvPr id="16" name="Rectangle: Rounded Corners 15">
                  <a:extLst>
                    <a:ext uri="{FF2B5EF4-FFF2-40B4-BE49-F238E27FC236}">
                      <a16:creationId xmlns:a16="http://schemas.microsoft.com/office/drawing/2014/main" id="{20F093C2-CBCB-4971-B3F5-9C8314C24F04}"/>
                    </a:ext>
                  </a:extLst>
                </p:cNvPr>
                <p:cNvSpPr/>
                <p:nvPr/>
              </p:nvSpPr>
              <p:spPr>
                <a:xfrm>
                  <a:off x="9495405" y="3875502"/>
                  <a:ext cx="1857375" cy="97155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bg1">
                    <a:lumMod val="6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</p:grpSp>
      <p:sp>
        <p:nvSpPr>
          <p:cNvPr id="32" name="Freeform: Shape 31">
            <a:extLst>
              <a:ext uri="{FF2B5EF4-FFF2-40B4-BE49-F238E27FC236}">
                <a16:creationId xmlns:a16="http://schemas.microsoft.com/office/drawing/2014/main" id="{0608DEEF-EE30-402B-817C-9E80DC1E2967}"/>
              </a:ext>
            </a:extLst>
          </p:cNvPr>
          <p:cNvSpPr/>
          <p:nvPr/>
        </p:nvSpPr>
        <p:spPr>
          <a:xfrm flipH="1">
            <a:off x="5328700" y="3429000"/>
            <a:ext cx="4372161" cy="1018036"/>
          </a:xfrm>
          <a:custGeom>
            <a:avLst/>
            <a:gdLst>
              <a:gd name="connsiteX0" fmla="*/ 4288769 w 4464942"/>
              <a:gd name="connsiteY0" fmla="*/ 0 h 1180474"/>
              <a:gd name="connsiteX1" fmla="*/ 4464942 w 4464942"/>
              <a:gd name="connsiteY1" fmla="*/ 176172 h 1180474"/>
              <a:gd name="connsiteX2" fmla="*/ 4464942 w 4464942"/>
              <a:gd name="connsiteY2" fmla="*/ 880841 h 1180474"/>
              <a:gd name="connsiteX3" fmla="*/ 4288770 w 4464942"/>
              <a:gd name="connsiteY3" fmla="*/ 1057013 h 1180474"/>
              <a:gd name="connsiteX4" fmla="*/ 593216 w 4464942"/>
              <a:gd name="connsiteY4" fmla="*/ 1057013 h 1180474"/>
              <a:gd name="connsiteX5" fmla="*/ 0 w 4464942"/>
              <a:gd name="connsiteY5" fmla="*/ 1180474 h 1180474"/>
              <a:gd name="connsiteX6" fmla="*/ 178168 w 4464942"/>
              <a:gd name="connsiteY6" fmla="*/ 812932 h 1180474"/>
              <a:gd name="connsiteX7" fmla="*/ 178168 w 4464942"/>
              <a:gd name="connsiteY7" fmla="*/ 176172 h 1180474"/>
              <a:gd name="connsiteX8" fmla="*/ 354339 w 4464942"/>
              <a:gd name="connsiteY8" fmla="*/ 1 h 11804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464942" h="1180474">
                <a:moveTo>
                  <a:pt x="4288769" y="0"/>
                </a:moveTo>
                <a:cubicBezTo>
                  <a:pt x="4386067" y="0"/>
                  <a:pt x="4464942" y="78875"/>
                  <a:pt x="4464942" y="176172"/>
                </a:cubicBezTo>
                <a:lnTo>
                  <a:pt x="4464942" y="880841"/>
                </a:lnTo>
                <a:cubicBezTo>
                  <a:pt x="4464942" y="978138"/>
                  <a:pt x="4386067" y="1057013"/>
                  <a:pt x="4288770" y="1057013"/>
                </a:cubicBezTo>
                <a:lnTo>
                  <a:pt x="593216" y="1057013"/>
                </a:lnTo>
                <a:lnTo>
                  <a:pt x="0" y="1180474"/>
                </a:lnTo>
                <a:lnTo>
                  <a:pt x="178168" y="812932"/>
                </a:lnTo>
                <a:lnTo>
                  <a:pt x="178168" y="176172"/>
                </a:lnTo>
                <a:cubicBezTo>
                  <a:pt x="178167" y="78875"/>
                  <a:pt x="257042" y="0"/>
                  <a:pt x="354339" y="1"/>
                </a:cubicBezTo>
                <a:close/>
              </a:path>
            </a:pathLst>
          </a:custGeom>
          <a:solidFill>
            <a:srgbClr val="102E37">
              <a:lumMod val="75000"/>
              <a:lumOff val="25000"/>
            </a:srgbClr>
          </a:solidFill>
          <a:ln w="12700" cap="flat" cmpd="sng" algn="ctr">
            <a:noFill/>
            <a:prstDash val="solid"/>
            <a:miter lim="800000"/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txBody>
          <a:bodyPr rot="0" spcFirstLastPara="0" vertOverflow="overflow" horzOverflow="overflow" vert="horz" wrap="square" lIns="91440" tIns="0" rIns="182880" bIns="9144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00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The short answer is negligence</a:t>
            </a:r>
          </a:p>
        </p:txBody>
      </p:sp>
      <p:sp>
        <p:nvSpPr>
          <p:cNvPr id="4" name="Speech Bubble: Rectangle with Corners Rounded 3">
            <a:extLst>
              <a:ext uri="{FF2B5EF4-FFF2-40B4-BE49-F238E27FC236}">
                <a16:creationId xmlns:a16="http://schemas.microsoft.com/office/drawing/2014/main" id="{9124AEC8-AC43-4AE7-908E-44405341A9A8}"/>
              </a:ext>
            </a:extLst>
          </p:cNvPr>
          <p:cNvSpPr/>
          <p:nvPr/>
        </p:nvSpPr>
        <p:spPr>
          <a:xfrm>
            <a:off x="5169896" y="2403812"/>
            <a:ext cx="2689001" cy="377858"/>
          </a:xfrm>
          <a:prstGeom prst="wedgeRoundRectCallout">
            <a:avLst>
              <a:gd name="adj1" fmla="val -57723"/>
              <a:gd name="adj2" fmla="val 7464"/>
              <a:gd name="adj3" fmla="val 16667"/>
            </a:avLst>
          </a:prstGeom>
          <a:solidFill>
            <a:srgbClr val="FAFAFF"/>
          </a:solidFill>
          <a:ln>
            <a:solidFill>
              <a:srgbClr val="86228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862286"/>
                </a:solidFill>
                <a:latin typeface="Lucida Sans Typewriter" panose="020B0509030504030204" pitchFamily="49" charset="0"/>
                <a:ea typeface="Source Sans Pro" panose="020B0503030403020204" pitchFamily="34" charset="0"/>
              </a:rPr>
              <a:t>CNAME</a:t>
            </a:r>
            <a:r>
              <a:rPr lang="en-US" dirty="0">
                <a:solidFill>
                  <a:srgbClr val="862286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rewrite to itself !!</a:t>
            </a:r>
          </a:p>
        </p:txBody>
      </p:sp>
      <p:sp>
        <p:nvSpPr>
          <p:cNvPr id="2" name="Google Shape;65;p14">
            <a:extLst>
              <a:ext uri="{FF2B5EF4-FFF2-40B4-BE49-F238E27FC236}">
                <a16:creationId xmlns:a16="http://schemas.microsoft.com/office/drawing/2014/main" id="{F2C8136B-AA32-4A78-816B-8451C30F37BD}"/>
              </a:ext>
            </a:extLst>
          </p:cNvPr>
          <p:cNvSpPr txBox="1">
            <a:spLocks/>
          </p:cNvSpPr>
          <p:nvPr/>
        </p:nvSpPr>
        <p:spPr>
          <a:xfrm>
            <a:off x="3760766" y="209319"/>
            <a:ext cx="4670469" cy="800179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121900" tIns="121900" rIns="121900" bIns="12190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 b="0" i="0" u="none" strike="noStrike" cap="non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 b="0" i="0" u="none" strike="noStrike" cap="non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 b="0" i="0" u="none" strike="noStrike" cap="non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 b="0" i="0" u="none" strike="noStrike" cap="non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 b="0" i="0" u="none" strike="noStrike" cap="non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 b="0" i="0" u="none" strike="noStrike" cap="non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 b="0" i="0" u="none" strike="noStrike" cap="non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 b="0" i="0" u="none" strike="noStrike" cap="non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 b="0" i="0" u="none" strike="noStrike" cap="non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9pPr>
          </a:lstStyle>
          <a:p>
            <a:pPr defTabSz="914400"/>
            <a:r>
              <a:rPr lang="en-US" sz="3600" b="1" kern="0">
                <a:solidFill>
                  <a:srgbClr val="546970"/>
                </a:solidFill>
                <a:latin typeface="Bookman Old Style" panose="02050604050505020204" pitchFamily="18" charset="0"/>
              </a:rPr>
              <a:t>University Results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5501944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 animBg="1"/>
      <p:bldP spid="4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2D906CAF-ED1E-4497-9E16-1CE9DB305745}"/>
              </a:ext>
            </a:extLst>
          </p:cNvPr>
          <p:cNvSpPr/>
          <p:nvPr/>
        </p:nvSpPr>
        <p:spPr>
          <a:xfrm flipV="1">
            <a:off x="4145001" y="886094"/>
            <a:ext cx="3901998" cy="27432"/>
          </a:xfrm>
          <a:prstGeom prst="roundRect">
            <a:avLst/>
          </a:prstGeom>
          <a:solidFill>
            <a:srgbClr val="26A69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9" name="Table 19">
            <a:extLst>
              <a:ext uri="{FF2B5EF4-FFF2-40B4-BE49-F238E27FC236}">
                <a16:creationId xmlns:a16="http://schemas.microsoft.com/office/drawing/2014/main" id="{78D45443-635D-4BA3-8490-195BB2CE1C42}"/>
              </a:ext>
            </a:extLst>
          </p:cNvPr>
          <p:cNvGraphicFramePr>
            <a:graphicFrameLocks noGrp="1"/>
          </p:cNvGraphicFramePr>
          <p:nvPr/>
        </p:nvGraphicFramePr>
        <p:xfrm>
          <a:off x="422094" y="1283530"/>
          <a:ext cx="4485323" cy="2595880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762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2595880">
                  <a:extLst>
                    <a:ext uri="{9D8B030D-6E8A-4147-A177-3AD203B41FA5}">
                      <a16:colId xmlns:a16="http://schemas.microsoft.com/office/drawing/2014/main" val="2984514354"/>
                    </a:ext>
                  </a:extLst>
                </a:gridCol>
                <a:gridCol w="1889443">
                  <a:extLst>
                    <a:ext uri="{9D8B030D-6E8A-4147-A177-3AD203B41FA5}">
                      <a16:colId xmlns:a16="http://schemas.microsoft.com/office/drawing/2014/main" val="260810631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b="0">
                          <a:solidFill>
                            <a:srgbClr val="FFFBF0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Property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90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57B8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>
                          <a:solidFill>
                            <a:srgbClr val="FFFBF0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Number of bugs</a:t>
                      </a:r>
                    </a:p>
                  </a:txBody>
                  <a:tcPr anchor="ctr">
                    <a:lnR w="190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57B8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11875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>
                          <a:solidFill>
                            <a:srgbClr val="657B83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Delegation Consistency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49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796380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>
                          <a:solidFill>
                            <a:srgbClr val="657B83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No lame delegation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17661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>
                          <a:solidFill>
                            <a:srgbClr val="657B83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No rewrite loops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027959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>
                          <a:solidFill>
                            <a:srgbClr val="657B83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No missing glue records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809643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>
                          <a:solidFill>
                            <a:srgbClr val="657B83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No rewrite blackholing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48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319153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>
                          <a:solidFill>
                            <a:srgbClr val="657B83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No zero TTL records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1762972"/>
                  </a:ext>
                </a:extLst>
              </a:tr>
            </a:tbl>
          </a:graphicData>
        </a:graphic>
      </p:graphicFrame>
      <p:grpSp>
        <p:nvGrpSpPr>
          <p:cNvPr id="9" name="Group 8">
            <a:extLst>
              <a:ext uri="{FF2B5EF4-FFF2-40B4-BE49-F238E27FC236}">
                <a16:creationId xmlns:a16="http://schemas.microsoft.com/office/drawing/2014/main" id="{7C29365C-742B-405E-8606-1D0315774B20}"/>
              </a:ext>
            </a:extLst>
          </p:cNvPr>
          <p:cNvGrpSpPr/>
          <p:nvPr/>
        </p:nvGrpSpPr>
        <p:grpSpPr>
          <a:xfrm>
            <a:off x="9445392" y="3762216"/>
            <a:ext cx="2754562" cy="1805150"/>
            <a:chOff x="5363742" y="4119370"/>
            <a:chExt cx="2754562" cy="1805150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08D4F715-87F5-4CB7-8563-1EC6DBB1B8A6}"/>
                </a:ext>
              </a:extLst>
            </p:cNvPr>
            <p:cNvSpPr txBox="1"/>
            <p:nvPr/>
          </p:nvSpPr>
          <p:spPr>
            <a:xfrm>
              <a:off x="6314547" y="4236479"/>
              <a:ext cx="1803757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algn="ctr">
                <a:defRPr sz="2000" b="1">
                  <a:solidFill>
                    <a:schemeClr val="accent2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defRPr>
              </a:lvl1pPr>
            </a:lstStyle>
            <a:p>
              <a:r>
                <a:rPr lang="en-US">
                  <a:solidFill>
                    <a:srgbClr val="546970"/>
                  </a:solidFill>
                  <a:latin typeface="Source Sans Pro" panose="020B0503030403020204" pitchFamily="34" charset="0"/>
                  <a:ea typeface="Source Sans Pro" panose="020B0503030403020204" pitchFamily="34" charset="0"/>
                </a:rPr>
                <a:t>Campus</a:t>
              </a:r>
            </a:p>
            <a:p>
              <a:r>
                <a:rPr lang="en-US">
                  <a:solidFill>
                    <a:srgbClr val="546970"/>
                  </a:solidFill>
                  <a:latin typeface="Source Sans Pro" panose="020B0503030403020204" pitchFamily="34" charset="0"/>
                  <a:ea typeface="Source Sans Pro" panose="020B0503030403020204" pitchFamily="34" charset="0"/>
                </a:rPr>
                <a:t> DNS Engineer</a:t>
              </a:r>
            </a:p>
          </p:txBody>
        </p: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0672AEAE-8FF6-4A60-A45A-FB942CD53F95}"/>
                </a:ext>
              </a:extLst>
            </p:cNvPr>
            <p:cNvGrpSpPr/>
            <p:nvPr/>
          </p:nvGrpSpPr>
          <p:grpSpPr>
            <a:xfrm>
              <a:off x="5363742" y="4119370"/>
              <a:ext cx="1388317" cy="1805150"/>
              <a:chOff x="1437138" y="-3000903"/>
              <a:chExt cx="1847850" cy="2402655"/>
            </a:xfrm>
          </p:grpSpPr>
          <p:grpSp>
            <p:nvGrpSpPr>
              <p:cNvPr id="12" name="Graphic 34">
                <a:extLst>
                  <a:ext uri="{FF2B5EF4-FFF2-40B4-BE49-F238E27FC236}">
                    <a16:creationId xmlns:a16="http://schemas.microsoft.com/office/drawing/2014/main" id="{8F7B32C5-AAB0-409F-90A9-4FB7FB38584A}"/>
                  </a:ext>
                </a:extLst>
              </p:cNvPr>
              <p:cNvGrpSpPr/>
              <p:nvPr/>
            </p:nvGrpSpPr>
            <p:grpSpPr>
              <a:xfrm>
                <a:off x="1437138" y="-3000903"/>
                <a:ext cx="1847850" cy="2076450"/>
                <a:chOff x="834457" y="2390775"/>
                <a:chExt cx="1847850" cy="2076450"/>
              </a:xfrm>
            </p:grpSpPr>
            <p:sp>
              <p:nvSpPr>
                <p:cNvPr id="20" name="Freeform: Shape 19">
                  <a:extLst>
                    <a:ext uri="{FF2B5EF4-FFF2-40B4-BE49-F238E27FC236}">
                      <a16:creationId xmlns:a16="http://schemas.microsoft.com/office/drawing/2014/main" id="{5C753B84-6008-4ABE-B307-59939EED88FC}"/>
                    </a:ext>
                  </a:extLst>
                </p:cNvPr>
                <p:cNvSpPr/>
                <p:nvPr/>
              </p:nvSpPr>
              <p:spPr>
                <a:xfrm>
                  <a:off x="827313" y="3619976"/>
                  <a:ext cx="1857375" cy="847725"/>
                </a:xfrm>
                <a:custGeom>
                  <a:avLst/>
                  <a:gdLst>
                    <a:gd name="connsiteX0" fmla="*/ 747236 w 1857375"/>
                    <a:gd name="connsiteY0" fmla="*/ 7144 h 847725"/>
                    <a:gd name="connsiteX1" fmla="*/ 167164 w 1857375"/>
                    <a:gd name="connsiteY1" fmla="*/ 325279 h 847725"/>
                    <a:gd name="connsiteX2" fmla="*/ 7144 w 1857375"/>
                    <a:gd name="connsiteY2" fmla="*/ 847249 h 847725"/>
                    <a:gd name="connsiteX3" fmla="*/ 932021 w 1857375"/>
                    <a:gd name="connsiteY3" fmla="*/ 847249 h 847725"/>
                    <a:gd name="connsiteX4" fmla="*/ 1856899 w 1857375"/>
                    <a:gd name="connsiteY4" fmla="*/ 847249 h 847725"/>
                    <a:gd name="connsiteX5" fmla="*/ 1696879 w 1857375"/>
                    <a:gd name="connsiteY5" fmla="*/ 325279 h 847725"/>
                    <a:gd name="connsiteX6" fmla="*/ 1121569 w 1857375"/>
                    <a:gd name="connsiteY6" fmla="*/ 10001 h 847725"/>
                    <a:gd name="connsiteX7" fmla="*/ 747236 w 1857375"/>
                    <a:gd name="connsiteY7" fmla="*/ 7144 h 8477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1857375" h="847725">
                      <a:moveTo>
                        <a:pt x="747236" y="7144"/>
                      </a:moveTo>
                      <a:cubicBezTo>
                        <a:pt x="338614" y="186214"/>
                        <a:pt x="215741" y="281464"/>
                        <a:pt x="167164" y="325279"/>
                      </a:cubicBezTo>
                      <a:cubicBezTo>
                        <a:pt x="92869" y="391001"/>
                        <a:pt x="50959" y="637699"/>
                        <a:pt x="7144" y="847249"/>
                      </a:cubicBezTo>
                      <a:lnTo>
                        <a:pt x="932021" y="847249"/>
                      </a:lnTo>
                      <a:lnTo>
                        <a:pt x="1856899" y="847249"/>
                      </a:lnTo>
                      <a:cubicBezTo>
                        <a:pt x="1813084" y="637699"/>
                        <a:pt x="1771174" y="391954"/>
                        <a:pt x="1696879" y="325279"/>
                      </a:cubicBezTo>
                      <a:cubicBezTo>
                        <a:pt x="1648301" y="282416"/>
                        <a:pt x="1530191" y="189071"/>
                        <a:pt x="1121569" y="10001"/>
                      </a:cubicBezTo>
                      <a:lnTo>
                        <a:pt x="747236" y="7144"/>
                      </a:lnTo>
                      <a:close/>
                    </a:path>
                  </a:pathLst>
                </a:custGeom>
                <a:solidFill>
                  <a:srgbClr val="FFDECC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2" name="Freeform: Shape 21">
                  <a:extLst>
                    <a:ext uri="{FF2B5EF4-FFF2-40B4-BE49-F238E27FC236}">
                      <a16:creationId xmlns:a16="http://schemas.microsoft.com/office/drawing/2014/main" id="{FF98DB4D-14FE-4D8E-975B-D44D1C4F6BB2}"/>
                    </a:ext>
                  </a:extLst>
                </p:cNvPr>
                <p:cNvSpPr/>
                <p:nvPr/>
              </p:nvSpPr>
              <p:spPr>
                <a:xfrm>
                  <a:off x="827313" y="3619976"/>
                  <a:ext cx="1857375" cy="847725"/>
                </a:xfrm>
                <a:custGeom>
                  <a:avLst/>
                  <a:gdLst>
                    <a:gd name="connsiteX0" fmla="*/ 747236 w 1857375"/>
                    <a:gd name="connsiteY0" fmla="*/ 7144 h 847725"/>
                    <a:gd name="connsiteX1" fmla="*/ 167164 w 1857375"/>
                    <a:gd name="connsiteY1" fmla="*/ 325279 h 847725"/>
                    <a:gd name="connsiteX2" fmla="*/ 7144 w 1857375"/>
                    <a:gd name="connsiteY2" fmla="*/ 847249 h 847725"/>
                    <a:gd name="connsiteX3" fmla="*/ 932021 w 1857375"/>
                    <a:gd name="connsiteY3" fmla="*/ 847249 h 847725"/>
                    <a:gd name="connsiteX4" fmla="*/ 1856899 w 1857375"/>
                    <a:gd name="connsiteY4" fmla="*/ 847249 h 847725"/>
                    <a:gd name="connsiteX5" fmla="*/ 1696879 w 1857375"/>
                    <a:gd name="connsiteY5" fmla="*/ 325279 h 847725"/>
                    <a:gd name="connsiteX6" fmla="*/ 1121569 w 1857375"/>
                    <a:gd name="connsiteY6" fmla="*/ 10001 h 847725"/>
                    <a:gd name="connsiteX7" fmla="*/ 747236 w 1857375"/>
                    <a:gd name="connsiteY7" fmla="*/ 7144 h 8477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1857375" h="847725">
                      <a:moveTo>
                        <a:pt x="747236" y="7144"/>
                      </a:moveTo>
                      <a:cubicBezTo>
                        <a:pt x="338614" y="186214"/>
                        <a:pt x="215741" y="281464"/>
                        <a:pt x="167164" y="325279"/>
                      </a:cubicBezTo>
                      <a:cubicBezTo>
                        <a:pt x="92869" y="391001"/>
                        <a:pt x="50959" y="637699"/>
                        <a:pt x="7144" y="847249"/>
                      </a:cubicBezTo>
                      <a:lnTo>
                        <a:pt x="932021" y="847249"/>
                      </a:lnTo>
                      <a:lnTo>
                        <a:pt x="1856899" y="847249"/>
                      </a:lnTo>
                      <a:cubicBezTo>
                        <a:pt x="1813084" y="637699"/>
                        <a:pt x="1771174" y="391954"/>
                        <a:pt x="1696879" y="325279"/>
                      </a:cubicBezTo>
                      <a:cubicBezTo>
                        <a:pt x="1648301" y="282416"/>
                        <a:pt x="1530191" y="189071"/>
                        <a:pt x="1121569" y="10001"/>
                      </a:cubicBezTo>
                      <a:lnTo>
                        <a:pt x="747236" y="7144"/>
                      </a:lnTo>
                      <a:close/>
                    </a:path>
                  </a:pathLst>
                </a:custGeom>
                <a:solidFill>
                  <a:schemeClr val="accent5">
                    <a:lumMod val="60000"/>
                    <a:lumOff val="40000"/>
                  </a:schemeClr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4" name="Freeform: Shape 23">
                  <a:extLst>
                    <a:ext uri="{FF2B5EF4-FFF2-40B4-BE49-F238E27FC236}">
                      <a16:creationId xmlns:a16="http://schemas.microsoft.com/office/drawing/2014/main" id="{42940433-F066-411A-85C8-BB68AD664486}"/>
                    </a:ext>
                  </a:extLst>
                </p:cNvPr>
                <p:cNvSpPr/>
                <p:nvPr/>
              </p:nvSpPr>
              <p:spPr>
                <a:xfrm>
                  <a:off x="1554071" y="3079194"/>
                  <a:ext cx="409575" cy="742950"/>
                </a:xfrm>
                <a:custGeom>
                  <a:avLst/>
                  <a:gdLst>
                    <a:gd name="connsiteX0" fmla="*/ 7144 w 409575"/>
                    <a:gd name="connsiteY0" fmla="*/ 190738 h 742950"/>
                    <a:gd name="connsiteX1" fmla="*/ 7144 w 409575"/>
                    <a:gd name="connsiteY1" fmla="*/ 494586 h 742950"/>
                    <a:gd name="connsiteX2" fmla="*/ 7144 w 409575"/>
                    <a:gd name="connsiteY2" fmla="*/ 644128 h 742950"/>
                    <a:gd name="connsiteX3" fmla="*/ 404336 w 409575"/>
                    <a:gd name="connsiteY3" fmla="*/ 644128 h 742950"/>
                    <a:gd name="connsiteX4" fmla="*/ 404336 w 409575"/>
                    <a:gd name="connsiteY4" fmla="*/ 494586 h 742950"/>
                    <a:gd name="connsiteX5" fmla="*/ 404336 w 409575"/>
                    <a:gd name="connsiteY5" fmla="*/ 190738 h 742950"/>
                    <a:gd name="connsiteX6" fmla="*/ 7144 w 409575"/>
                    <a:gd name="connsiteY6" fmla="*/ 190738 h 7429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409575" h="742950">
                      <a:moveTo>
                        <a:pt x="7144" y="190738"/>
                      </a:moveTo>
                      <a:lnTo>
                        <a:pt x="7144" y="494586"/>
                      </a:lnTo>
                      <a:lnTo>
                        <a:pt x="7144" y="644128"/>
                      </a:lnTo>
                      <a:cubicBezTo>
                        <a:pt x="116681" y="773668"/>
                        <a:pt x="294799" y="777478"/>
                        <a:pt x="404336" y="644128"/>
                      </a:cubicBezTo>
                      <a:lnTo>
                        <a:pt x="404336" y="494586"/>
                      </a:lnTo>
                      <a:lnTo>
                        <a:pt x="404336" y="190738"/>
                      </a:lnTo>
                      <a:cubicBezTo>
                        <a:pt x="404336" y="-54054"/>
                        <a:pt x="7144" y="-54054"/>
                        <a:pt x="7144" y="190738"/>
                      </a:cubicBezTo>
                      <a:close/>
                    </a:path>
                  </a:pathLst>
                </a:custGeom>
                <a:solidFill>
                  <a:srgbClr val="F6D1A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5" name="Freeform: Shape 24">
                  <a:extLst>
                    <a:ext uri="{FF2B5EF4-FFF2-40B4-BE49-F238E27FC236}">
                      <a16:creationId xmlns:a16="http://schemas.microsoft.com/office/drawing/2014/main" id="{7F930780-7172-4265-BA3A-73F0ADDD4495}"/>
                    </a:ext>
                  </a:extLst>
                </p:cNvPr>
                <p:cNvSpPr/>
                <p:nvPr/>
              </p:nvSpPr>
              <p:spPr>
                <a:xfrm>
                  <a:off x="1301616" y="2976041"/>
                  <a:ext cx="152400" cy="228600"/>
                </a:xfrm>
                <a:custGeom>
                  <a:avLst/>
                  <a:gdLst>
                    <a:gd name="connsiteX0" fmla="*/ 44334 w 152400"/>
                    <a:gd name="connsiteY0" fmla="*/ 9094 h 228600"/>
                    <a:gd name="connsiteX1" fmla="*/ 143394 w 152400"/>
                    <a:gd name="connsiteY1" fmla="*/ 97677 h 228600"/>
                    <a:gd name="connsiteX2" fmla="*/ 115771 w 152400"/>
                    <a:gd name="connsiteY2" fmla="*/ 228169 h 228600"/>
                    <a:gd name="connsiteX3" fmla="*/ 16711 w 152400"/>
                    <a:gd name="connsiteY3" fmla="*/ 139587 h 228600"/>
                    <a:gd name="connsiteX4" fmla="*/ 44334 w 152400"/>
                    <a:gd name="connsiteY4" fmla="*/ 9094 h 2286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2400" h="228600">
                      <a:moveTo>
                        <a:pt x="44334" y="9094"/>
                      </a:moveTo>
                      <a:cubicBezTo>
                        <a:pt x="79576" y="-2336"/>
                        <a:pt x="123391" y="37669"/>
                        <a:pt x="143394" y="97677"/>
                      </a:cubicBezTo>
                      <a:cubicBezTo>
                        <a:pt x="163396" y="157684"/>
                        <a:pt x="151014" y="216739"/>
                        <a:pt x="115771" y="228169"/>
                      </a:cubicBezTo>
                      <a:cubicBezTo>
                        <a:pt x="80529" y="239599"/>
                        <a:pt x="36714" y="199594"/>
                        <a:pt x="16711" y="139587"/>
                      </a:cubicBezTo>
                      <a:cubicBezTo>
                        <a:pt x="-3291" y="78627"/>
                        <a:pt x="9091" y="20524"/>
                        <a:pt x="44334" y="9094"/>
                      </a:cubicBezTo>
                      <a:close/>
                    </a:path>
                  </a:pathLst>
                </a:custGeom>
                <a:solidFill>
                  <a:srgbClr val="F6D1A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6" name="Freeform: Shape 25">
                  <a:extLst>
                    <a:ext uri="{FF2B5EF4-FFF2-40B4-BE49-F238E27FC236}">
                      <a16:creationId xmlns:a16="http://schemas.microsoft.com/office/drawing/2014/main" id="{FE3C259C-D2BC-446E-9637-485DEEFBD10F}"/>
                    </a:ext>
                  </a:extLst>
                </p:cNvPr>
                <p:cNvSpPr/>
                <p:nvPr/>
              </p:nvSpPr>
              <p:spPr>
                <a:xfrm>
                  <a:off x="2055996" y="2976041"/>
                  <a:ext cx="152400" cy="228600"/>
                </a:xfrm>
                <a:custGeom>
                  <a:avLst/>
                  <a:gdLst>
                    <a:gd name="connsiteX0" fmla="*/ 115771 w 152400"/>
                    <a:gd name="connsiteY0" fmla="*/ 9094 h 228600"/>
                    <a:gd name="connsiteX1" fmla="*/ 16711 w 152400"/>
                    <a:gd name="connsiteY1" fmla="*/ 97677 h 228600"/>
                    <a:gd name="connsiteX2" fmla="*/ 44334 w 152400"/>
                    <a:gd name="connsiteY2" fmla="*/ 228169 h 228600"/>
                    <a:gd name="connsiteX3" fmla="*/ 143394 w 152400"/>
                    <a:gd name="connsiteY3" fmla="*/ 139587 h 228600"/>
                    <a:gd name="connsiteX4" fmla="*/ 115771 w 152400"/>
                    <a:gd name="connsiteY4" fmla="*/ 9094 h 2286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2400" h="228600">
                      <a:moveTo>
                        <a:pt x="115771" y="9094"/>
                      </a:moveTo>
                      <a:cubicBezTo>
                        <a:pt x="80529" y="-2336"/>
                        <a:pt x="36714" y="37669"/>
                        <a:pt x="16711" y="97677"/>
                      </a:cubicBezTo>
                      <a:cubicBezTo>
                        <a:pt x="-3291" y="157684"/>
                        <a:pt x="9091" y="216739"/>
                        <a:pt x="44334" y="228169"/>
                      </a:cubicBezTo>
                      <a:cubicBezTo>
                        <a:pt x="79576" y="239599"/>
                        <a:pt x="123391" y="199594"/>
                        <a:pt x="143394" y="139587"/>
                      </a:cubicBezTo>
                      <a:cubicBezTo>
                        <a:pt x="163396" y="78627"/>
                        <a:pt x="151014" y="20524"/>
                        <a:pt x="115771" y="9094"/>
                      </a:cubicBezTo>
                      <a:close/>
                    </a:path>
                  </a:pathLst>
                </a:custGeom>
                <a:solidFill>
                  <a:srgbClr val="F6D1A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7" name="Freeform: Shape 26">
                  <a:extLst>
                    <a:ext uri="{FF2B5EF4-FFF2-40B4-BE49-F238E27FC236}">
                      <a16:creationId xmlns:a16="http://schemas.microsoft.com/office/drawing/2014/main" id="{B4CE9CA2-D804-486A-8C42-69080B3FBD7A}"/>
                    </a:ext>
                  </a:extLst>
                </p:cNvPr>
                <p:cNvSpPr/>
                <p:nvPr/>
              </p:nvSpPr>
              <p:spPr>
                <a:xfrm>
                  <a:off x="1554071" y="3481864"/>
                  <a:ext cx="409575" cy="152400"/>
                </a:xfrm>
                <a:custGeom>
                  <a:avLst/>
                  <a:gdLst>
                    <a:gd name="connsiteX0" fmla="*/ 7144 w 409575"/>
                    <a:gd name="connsiteY0" fmla="*/ 7144 h 152400"/>
                    <a:gd name="connsiteX1" fmla="*/ 7144 w 409575"/>
                    <a:gd name="connsiteY1" fmla="*/ 21431 h 152400"/>
                    <a:gd name="connsiteX2" fmla="*/ 205264 w 409575"/>
                    <a:gd name="connsiteY2" fmla="*/ 146209 h 152400"/>
                    <a:gd name="connsiteX3" fmla="*/ 404336 w 409575"/>
                    <a:gd name="connsiteY3" fmla="*/ 30004 h 152400"/>
                    <a:gd name="connsiteX4" fmla="*/ 404336 w 409575"/>
                    <a:gd name="connsiteY4" fmla="*/ 8096 h 1524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409575" h="152400">
                      <a:moveTo>
                        <a:pt x="7144" y="7144"/>
                      </a:moveTo>
                      <a:lnTo>
                        <a:pt x="7144" y="21431"/>
                      </a:lnTo>
                      <a:cubicBezTo>
                        <a:pt x="7144" y="21431"/>
                        <a:pt x="108109" y="141446"/>
                        <a:pt x="205264" y="146209"/>
                      </a:cubicBezTo>
                      <a:cubicBezTo>
                        <a:pt x="302419" y="150971"/>
                        <a:pt x="404336" y="30004"/>
                        <a:pt x="404336" y="30004"/>
                      </a:cubicBezTo>
                      <a:lnTo>
                        <a:pt x="404336" y="8096"/>
                      </a:lnTo>
                    </a:path>
                  </a:pathLst>
                </a:custGeom>
                <a:solidFill>
                  <a:srgbClr val="000000">
                    <a:alpha val="20000"/>
                  </a:srgbClr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8" name="Freeform: Shape 27">
                  <a:extLst>
                    <a:ext uri="{FF2B5EF4-FFF2-40B4-BE49-F238E27FC236}">
                      <a16:creationId xmlns:a16="http://schemas.microsoft.com/office/drawing/2014/main" id="{C2D2C7CC-95FE-4610-B9E9-D7EFC73CFFFC}"/>
                    </a:ext>
                  </a:extLst>
                </p:cNvPr>
                <p:cNvSpPr/>
                <p:nvPr/>
              </p:nvSpPr>
              <p:spPr>
                <a:xfrm>
                  <a:off x="1339350" y="2449354"/>
                  <a:ext cx="838200" cy="1133475"/>
                </a:xfrm>
                <a:custGeom>
                  <a:avLst/>
                  <a:gdLst>
                    <a:gd name="connsiteX0" fmla="*/ 420937 w 838200"/>
                    <a:gd name="connsiteY0" fmla="*/ 7144 h 1133475"/>
                    <a:gd name="connsiteX1" fmla="*/ 83752 w 838200"/>
                    <a:gd name="connsiteY1" fmla="*/ 908209 h 1133475"/>
                    <a:gd name="connsiteX2" fmla="*/ 420937 w 838200"/>
                    <a:gd name="connsiteY2" fmla="*/ 1134904 h 1133475"/>
                    <a:gd name="connsiteX3" fmla="*/ 758122 w 838200"/>
                    <a:gd name="connsiteY3" fmla="*/ 908209 h 1133475"/>
                    <a:gd name="connsiteX4" fmla="*/ 420937 w 838200"/>
                    <a:gd name="connsiteY4" fmla="*/ 7144 h 11334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838200" h="1133475">
                      <a:moveTo>
                        <a:pt x="420937" y="7144"/>
                      </a:moveTo>
                      <a:cubicBezTo>
                        <a:pt x="-189616" y="7144"/>
                        <a:pt x="44699" y="843439"/>
                        <a:pt x="83752" y="908209"/>
                      </a:cubicBezTo>
                      <a:cubicBezTo>
                        <a:pt x="127567" y="978694"/>
                        <a:pt x="321877" y="1134904"/>
                        <a:pt x="420937" y="1134904"/>
                      </a:cubicBezTo>
                      <a:cubicBezTo>
                        <a:pt x="519997" y="1134904"/>
                        <a:pt x="713354" y="978694"/>
                        <a:pt x="758122" y="908209"/>
                      </a:cubicBezTo>
                      <a:cubicBezTo>
                        <a:pt x="797174" y="843439"/>
                        <a:pt x="1031489" y="7144"/>
                        <a:pt x="420937" y="7144"/>
                      </a:cubicBezTo>
                      <a:close/>
                    </a:path>
                  </a:pathLst>
                </a:custGeom>
                <a:solidFill>
                  <a:srgbClr val="F6D1A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9" name="Freeform: Shape 28">
                  <a:extLst>
                    <a:ext uri="{FF2B5EF4-FFF2-40B4-BE49-F238E27FC236}">
                      <a16:creationId xmlns:a16="http://schemas.microsoft.com/office/drawing/2014/main" id="{6B8D4346-CB61-408C-8472-D2A1FC460ECA}"/>
                    </a:ext>
                  </a:extLst>
                </p:cNvPr>
                <p:cNvSpPr/>
                <p:nvPr/>
              </p:nvSpPr>
              <p:spPr>
                <a:xfrm>
                  <a:off x="1325450" y="2383580"/>
                  <a:ext cx="876300" cy="800100"/>
                </a:xfrm>
                <a:custGeom>
                  <a:avLst/>
                  <a:gdLst>
                    <a:gd name="connsiteX0" fmla="*/ 708205 w 876300"/>
                    <a:gd name="connsiteY0" fmla="*/ 91968 h 800100"/>
                    <a:gd name="connsiteX1" fmla="*/ 87175 w 876300"/>
                    <a:gd name="connsiteY1" fmla="*/ 161500 h 800100"/>
                    <a:gd name="connsiteX2" fmla="*/ 38597 w 876300"/>
                    <a:gd name="connsiteY2" fmla="*/ 781578 h 800100"/>
                    <a:gd name="connsiteX3" fmla="*/ 38597 w 876300"/>
                    <a:gd name="connsiteY3" fmla="*/ 780625 h 800100"/>
                    <a:gd name="connsiteX4" fmla="*/ 39550 w 876300"/>
                    <a:gd name="connsiteY4" fmla="*/ 786340 h 800100"/>
                    <a:gd name="connsiteX5" fmla="*/ 44312 w 876300"/>
                    <a:gd name="connsiteY5" fmla="*/ 793960 h 800100"/>
                    <a:gd name="connsiteX6" fmla="*/ 55742 w 876300"/>
                    <a:gd name="connsiteY6" fmla="*/ 793008 h 800100"/>
                    <a:gd name="connsiteX7" fmla="*/ 56695 w 876300"/>
                    <a:gd name="connsiteY7" fmla="*/ 790150 h 800100"/>
                    <a:gd name="connsiteX8" fmla="*/ 56695 w 876300"/>
                    <a:gd name="connsiteY8" fmla="*/ 738715 h 800100"/>
                    <a:gd name="connsiteX9" fmla="*/ 44312 w 876300"/>
                    <a:gd name="connsiteY9" fmla="*/ 660610 h 800100"/>
                    <a:gd name="connsiteX10" fmla="*/ 150992 w 876300"/>
                    <a:gd name="connsiteY10" fmla="*/ 366288 h 800100"/>
                    <a:gd name="connsiteX11" fmla="*/ 170995 w 876300"/>
                    <a:gd name="connsiteY11" fmla="*/ 337713 h 800100"/>
                    <a:gd name="connsiteX12" fmla="*/ 197665 w 876300"/>
                    <a:gd name="connsiteY12" fmla="*/ 307233 h 800100"/>
                    <a:gd name="connsiteX13" fmla="*/ 212905 w 876300"/>
                    <a:gd name="connsiteY13" fmla="*/ 296755 h 800100"/>
                    <a:gd name="connsiteX14" fmla="*/ 543422 w 876300"/>
                    <a:gd name="connsiteY14" fmla="*/ 347238 h 800100"/>
                    <a:gd name="connsiteX15" fmla="*/ 633910 w 876300"/>
                    <a:gd name="connsiteY15" fmla="*/ 289135 h 800100"/>
                    <a:gd name="connsiteX16" fmla="*/ 707252 w 876300"/>
                    <a:gd name="connsiteY16" fmla="*/ 350095 h 800100"/>
                    <a:gd name="connsiteX17" fmla="*/ 823457 w 876300"/>
                    <a:gd name="connsiteY17" fmla="*/ 680613 h 800100"/>
                    <a:gd name="connsiteX18" fmla="*/ 814885 w 876300"/>
                    <a:gd name="connsiteY18" fmla="*/ 738715 h 800100"/>
                    <a:gd name="connsiteX19" fmla="*/ 814885 w 876300"/>
                    <a:gd name="connsiteY19" fmla="*/ 790150 h 800100"/>
                    <a:gd name="connsiteX20" fmla="*/ 815837 w 876300"/>
                    <a:gd name="connsiteY20" fmla="*/ 793008 h 800100"/>
                    <a:gd name="connsiteX21" fmla="*/ 827267 w 876300"/>
                    <a:gd name="connsiteY21" fmla="*/ 793960 h 800100"/>
                    <a:gd name="connsiteX22" fmla="*/ 832030 w 876300"/>
                    <a:gd name="connsiteY22" fmla="*/ 786340 h 800100"/>
                    <a:gd name="connsiteX23" fmla="*/ 834887 w 876300"/>
                    <a:gd name="connsiteY23" fmla="*/ 765385 h 800100"/>
                    <a:gd name="connsiteX24" fmla="*/ 838697 w 876300"/>
                    <a:gd name="connsiteY24" fmla="*/ 734905 h 800100"/>
                    <a:gd name="connsiteX25" fmla="*/ 708205 w 876300"/>
                    <a:gd name="connsiteY25" fmla="*/ 91968 h 800100"/>
                    <a:gd name="connsiteX26" fmla="*/ 395785 w 876300"/>
                    <a:gd name="connsiteY26" fmla="*/ 251988 h 800100"/>
                    <a:gd name="connsiteX27" fmla="*/ 385307 w 876300"/>
                    <a:gd name="connsiteY27" fmla="*/ 249130 h 800100"/>
                    <a:gd name="connsiteX28" fmla="*/ 400547 w 876300"/>
                    <a:gd name="connsiteY28" fmla="*/ 252940 h 800100"/>
                    <a:gd name="connsiteX29" fmla="*/ 395785 w 876300"/>
                    <a:gd name="connsiteY29" fmla="*/ 251988 h 8001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</a:cxnLst>
                  <a:rect l="l" t="t" r="r" b="b"/>
                  <a:pathLst>
                    <a:path w="876300" h="800100">
                      <a:moveTo>
                        <a:pt x="708205" y="91968"/>
                      </a:moveTo>
                      <a:cubicBezTo>
                        <a:pt x="501512" y="-69957"/>
                        <a:pt x="183377" y="26245"/>
                        <a:pt x="87175" y="161500"/>
                      </a:cubicBezTo>
                      <a:cubicBezTo>
                        <a:pt x="-32840" y="331045"/>
                        <a:pt x="10022" y="588220"/>
                        <a:pt x="38597" y="781578"/>
                      </a:cubicBezTo>
                      <a:cubicBezTo>
                        <a:pt x="38597" y="781578"/>
                        <a:pt x="38597" y="780625"/>
                        <a:pt x="38597" y="780625"/>
                      </a:cubicBezTo>
                      <a:cubicBezTo>
                        <a:pt x="38597" y="782530"/>
                        <a:pt x="39550" y="784435"/>
                        <a:pt x="39550" y="786340"/>
                      </a:cubicBezTo>
                      <a:cubicBezTo>
                        <a:pt x="39550" y="788245"/>
                        <a:pt x="43360" y="792055"/>
                        <a:pt x="44312" y="793960"/>
                      </a:cubicBezTo>
                      <a:cubicBezTo>
                        <a:pt x="45265" y="795865"/>
                        <a:pt x="52885" y="793960"/>
                        <a:pt x="55742" y="793008"/>
                      </a:cubicBezTo>
                      <a:cubicBezTo>
                        <a:pt x="56695" y="793008"/>
                        <a:pt x="56695" y="791103"/>
                        <a:pt x="56695" y="790150"/>
                      </a:cubicBezTo>
                      <a:cubicBezTo>
                        <a:pt x="57647" y="773005"/>
                        <a:pt x="56695" y="739668"/>
                        <a:pt x="56695" y="738715"/>
                      </a:cubicBezTo>
                      <a:cubicBezTo>
                        <a:pt x="54790" y="712045"/>
                        <a:pt x="49075" y="686328"/>
                        <a:pt x="44312" y="660610"/>
                      </a:cubicBezTo>
                      <a:cubicBezTo>
                        <a:pt x="63362" y="538690"/>
                        <a:pt x="120512" y="512973"/>
                        <a:pt x="150992" y="366288"/>
                      </a:cubicBezTo>
                      <a:cubicBezTo>
                        <a:pt x="157660" y="356763"/>
                        <a:pt x="164327" y="347238"/>
                        <a:pt x="170995" y="337713"/>
                      </a:cubicBezTo>
                      <a:cubicBezTo>
                        <a:pt x="179567" y="327235"/>
                        <a:pt x="187187" y="316758"/>
                        <a:pt x="197665" y="307233"/>
                      </a:cubicBezTo>
                      <a:cubicBezTo>
                        <a:pt x="202427" y="304375"/>
                        <a:pt x="208142" y="300565"/>
                        <a:pt x="212905" y="296755"/>
                      </a:cubicBezTo>
                      <a:cubicBezTo>
                        <a:pt x="324347" y="255798"/>
                        <a:pt x="438647" y="305328"/>
                        <a:pt x="543422" y="347238"/>
                      </a:cubicBezTo>
                      <a:cubicBezTo>
                        <a:pt x="583427" y="363430"/>
                        <a:pt x="589142" y="291993"/>
                        <a:pt x="633910" y="289135"/>
                      </a:cubicBezTo>
                      <a:cubicBezTo>
                        <a:pt x="652960" y="287230"/>
                        <a:pt x="692012" y="352000"/>
                        <a:pt x="707252" y="350095"/>
                      </a:cubicBezTo>
                      <a:cubicBezTo>
                        <a:pt x="864415" y="331998"/>
                        <a:pt x="798692" y="570123"/>
                        <a:pt x="823457" y="680613"/>
                      </a:cubicBezTo>
                      <a:cubicBezTo>
                        <a:pt x="819647" y="699663"/>
                        <a:pt x="816790" y="718713"/>
                        <a:pt x="814885" y="738715"/>
                      </a:cubicBezTo>
                      <a:cubicBezTo>
                        <a:pt x="814885" y="738715"/>
                        <a:pt x="813932" y="773005"/>
                        <a:pt x="814885" y="790150"/>
                      </a:cubicBezTo>
                      <a:cubicBezTo>
                        <a:pt x="814885" y="791103"/>
                        <a:pt x="814885" y="792055"/>
                        <a:pt x="815837" y="793008"/>
                      </a:cubicBezTo>
                      <a:cubicBezTo>
                        <a:pt x="818695" y="793960"/>
                        <a:pt x="825362" y="795865"/>
                        <a:pt x="827267" y="793960"/>
                      </a:cubicBezTo>
                      <a:cubicBezTo>
                        <a:pt x="828220" y="793008"/>
                        <a:pt x="831077" y="788245"/>
                        <a:pt x="832030" y="786340"/>
                      </a:cubicBezTo>
                      <a:cubicBezTo>
                        <a:pt x="833935" y="778720"/>
                        <a:pt x="833935" y="773005"/>
                        <a:pt x="834887" y="765385"/>
                      </a:cubicBezTo>
                      <a:cubicBezTo>
                        <a:pt x="835840" y="755860"/>
                        <a:pt x="837745" y="745383"/>
                        <a:pt x="838697" y="734905"/>
                      </a:cubicBezTo>
                      <a:cubicBezTo>
                        <a:pt x="869177" y="615843"/>
                        <a:pt x="928232" y="143403"/>
                        <a:pt x="708205" y="91968"/>
                      </a:cubicBezTo>
                      <a:close/>
                      <a:moveTo>
                        <a:pt x="395785" y="251988"/>
                      </a:moveTo>
                      <a:cubicBezTo>
                        <a:pt x="391975" y="251035"/>
                        <a:pt x="389117" y="250083"/>
                        <a:pt x="385307" y="249130"/>
                      </a:cubicBezTo>
                      <a:cubicBezTo>
                        <a:pt x="390070" y="250083"/>
                        <a:pt x="395785" y="251988"/>
                        <a:pt x="400547" y="252940"/>
                      </a:cubicBezTo>
                      <a:cubicBezTo>
                        <a:pt x="398642" y="251988"/>
                        <a:pt x="397690" y="251988"/>
                        <a:pt x="395785" y="251988"/>
                      </a:cubicBezTo>
                      <a:close/>
                    </a:path>
                  </a:pathLst>
                </a:custGeom>
                <a:solidFill>
                  <a:srgbClr val="343434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30" name="Freeform: Shape 29">
                  <a:extLst>
                    <a:ext uri="{FF2B5EF4-FFF2-40B4-BE49-F238E27FC236}">
                      <a16:creationId xmlns:a16="http://schemas.microsoft.com/office/drawing/2014/main" id="{2F02E938-A759-4665-AF2C-7E7F11A0D091}"/>
                    </a:ext>
                  </a:extLst>
                </p:cNvPr>
                <p:cNvSpPr/>
                <p:nvPr/>
              </p:nvSpPr>
              <p:spPr>
                <a:xfrm>
                  <a:off x="1715043" y="3980974"/>
                  <a:ext cx="85725" cy="9525"/>
                </a:xfrm>
                <a:custGeom>
                  <a:avLst/>
                  <a:gdLst>
                    <a:gd name="connsiteX0" fmla="*/ 7144 w 85725"/>
                    <a:gd name="connsiteY0" fmla="*/ 7144 h 9525"/>
                    <a:gd name="connsiteX1" fmla="*/ 81439 w 85725"/>
                    <a:gd name="connsiteY1" fmla="*/ 7144 h 9525"/>
                    <a:gd name="connsiteX2" fmla="*/ 82391 w 85725"/>
                    <a:gd name="connsiteY2" fmla="*/ 10001 h 9525"/>
                    <a:gd name="connsiteX3" fmla="*/ 7144 w 85725"/>
                    <a:gd name="connsiteY3" fmla="*/ 10001 h 95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85725" h="9525">
                      <a:moveTo>
                        <a:pt x="7144" y="7144"/>
                      </a:moveTo>
                      <a:lnTo>
                        <a:pt x="81439" y="7144"/>
                      </a:lnTo>
                      <a:lnTo>
                        <a:pt x="82391" y="10001"/>
                      </a:lnTo>
                      <a:lnTo>
                        <a:pt x="7144" y="10001"/>
                      </a:lnTo>
                      <a:close/>
                    </a:path>
                  </a:pathLst>
                </a:custGeom>
                <a:solidFill>
                  <a:srgbClr val="000000">
                    <a:alpha val="10000"/>
                  </a:srgbClr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31" name="Freeform: Shape 30">
                  <a:extLst>
                    <a:ext uri="{FF2B5EF4-FFF2-40B4-BE49-F238E27FC236}">
                      <a16:creationId xmlns:a16="http://schemas.microsoft.com/office/drawing/2014/main" id="{54CB32B1-E559-42EE-8BCF-C9006DBA82B0}"/>
                    </a:ext>
                  </a:extLst>
                </p:cNvPr>
                <p:cNvSpPr/>
                <p:nvPr/>
              </p:nvSpPr>
              <p:spPr>
                <a:xfrm>
                  <a:off x="1174542" y="2447737"/>
                  <a:ext cx="800100" cy="438150"/>
                </a:xfrm>
                <a:custGeom>
                  <a:avLst/>
                  <a:gdLst>
                    <a:gd name="connsiteX0" fmla="*/ 702902 w 800100"/>
                    <a:gd name="connsiteY0" fmla="*/ 84008 h 438150"/>
                    <a:gd name="connsiteX1" fmla="*/ 366670 w 800100"/>
                    <a:gd name="connsiteY1" fmla="*/ 26858 h 438150"/>
                    <a:gd name="connsiteX2" fmla="*/ 33295 w 800100"/>
                    <a:gd name="connsiteY2" fmla="*/ 74483 h 438150"/>
                    <a:gd name="connsiteX3" fmla="*/ 119020 w 800100"/>
                    <a:gd name="connsiteY3" fmla="*/ 388808 h 438150"/>
                    <a:gd name="connsiteX4" fmla="*/ 573362 w 800100"/>
                    <a:gd name="connsiteY4" fmla="*/ 344041 h 438150"/>
                    <a:gd name="connsiteX5" fmla="*/ 785770 w 800100"/>
                    <a:gd name="connsiteY5" fmla="*/ 191641 h 438150"/>
                    <a:gd name="connsiteX6" fmla="*/ 702902 w 800100"/>
                    <a:gd name="connsiteY6" fmla="*/ 84008 h 4381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800100" h="438150">
                      <a:moveTo>
                        <a:pt x="702902" y="84008"/>
                      </a:moveTo>
                      <a:cubicBezTo>
                        <a:pt x="702902" y="84008"/>
                        <a:pt x="524785" y="-39817"/>
                        <a:pt x="366670" y="26858"/>
                      </a:cubicBezTo>
                      <a:cubicBezTo>
                        <a:pt x="208555" y="93533"/>
                        <a:pt x="68537" y="119251"/>
                        <a:pt x="33295" y="74483"/>
                      </a:cubicBezTo>
                      <a:cubicBezTo>
                        <a:pt x="33295" y="74483"/>
                        <a:pt x="-64813" y="281176"/>
                        <a:pt x="119020" y="388808"/>
                      </a:cubicBezTo>
                      <a:cubicBezTo>
                        <a:pt x="302852" y="496441"/>
                        <a:pt x="512402" y="410716"/>
                        <a:pt x="573362" y="344041"/>
                      </a:cubicBezTo>
                      <a:cubicBezTo>
                        <a:pt x="633370" y="277366"/>
                        <a:pt x="732430" y="169733"/>
                        <a:pt x="785770" y="191641"/>
                      </a:cubicBezTo>
                      <a:cubicBezTo>
                        <a:pt x="840062" y="214501"/>
                        <a:pt x="702902" y="84008"/>
                        <a:pt x="702902" y="84008"/>
                      </a:cubicBezTo>
                      <a:close/>
                    </a:path>
                  </a:pathLst>
                </a:custGeom>
                <a:solidFill>
                  <a:srgbClr val="343434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</p:grpSp>
          <p:grpSp>
            <p:nvGrpSpPr>
              <p:cNvPr id="13" name="Group 12">
                <a:extLst>
                  <a:ext uri="{FF2B5EF4-FFF2-40B4-BE49-F238E27FC236}">
                    <a16:creationId xmlns:a16="http://schemas.microsoft.com/office/drawing/2014/main" id="{3F0C9197-38F7-4266-9255-C7382A81A51F}"/>
                  </a:ext>
                </a:extLst>
              </p:cNvPr>
              <p:cNvGrpSpPr/>
              <p:nvPr/>
            </p:nvGrpSpPr>
            <p:grpSpPr>
              <a:xfrm>
                <a:off x="1521799" y="-1594576"/>
                <a:ext cx="1675880" cy="996328"/>
                <a:chOff x="9495405" y="2976329"/>
                <a:chExt cx="1857375" cy="996328"/>
              </a:xfrm>
            </p:grpSpPr>
            <p:grpSp>
              <p:nvGrpSpPr>
                <p:cNvPr id="15" name="Group 14">
                  <a:extLst>
                    <a:ext uri="{FF2B5EF4-FFF2-40B4-BE49-F238E27FC236}">
                      <a16:creationId xmlns:a16="http://schemas.microsoft.com/office/drawing/2014/main" id="{19710414-9274-4725-92F1-0C23BE537042}"/>
                    </a:ext>
                  </a:extLst>
                </p:cNvPr>
                <p:cNvGrpSpPr/>
                <p:nvPr/>
              </p:nvGrpSpPr>
              <p:grpSpPr>
                <a:xfrm>
                  <a:off x="9495405" y="2976329"/>
                  <a:ext cx="1857375" cy="958376"/>
                  <a:chOff x="9495405" y="2976329"/>
                  <a:chExt cx="1857375" cy="958376"/>
                </a:xfrm>
              </p:grpSpPr>
              <p:sp>
                <p:nvSpPr>
                  <p:cNvPr id="17" name="Rectangle: Rounded Corners 16">
                    <a:extLst>
                      <a:ext uri="{FF2B5EF4-FFF2-40B4-BE49-F238E27FC236}">
                        <a16:creationId xmlns:a16="http://schemas.microsoft.com/office/drawing/2014/main" id="{1B3FE09E-BB53-4A0D-A138-E04372DC7FF4}"/>
                      </a:ext>
                    </a:extLst>
                  </p:cNvPr>
                  <p:cNvSpPr/>
                  <p:nvPr/>
                </p:nvSpPr>
                <p:spPr>
                  <a:xfrm>
                    <a:off x="9495405" y="2976329"/>
                    <a:ext cx="1857375" cy="958376"/>
                  </a:xfrm>
                  <a:prstGeom prst="roundRect">
                    <a:avLst>
                      <a:gd name="adj" fmla="val 4741"/>
                    </a:avLst>
                  </a:prstGeom>
                  <a:solidFill>
                    <a:schemeClr val="bg1">
                      <a:lumMod val="85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8" name="Oval 17">
                    <a:extLst>
                      <a:ext uri="{FF2B5EF4-FFF2-40B4-BE49-F238E27FC236}">
                        <a16:creationId xmlns:a16="http://schemas.microsoft.com/office/drawing/2014/main" id="{222ABA51-E373-4197-8C95-BF8E5D45C33A}"/>
                      </a:ext>
                    </a:extLst>
                  </p:cNvPr>
                  <p:cNvSpPr/>
                  <p:nvPr/>
                </p:nvSpPr>
                <p:spPr>
                  <a:xfrm>
                    <a:off x="10309032" y="3340457"/>
                    <a:ext cx="230120" cy="230120"/>
                  </a:xfrm>
                  <a:prstGeom prst="ellipse">
                    <a:avLst/>
                  </a:prstGeom>
                  <a:solidFill>
                    <a:schemeClr val="bg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sp>
              <p:nvSpPr>
                <p:cNvPr id="16" name="Rectangle: Rounded Corners 15">
                  <a:extLst>
                    <a:ext uri="{FF2B5EF4-FFF2-40B4-BE49-F238E27FC236}">
                      <a16:creationId xmlns:a16="http://schemas.microsoft.com/office/drawing/2014/main" id="{20F093C2-CBCB-4971-B3F5-9C8314C24F04}"/>
                    </a:ext>
                  </a:extLst>
                </p:cNvPr>
                <p:cNvSpPr/>
                <p:nvPr/>
              </p:nvSpPr>
              <p:spPr>
                <a:xfrm>
                  <a:off x="9495405" y="3875502"/>
                  <a:ext cx="1857375" cy="97155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bg1">
                    <a:lumMod val="6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14" name="Freeform: Shape 13">
                <a:extLst>
                  <a:ext uri="{FF2B5EF4-FFF2-40B4-BE49-F238E27FC236}">
                    <a16:creationId xmlns:a16="http://schemas.microsoft.com/office/drawing/2014/main" id="{927F6CBC-29AD-4029-B64C-D21DF64D0754}"/>
                  </a:ext>
                </a:extLst>
              </p:cNvPr>
              <p:cNvSpPr/>
              <p:nvPr/>
            </p:nvSpPr>
            <p:spPr>
              <a:xfrm>
                <a:off x="1969192" y="-2391643"/>
                <a:ext cx="762000" cy="285750"/>
              </a:xfrm>
              <a:custGeom>
                <a:avLst/>
                <a:gdLst>
                  <a:gd name="connsiteX0" fmla="*/ 569333 w 762000"/>
                  <a:gd name="connsiteY0" fmla="*/ 277654 h 285750"/>
                  <a:gd name="connsiteX1" fmla="*/ 579810 w 762000"/>
                  <a:gd name="connsiteY1" fmla="*/ 276701 h 285750"/>
                  <a:gd name="connsiteX2" fmla="*/ 715065 w 762000"/>
                  <a:gd name="connsiteY2" fmla="*/ 167164 h 285750"/>
                  <a:gd name="connsiteX3" fmla="*/ 744593 w 762000"/>
                  <a:gd name="connsiteY3" fmla="*/ 77629 h 285750"/>
                  <a:gd name="connsiteX4" fmla="*/ 758880 w 762000"/>
                  <a:gd name="connsiteY4" fmla="*/ 43339 h 285750"/>
                  <a:gd name="connsiteX5" fmla="*/ 738878 w 762000"/>
                  <a:gd name="connsiteY5" fmla="*/ 18574 h 285750"/>
                  <a:gd name="connsiteX6" fmla="*/ 574095 w 762000"/>
                  <a:gd name="connsiteY6" fmla="*/ 9049 h 285750"/>
                  <a:gd name="connsiteX7" fmla="*/ 574095 w 762000"/>
                  <a:gd name="connsiteY7" fmla="*/ 26194 h 285750"/>
                  <a:gd name="connsiteX8" fmla="*/ 687443 w 762000"/>
                  <a:gd name="connsiteY8" fmla="*/ 38576 h 285750"/>
                  <a:gd name="connsiteX9" fmla="*/ 682680 w 762000"/>
                  <a:gd name="connsiteY9" fmla="*/ 209074 h 285750"/>
                  <a:gd name="connsiteX10" fmla="*/ 569333 w 762000"/>
                  <a:gd name="connsiteY10" fmla="*/ 261461 h 285750"/>
                  <a:gd name="connsiteX11" fmla="*/ 569333 w 762000"/>
                  <a:gd name="connsiteY11" fmla="*/ 277654 h 285750"/>
                  <a:gd name="connsiteX12" fmla="*/ 382643 w 762000"/>
                  <a:gd name="connsiteY12" fmla="*/ 42386 h 285750"/>
                  <a:gd name="connsiteX13" fmla="*/ 206430 w 762000"/>
                  <a:gd name="connsiteY13" fmla="*/ 10954 h 285750"/>
                  <a:gd name="connsiteX14" fmla="*/ 192143 w 762000"/>
                  <a:gd name="connsiteY14" fmla="*/ 10001 h 285750"/>
                  <a:gd name="connsiteX15" fmla="*/ 192143 w 762000"/>
                  <a:gd name="connsiteY15" fmla="*/ 27146 h 285750"/>
                  <a:gd name="connsiteX16" fmla="*/ 316920 w 762000"/>
                  <a:gd name="connsiteY16" fmla="*/ 69056 h 285750"/>
                  <a:gd name="connsiteX17" fmla="*/ 243578 w 762000"/>
                  <a:gd name="connsiteY17" fmla="*/ 250984 h 285750"/>
                  <a:gd name="connsiteX18" fmla="*/ 188333 w 762000"/>
                  <a:gd name="connsiteY18" fmla="*/ 262414 h 285750"/>
                  <a:gd name="connsiteX19" fmla="*/ 188333 w 762000"/>
                  <a:gd name="connsiteY19" fmla="*/ 278606 h 285750"/>
                  <a:gd name="connsiteX20" fmla="*/ 316920 w 762000"/>
                  <a:gd name="connsiteY20" fmla="*/ 195739 h 285750"/>
                  <a:gd name="connsiteX21" fmla="*/ 382643 w 762000"/>
                  <a:gd name="connsiteY21" fmla="*/ 102394 h 285750"/>
                  <a:gd name="connsiteX22" fmla="*/ 443603 w 762000"/>
                  <a:gd name="connsiteY22" fmla="*/ 193834 h 285750"/>
                  <a:gd name="connsiteX23" fmla="*/ 570285 w 762000"/>
                  <a:gd name="connsiteY23" fmla="*/ 276701 h 285750"/>
                  <a:gd name="connsiteX24" fmla="*/ 570285 w 762000"/>
                  <a:gd name="connsiteY24" fmla="*/ 260509 h 285750"/>
                  <a:gd name="connsiteX25" fmla="*/ 512183 w 762000"/>
                  <a:gd name="connsiteY25" fmla="*/ 249079 h 285750"/>
                  <a:gd name="connsiteX26" fmla="*/ 450270 w 762000"/>
                  <a:gd name="connsiteY26" fmla="*/ 67151 h 285750"/>
                  <a:gd name="connsiteX27" fmla="*/ 575048 w 762000"/>
                  <a:gd name="connsiteY27" fmla="*/ 24289 h 285750"/>
                  <a:gd name="connsiteX28" fmla="*/ 575048 w 762000"/>
                  <a:gd name="connsiteY28" fmla="*/ 7144 h 285750"/>
                  <a:gd name="connsiteX29" fmla="*/ 563618 w 762000"/>
                  <a:gd name="connsiteY29" fmla="*/ 8096 h 285750"/>
                  <a:gd name="connsiteX30" fmla="*/ 382643 w 762000"/>
                  <a:gd name="connsiteY30" fmla="*/ 42386 h 285750"/>
                  <a:gd name="connsiteX31" fmla="*/ 192143 w 762000"/>
                  <a:gd name="connsiteY31" fmla="*/ 10001 h 285750"/>
                  <a:gd name="connsiteX32" fmla="*/ 29265 w 762000"/>
                  <a:gd name="connsiteY32" fmla="*/ 19526 h 285750"/>
                  <a:gd name="connsiteX33" fmla="*/ 7358 w 762000"/>
                  <a:gd name="connsiteY33" fmla="*/ 44291 h 285750"/>
                  <a:gd name="connsiteX34" fmla="*/ 19740 w 762000"/>
                  <a:gd name="connsiteY34" fmla="*/ 78581 h 285750"/>
                  <a:gd name="connsiteX35" fmla="*/ 43553 w 762000"/>
                  <a:gd name="connsiteY35" fmla="*/ 168116 h 285750"/>
                  <a:gd name="connsiteX36" fmla="*/ 172140 w 762000"/>
                  <a:gd name="connsiteY36" fmla="*/ 277654 h 285750"/>
                  <a:gd name="connsiteX37" fmla="*/ 187380 w 762000"/>
                  <a:gd name="connsiteY37" fmla="*/ 278606 h 285750"/>
                  <a:gd name="connsiteX38" fmla="*/ 187380 w 762000"/>
                  <a:gd name="connsiteY38" fmla="*/ 262414 h 285750"/>
                  <a:gd name="connsiteX39" fmla="*/ 74033 w 762000"/>
                  <a:gd name="connsiteY39" fmla="*/ 210026 h 285750"/>
                  <a:gd name="connsiteX40" fmla="*/ 79748 w 762000"/>
                  <a:gd name="connsiteY40" fmla="*/ 39529 h 285750"/>
                  <a:gd name="connsiteX41" fmla="*/ 191190 w 762000"/>
                  <a:gd name="connsiteY41" fmla="*/ 26194 h 285750"/>
                  <a:gd name="connsiteX42" fmla="*/ 192143 w 762000"/>
                  <a:gd name="connsiteY42" fmla="*/ 10001 h 2857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</a:cxnLst>
                <a:rect l="l" t="t" r="r" b="b"/>
                <a:pathLst>
                  <a:path w="762000" h="285750">
                    <a:moveTo>
                      <a:pt x="569333" y="277654"/>
                    </a:moveTo>
                    <a:cubicBezTo>
                      <a:pt x="573143" y="277654"/>
                      <a:pt x="576000" y="277654"/>
                      <a:pt x="579810" y="276701"/>
                    </a:cubicBezTo>
                    <a:cubicBezTo>
                      <a:pt x="679823" y="268129"/>
                      <a:pt x="704588" y="223361"/>
                      <a:pt x="715065" y="167164"/>
                    </a:cubicBezTo>
                    <a:cubicBezTo>
                      <a:pt x="727448" y="105251"/>
                      <a:pt x="728400" y="83344"/>
                      <a:pt x="744593" y="77629"/>
                    </a:cubicBezTo>
                    <a:cubicBezTo>
                      <a:pt x="756023" y="73819"/>
                      <a:pt x="758880" y="59531"/>
                      <a:pt x="758880" y="43339"/>
                    </a:cubicBezTo>
                    <a:cubicBezTo>
                      <a:pt x="758880" y="27146"/>
                      <a:pt x="757928" y="25241"/>
                      <a:pt x="738878" y="18574"/>
                    </a:cubicBezTo>
                    <a:cubicBezTo>
                      <a:pt x="723638" y="12859"/>
                      <a:pt x="637913" y="5239"/>
                      <a:pt x="574095" y="9049"/>
                    </a:cubicBezTo>
                    <a:lnTo>
                      <a:pt x="574095" y="26194"/>
                    </a:lnTo>
                    <a:cubicBezTo>
                      <a:pt x="624578" y="23336"/>
                      <a:pt x="673155" y="29051"/>
                      <a:pt x="687443" y="38576"/>
                    </a:cubicBezTo>
                    <a:cubicBezTo>
                      <a:pt x="719828" y="59531"/>
                      <a:pt x="710303" y="159544"/>
                      <a:pt x="682680" y="209074"/>
                    </a:cubicBezTo>
                    <a:cubicBezTo>
                      <a:pt x="663630" y="243364"/>
                      <a:pt x="614100" y="261461"/>
                      <a:pt x="569333" y="261461"/>
                    </a:cubicBezTo>
                    <a:lnTo>
                      <a:pt x="569333" y="277654"/>
                    </a:lnTo>
                    <a:close/>
                    <a:moveTo>
                      <a:pt x="382643" y="42386"/>
                    </a:moveTo>
                    <a:cubicBezTo>
                      <a:pt x="360735" y="43339"/>
                      <a:pt x="270248" y="16669"/>
                      <a:pt x="206430" y="10954"/>
                    </a:cubicBezTo>
                    <a:cubicBezTo>
                      <a:pt x="201668" y="10954"/>
                      <a:pt x="196905" y="10001"/>
                      <a:pt x="192143" y="10001"/>
                    </a:cubicBezTo>
                    <a:lnTo>
                      <a:pt x="192143" y="27146"/>
                    </a:lnTo>
                    <a:cubicBezTo>
                      <a:pt x="244530" y="29051"/>
                      <a:pt x="297870" y="41434"/>
                      <a:pt x="316920" y="69056"/>
                    </a:cubicBezTo>
                    <a:cubicBezTo>
                      <a:pt x="347400" y="114776"/>
                      <a:pt x="293108" y="226219"/>
                      <a:pt x="243578" y="250984"/>
                    </a:cubicBezTo>
                    <a:cubicBezTo>
                      <a:pt x="228338" y="258604"/>
                      <a:pt x="209288" y="262414"/>
                      <a:pt x="188333" y="262414"/>
                    </a:cubicBezTo>
                    <a:lnTo>
                      <a:pt x="188333" y="278606"/>
                    </a:lnTo>
                    <a:cubicBezTo>
                      <a:pt x="275010" y="278606"/>
                      <a:pt x="306443" y="216694"/>
                      <a:pt x="316920" y="195739"/>
                    </a:cubicBezTo>
                    <a:cubicBezTo>
                      <a:pt x="336923" y="156686"/>
                      <a:pt x="333113" y="102394"/>
                      <a:pt x="382643" y="102394"/>
                    </a:cubicBezTo>
                    <a:cubicBezTo>
                      <a:pt x="432173" y="102394"/>
                      <a:pt x="425505" y="154781"/>
                      <a:pt x="443603" y="193834"/>
                    </a:cubicBezTo>
                    <a:cubicBezTo>
                      <a:pt x="453128" y="214789"/>
                      <a:pt x="480750" y="279559"/>
                      <a:pt x="570285" y="276701"/>
                    </a:cubicBezTo>
                    <a:lnTo>
                      <a:pt x="570285" y="260509"/>
                    </a:lnTo>
                    <a:cubicBezTo>
                      <a:pt x="548378" y="260509"/>
                      <a:pt x="527423" y="256699"/>
                      <a:pt x="512183" y="249079"/>
                    </a:cubicBezTo>
                    <a:cubicBezTo>
                      <a:pt x="464558" y="224314"/>
                      <a:pt x="416933" y="112871"/>
                      <a:pt x="450270" y="67151"/>
                    </a:cubicBezTo>
                    <a:cubicBezTo>
                      <a:pt x="470273" y="39529"/>
                      <a:pt x="523613" y="27146"/>
                      <a:pt x="575048" y="24289"/>
                    </a:cubicBezTo>
                    <a:lnTo>
                      <a:pt x="575048" y="7144"/>
                    </a:lnTo>
                    <a:cubicBezTo>
                      <a:pt x="571238" y="7144"/>
                      <a:pt x="567428" y="8096"/>
                      <a:pt x="563618" y="8096"/>
                    </a:cubicBezTo>
                    <a:cubicBezTo>
                      <a:pt x="504563" y="15716"/>
                      <a:pt x="434078" y="40481"/>
                      <a:pt x="382643" y="42386"/>
                    </a:cubicBezTo>
                    <a:close/>
                    <a:moveTo>
                      <a:pt x="192143" y="10001"/>
                    </a:moveTo>
                    <a:cubicBezTo>
                      <a:pt x="129278" y="6191"/>
                      <a:pt x="45458" y="14764"/>
                      <a:pt x="29265" y="19526"/>
                    </a:cubicBezTo>
                    <a:cubicBezTo>
                      <a:pt x="9263" y="26194"/>
                      <a:pt x="8310" y="28099"/>
                      <a:pt x="7358" y="44291"/>
                    </a:cubicBezTo>
                    <a:cubicBezTo>
                      <a:pt x="6405" y="60484"/>
                      <a:pt x="8310" y="74771"/>
                      <a:pt x="19740" y="78581"/>
                    </a:cubicBezTo>
                    <a:cubicBezTo>
                      <a:pt x="35933" y="84296"/>
                      <a:pt x="34980" y="106204"/>
                      <a:pt x="43553" y="168116"/>
                    </a:cubicBezTo>
                    <a:cubicBezTo>
                      <a:pt x="51173" y="224314"/>
                      <a:pt x="73080" y="269081"/>
                      <a:pt x="172140" y="277654"/>
                    </a:cubicBezTo>
                    <a:cubicBezTo>
                      <a:pt x="176903" y="277654"/>
                      <a:pt x="181665" y="278606"/>
                      <a:pt x="187380" y="278606"/>
                    </a:cubicBezTo>
                    <a:lnTo>
                      <a:pt x="187380" y="262414"/>
                    </a:lnTo>
                    <a:cubicBezTo>
                      <a:pt x="141660" y="262414"/>
                      <a:pt x="91178" y="245269"/>
                      <a:pt x="74033" y="210026"/>
                    </a:cubicBezTo>
                    <a:cubicBezTo>
                      <a:pt x="50220" y="160496"/>
                      <a:pt x="46410" y="60484"/>
                      <a:pt x="79748" y="39529"/>
                    </a:cubicBezTo>
                    <a:cubicBezTo>
                      <a:pt x="94035" y="30956"/>
                      <a:pt x="141660" y="24289"/>
                      <a:pt x="191190" y="26194"/>
                    </a:cubicBezTo>
                    <a:lnTo>
                      <a:pt x="192143" y="10001"/>
                    </a:lnTo>
                    <a:close/>
                  </a:path>
                </a:pathLst>
              </a:custGeom>
              <a:solidFill>
                <a:schemeClr val="tx1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</p:grpSp>
      <p:sp>
        <p:nvSpPr>
          <p:cNvPr id="32" name="Freeform: Shape 31">
            <a:extLst>
              <a:ext uri="{FF2B5EF4-FFF2-40B4-BE49-F238E27FC236}">
                <a16:creationId xmlns:a16="http://schemas.microsoft.com/office/drawing/2014/main" id="{0608DEEF-EE30-402B-817C-9E80DC1E2967}"/>
              </a:ext>
            </a:extLst>
          </p:cNvPr>
          <p:cNvSpPr/>
          <p:nvPr/>
        </p:nvSpPr>
        <p:spPr>
          <a:xfrm flipH="1">
            <a:off x="6865619" y="3429000"/>
            <a:ext cx="2835240" cy="1018036"/>
          </a:xfrm>
          <a:custGeom>
            <a:avLst/>
            <a:gdLst>
              <a:gd name="connsiteX0" fmla="*/ 4288769 w 4464942"/>
              <a:gd name="connsiteY0" fmla="*/ 0 h 1180474"/>
              <a:gd name="connsiteX1" fmla="*/ 4464942 w 4464942"/>
              <a:gd name="connsiteY1" fmla="*/ 176172 h 1180474"/>
              <a:gd name="connsiteX2" fmla="*/ 4464942 w 4464942"/>
              <a:gd name="connsiteY2" fmla="*/ 880841 h 1180474"/>
              <a:gd name="connsiteX3" fmla="*/ 4288770 w 4464942"/>
              <a:gd name="connsiteY3" fmla="*/ 1057013 h 1180474"/>
              <a:gd name="connsiteX4" fmla="*/ 593216 w 4464942"/>
              <a:gd name="connsiteY4" fmla="*/ 1057013 h 1180474"/>
              <a:gd name="connsiteX5" fmla="*/ 0 w 4464942"/>
              <a:gd name="connsiteY5" fmla="*/ 1180474 h 1180474"/>
              <a:gd name="connsiteX6" fmla="*/ 178168 w 4464942"/>
              <a:gd name="connsiteY6" fmla="*/ 812932 h 1180474"/>
              <a:gd name="connsiteX7" fmla="*/ 178168 w 4464942"/>
              <a:gd name="connsiteY7" fmla="*/ 176172 h 1180474"/>
              <a:gd name="connsiteX8" fmla="*/ 354339 w 4464942"/>
              <a:gd name="connsiteY8" fmla="*/ 1 h 11804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464942" h="1180474">
                <a:moveTo>
                  <a:pt x="4288769" y="0"/>
                </a:moveTo>
                <a:cubicBezTo>
                  <a:pt x="4386067" y="0"/>
                  <a:pt x="4464942" y="78875"/>
                  <a:pt x="4464942" y="176172"/>
                </a:cubicBezTo>
                <a:lnTo>
                  <a:pt x="4464942" y="880841"/>
                </a:lnTo>
                <a:cubicBezTo>
                  <a:pt x="4464942" y="978138"/>
                  <a:pt x="4386067" y="1057013"/>
                  <a:pt x="4288770" y="1057013"/>
                </a:cubicBezTo>
                <a:lnTo>
                  <a:pt x="593216" y="1057013"/>
                </a:lnTo>
                <a:lnTo>
                  <a:pt x="0" y="1180474"/>
                </a:lnTo>
                <a:lnTo>
                  <a:pt x="178168" y="812932"/>
                </a:lnTo>
                <a:lnTo>
                  <a:pt x="178168" y="176172"/>
                </a:lnTo>
                <a:cubicBezTo>
                  <a:pt x="178167" y="78875"/>
                  <a:pt x="257042" y="0"/>
                  <a:pt x="354339" y="1"/>
                </a:cubicBezTo>
                <a:close/>
              </a:path>
            </a:pathLst>
          </a:custGeom>
          <a:solidFill>
            <a:srgbClr val="102E37">
              <a:lumMod val="75000"/>
              <a:lumOff val="25000"/>
            </a:srgbClr>
          </a:solidFill>
          <a:ln w="12700" cap="flat" cmpd="sng" algn="ctr">
            <a:noFill/>
            <a:prstDash val="solid"/>
            <a:miter lim="800000"/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txBody>
          <a:bodyPr rot="0" spcFirstLastPara="0" vertOverflow="overflow" horzOverflow="overflow" vert="horz" wrap="square" lIns="91440" tIns="0" rIns="182880" bIns="9144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sz="200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CNAME entries missed during prior retirement</a:t>
            </a:r>
          </a:p>
        </p:txBody>
      </p:sp>
      <p:sp>
        <p:nvSpPr>
          <p:cNvPr id="4" name="Speech Bubble: Rectangle with Corners Rounded 3">
            <a:extLst>
              <a:ext uri="{FF2B5EF4-FFF2-40B4-BE49-F238E27FC236}">
                <a16:creationId xmlns:a16="http://schemas.microsoft.com/office/drawing/2014/main" id="{9124AEC8-AC43-4AE7-908E-44405341A9A8}"/>
              </a:ext>
            </a:extLst>
          </p:cNvPr>
          <p:cNvSpPr/>
          <p:nvPr/>
        </p:nvSpPr>
        <p:spPr>
          <a:xfrm>
            <a:off x="5057470" y="2603867"/>
            <a:ext cx="2745410" cy="604264"/>
          </a:xfrm>
          <a:prstGeom prst="wedgeRoundRectCallout">
            <a:avLst>
              <a:gd name="adj1" fmla="val -55348"/>
              <a:gd name="adj2" fmla="val 39714"/>
              <a:gd name="adj3" fmla="val 16667"/>
            </a:avLst>
          </a:prstGeom>
          <a:solidFill>
            <a:srgbClr val="FAFAFF"/>
          </a:solidFill>
          <a:ln>
            <a:solidFill>
              <a:srgbClr val="86228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862286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48 cases returning </a:t>
            </a:r>
            <a:r>
              <a:rPr lang="en-US" dirty="0">
                <a:solidFill>
                  <a:srgbClr val="862286"/>
                </a:solidFill>
                <a:latin typeface="Lucida Sans Typewriter" panose="020B0509030504030204" pitchFamily="49" charset="0"/>
                <a:ea typeface="Source Sans Pro" panose="020B0503030403020204" pitchFamily="34" charset="0"/>
              </a:rPr>
              <a:t>NXDOMAIN</a:t>
            </a:r>
            <a:r>
              <a:rPr lang="en-US" dirty="0">
                <a:solidFill>
                  <a:srgbClr val="862286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after a rewrite </a:t>
            </a:r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7B3EE966-3063-4720-AD02-47DED4009758}"/>
              </a:ext>
            </a:extLst>
          </p:cNvPr>
          <p:cNvGrpSpPr/>
          <p:nvPr/>
        </p:nvGrpSpPr>
        <p:grpSpPr>
          <a:xfrm>
            <a:off x="1467120" y="4415540"/>
            <a:ext cx="2720531" cy="2225251"/>
            <a:chOff x="4735734" y="4113964"/>
            <a:chExt cx="2720531" cy="2225251"/>
          </a:xfrm>
        </p:grpSpPr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26CB39F5-6BCB-4F36-B574-63CAB9518D6E}"/>
                </a:ext>
              </a:extLst>
            </p:cNvPr>
            <p:cNvSpPr txBox="1"/>
            <p:nvPr/>
          </p:nvSpPr>
          <p:spPr>
            <a:xfrm>
              <a:off x="4735734" y="5939105"/>
              <a:ext cx="272053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algn="ctr">
                <a:defRPr sz="2000" b="1">
                  <a:solidFill>
                    <a:schemeClr val="accent2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defRPr>
              </a:lvl1pPr>
            </a:lstStyle>
            <a:p>
              <a:r>
                <a:rPr lang="en-US">
                  <a:solidFill>
                    <a:srgbClr val="546970"/>
                  </a:solidFill>
                  <a:latin typeface="Source Sans Pro" panose="020B0503030403020204" pitchFamily="34" charset="0"/>
                  <a:ea typeface="Source Sans Pro" panose="020B0503030403020204" pitchFamily="34" charset="0"/>
                </a:rPr>
                <a:t>Campus DNS Engineer</a:t>
              </a:r>
            </a:p>
          </p:txBody>
        </p:sp>
        <p:grpSp>
          <p:nvGrpSpPr>
            <p:cNvPr id="36" name="Group 35">
              <a:extLst>
                <a:ext uri="{FF2B5EF4-FFF2-40B4-BE49-F238E27FC236}">
                  <a16:creationId xmlns:a16="http://schemas.microsoft.com/office/drawing/2014/main" id="{256A0A3D-A207-4B85-B36E-32472E28C00E}"/>
                </a:ext>
              </a:extLst>
            </p:cNvPr>
            <p:cNvGrpSpPr/>
            <p:nvPr/>
          </p:nvGrpSpPr>
          <p:grpSpPr>
            <a:xfrm>
              <a:off x="5358374" y="4113964"/>
              <a:ext cx="1395473" cy="1810556"/>
              <a:chOff x="1429994" y="-3008098"/>
              <a:chExt cx="1857375" cy="2409850"/>
            </a:xfrm>
          </p:grpSpPr>
          <p:grpSp>
            <p:nvGrpSpPr>
              <p:cNvPr id="37" name="Graphic 34">
                <a:extLst>
                  <a:ext uri="{FF2B5EF4-FFF2-40B4-BE49-F238E27FC236}">
                    <a16:creationId xmlns:a16="http://schemas.microsoft.com/office/drawing/2014/main" id="{78C43763-D39C-4C55-A6E3-E5BCAE0EA4E5}"/>
                  </a:ext>
                </a:extLst>
              </p:cNvPr>
              <p:cNvGrpSpPr/>
              <p:nvPr/>
            </p:nvGrpSpPr>
            <p:grpSpPr>
              <a:xfrm>
                <a:off x="1429994" y="-3008098"/>
                <a:ext cx="1857375" cy="2084121"/>
                <a:chOff x="827313" y="2383580"/>
                <a:chExt cx="1857375" cy="2084121"/>
              </a:xfrm>
            </p:grpSpPr>
            <p:sp>
              <p:nvSpPr>
                <p:cNvPr id="44" name="Freeform: Shape 43">
                  <a:extLst>
                    <a:ext uri="{FF2B5EF4-FFF2-40B4-BE49-F238E27FC236}">
                      <a16:creationId xmlns:a16="http://schemas.microsoft.com/office/drawing/2014/main" id="{927F7BF7-E504-4D7E-A385-02F9CD312F84}"/>
                    </a:ext>
                  </a:extLst>
                </p:cNvPr>
                <p:cNvSpPr/>
                <p:nvPr/>
              </p:nvSpPr>
              <p:spPr>
                <a:xfrm>
                  <a:off x="827313" y="3619976"/>
                  <a:ext cx="1857375" cy="847725"/>
                </a:xfrm>
                <a:custGeom>
                  <a:avLst/>
                  <a:gdLst>
                    <a:gd name="connsiteX0" fmla="*/ 747236 w 1857375"/>
                    <a:gd name="connsiteY0" fmla="*/ 7144 h 847725"/>
                    <a:gd name="connsiteX1" fmla="*/ 167164 w 1857375"/>
                    <a:gd name="connsiteY1" fmla="*/ 325279 h 847725"/>
                    <a:gd name="connsiteX2" fmla="*/ 7144 w 1857375"/>
                    <a:gd name="connsiteY2" fmla="*/ 847249 h 847725"/>
                    <a:gd name="connsiteX3" fmla="*/ 932021 w 1857375"/>
                    <a:gd name="connsiteY3" fmla="*/ 847249 h 847725"/>
                    <a:gd name="connsiteX4" fmla="*/ 1856899 w 1857375"/>
                    <a:gd name="connsiteY4" fmla="*/ 847249 h 847725"/>
                    <a:gd name="connsiteX5" fmla="*/ 1696879 w 1857375"/>
                    <a:gd name="connsiteY5" fmla="*/ 325279 h 847725"/>
                    <a:gd name="connsiteX6" fmla="*/ 1121569 w 1857375"/>
                    <a:gd name="connsiteY6" fmla="*/ 10001 h 847725"/>
                    <a:gd name="connsiteX7" fmla="*/ 747236 w 1857375"/>
                    <a:gd name="connsiteY7" fmla="*/ 7144 h 8477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1857375" h="847725">
                      <a:moveTo>
                        <a:pt x="747236" y="7144"/>
                      </a:moveTo>
                      <a:cubicBezTo>
                        <a:pt x="338614" y="186214"/>
                        <a:pt x="215741" y="281464"/>
                        <a:pt x="167164" y="325279"/>
                      </a:cubicBezTo>
                      <a:cubicBezTo>
                        <a:pt x="92869" y="391001"/>
                        <a:pt x="50959" y="637699"/>
                        <a:pt x="7144" y="847249"/>
                      </a:cubicBezTo>
                      <a:lnTo>
                        <a:pt x="932021" y="847249"/>
                      </a:lnTo>
                      <a:lnTo>
                        <a:pt x="1856899" y="847249"/>
                      </a:lnTo>
                      <a:cubicBezTo>
                        <a:pt x="1813084" y="637699"/>
                        <a:pt x="1771174" y="391954"/>
                        <a:pt x="1696879" y="325279"/>
                      </a:cubicBezTo>
                      <a:cubicBezTo>
                        <a:pt x="1648301" y="282416"/>
                        <a:pt x="1530191" y="189071"/>
                        <a:pt x="1121569" y="10001"/>
                      </a:cubicBezTo>
                      <a:lnTo>
                        <a:pt x="747236" y="7144"/>
                      </a:lnTo>
                      <a:close/>
                    </a:path>
                  </a:pathLst>
                </a:custGeom>
                <a:solidFill>
                  <a:srgbClr val="FFDECC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45" name="Freeform: Shape 44">
                  <a:extLst>
                    <a:ext uri="{FF2B5EF4-FFF2-40B4-BE49-F238E27FC236}">
                      <a16:creationId xmlns:a16="http://schemas.microsoft.com/office/drawing/2014/main" id="{A1024018-239E-4DD6-A5F3-9938730B42D8}"/>
                    </a:ext>
                  </a:extLst>
                </p:cNvPr>
                <p:cNvSpPr/>
                <p:nvPr/>
              </p:nvSpPr>
              <p:spPr>
                <a:xfrm>
                  <a:off x="827313" y="3619976"/>
                  <a:ext cx="1857375" cy="847725"/>
                </a:xfrm>
                <a:custGeom>
                  <a:avLst/>
                  <a:gdLst>
                    <a:gd name="connsiteX0" fmla="*/ 747236 w 1857375"/>
                    <a:gd name="connsiteY0" fmla="*/ 7144 h 847725"/>
                    <a:gd name="connsiteX1" fmla="*/ 167164 w 1857375"/>
                    <a:gd name="connsiteY1" fmla="*/ 325279 h 847725"/>
                    <a:gd name="connsiteX2" fmla="*/ 7144 w 1857375"/>
                    <a:gd name="connsiteY2" fmla="*/ 847249 h 847725"/>
                    <a:gd name="connsiteX3" fmla="*/ 932021 w 1857375"/>
                    <a:gd name="connsiteY3" fmla="*/ 847249 h 847725"/>
                    <a:gd name="connsiteX4" fmla="*/ 1856899 w 1857375"/>
                    <a:gd name="connsiteY4" fmla="*/ 847249 h 847725"/>
                    <a:gd name="connsiteX5" fmla="*/ 1696879 w 1857375"/>
                    <a:gd name="connsiteY5" fmla="*/ 325279 h 847725"/>
                    <a:gd name="connsiteX6" fmla="*/ 1121569 w 1857375"/>
                    <a:gd name="connsiteY6" fmla="*/ 10001 h 847725"/>
                    <a:gd name="connsiteX7" fmla="*/ 747236 w 1857375"/>
                    <a:gd name="connsiteY7" fmla="*/ 7144 h 8477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1857375" h="847725">
                      <a:moveTo>
                        <a:pt x="747236" y="7144"/>
                      </a:moveTo>
                      <a:cubicBezTo>
                        <a:pt x="338614" y="186214"/>
                        <a:pt x="215741" y="281464"/>
                        <a:pt x="167164" y="325279"/>
                      </a:cubicBezTo>
                      <a:cubicBezTo>
                        <a:pt x="92869" y="391001"/>
                        <a:pt x="50959" y="637699"/>
                        <a:pt x="7144" y="847249"/>
                      </a:cubicBezTo>
                      <a:lnTo>
                        <a:pt x="932021" y="847249"/>
                      </a:lnTo>
                      <a:lnTo>
                        <a:pt x="1856899" y="847249"/>
                      </a:lnTo>
                      <a:cubicBezTo>
                        <a:pt x="1813084" y="637699"/>
                        <a:pt x="1771174" y="391954"/>
                        <a:pt x="1696879" y="325279"/>
                      </a:cubicBezTo>
                      <a:cubicBezTo>
                        <a:pt x="1648301" y="282416"/>
                        <a:pt x="1530191" y="189071"/>
                        <a:pt x="1121569" y="10001"/>
                      </a:cubicBezTo>
                      <a:lnTo>
                        <a:pt x="747236" y="7144"/>
                      </a:lnTo>
                      <a:close/>
                    </a:path>
                  </a:pathLst>
                </a:custGeom>
                <a:solidFill>
                  <a:srgbClr val="0070C0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46" name="Freeform: Shape 45">
                  <a:extLst>
                    <a:ext uri="{FF2B5EF4-FFF2-40B4-BE49-F238E27FC236}">
                      <a16:creationId xmlns:a16="http://schemas.microsoft.com/office/drawing/2014/main" id="{4201580A-DAFF-4DDD-92EE-D0034A6AAF7F}"/>
                    </a:ext>
                  </a:extLst>
                </p:cNvPr>
                <p:cNvSpPr/>
                <p:nvPr/>
              </p:nvSpPr>
              <p:spPr>
                <a:xfrm>
                  <a:off x="1554071" y="3079194"/>
                  <a:ext cx="409575" cy="742950"/>
                </a:xfrm>
                <a:custGeom>
                  <a:avLst/>
                  <a:gdLst>
                    <a:gd name="connsiteX0" fmla="*/ 7144 w 409575"/>
                    <a:gd name="connsiteY0" fmla="*/ 190738 h 742950"/>
                    <a:gd name="connsiteX1" fmla="*/ 7144 w 409575"/>
                    <a:gd name="connsiteY1" fmla="*/ 494586 h 742950"/>
                    <a:gd name="connsiteX2" fmla="*/ 7144 w 409575"/>
                    <a:gd name="connsiteY2" fmla="*/ 644128 h 742950"/>
                    <a:gd name="connsiteX3" fmla="*/ 404336 w 409575"/>
                    <a:gd name="connsiteY3" fmla="*/ 644128 h 742950"/>
                    <a:gd name="connsiteX4" fmla="*/ 404336 w 409575"/>
                    <a:gd name="connsiteY4" fmla="*/ 494586 h 742950"/>
                    <a:gd name="connsiteX5" fmla="*/ 404336 w 409575"/>
                    <a:gd name="connsiteY5" fmla="*/ 190738 h 742950"/>
                    <a:gd name="connsiteX6" fmla="*/ 7144 w 409575"/>
                    <a:gd name="connsiteY6" fmla="*/ 190738 h 7429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409575" h="742950">
                      <a:moveTo>
                        <a:pt x="7144" y="190738"/>
                      </a:moveTo>
                      <a:lnTo>
                        <a:pt x="7144" y="494586"/>
                      </a:lnTo>
                      <a:lnTo>
                        <a:pt x="7144" y="644128"/>
                      </a:lnTo>
                      <a:cubicBezTo>
                        <a:pt x="116681" y="773668"/>
                        <a:pt x="294799" y="777478"/>
                        <a:pt x="404336" y="644128"/>
                      </a:cubicBezTo>
                      <a:lnTo>
                        <a:pt x="404336" y="494586"/>
                      </a:lnTo>
                      <a:lnTo>
                        <a:pt x="404336" y="190738"/>
                      </a:lnTo>
                      <a:cubicBezTo>
                        <a:pt x="404336" y="-54054"/>
                        <a:pt x="7144" y="-54054"/>
                        <a:pt x="7144" y="190738"/>
                      </a:cubicBezTo>
                      <a:close/>
                    </a:path>
                  </a:pathLst>
                </a:custGeom>
                <a:solidFill>
                  <a:srgbClr val="F6D1A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47" name="Freeform: Shape 46">
                  <a:extLst>
                    <a:ext uri="{FF2B5EF4-FFF2-40B4-BE49-F238E27FC236}">
                      <a16:creationId xmlns:a16="http://schemas.microsoft.com/office/drawing/2014/main" id="{60641F14-AE1A-4A54-B209-C8FBC18B648F}"/>
                    </a:ext>
                  </a:extLst>
                </p:cNvPr>
                <p:cNvSpPr/>
                <p:nvPr/>
              </p:nvSpPr>
              <p:spPr>
                <a:xfrm>
                  <a:off x="1301616" y="2976041"/>
                  <a:ext cx="152400" cy="228600"/>
                </a:xfrm>
                <a:custGeom>
                  <a:avLst/>
                  <a:gdLst>
                    <a:gd name="connsiteX0" fmla="*/ 44334 w 152400"/>
                    <a:gd name="connsiteY0" fmla="*/ 9094 h 228600"/>
                    <a:gd name="connsiteX1" fmla="*/ 143394 w 152400"/>
                    <a:gd name="connsiteY1" fmla="*/ 97677 h 228600"/>
                    <a:gd name="connsiteX2" fmla="*/ 115771 w 152400"/>
                    <a:gd name="connsiteY2" fmla="*/ 228169 h 228600"/>
                    <a:gd name="connsiteX3" fmla="*/ 16711 w 152400"/>
                    <a:gd name="connsiteY3" fmla="*/ 139587 h 228600"/>
                    <a:gd name="connsiteX4" fmla="*/ 44334 w 152400"/>
                    <a:gd name="connsiteY4" fmla="*/ 9094 h 2286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2400" h="228600">
                      <a:moveTo>
                        <a:pt x="44334" y="9094"/>
                      </a:moveTo>
                      <a:cubicBezTo>
                        <a:pt x="79576" y="-2336"/>
                        <a:pt x="123391" y="37669"/>
                        <a:pt x="143394" y="97677"/>
                      </a:cubicBezTo>
                      <a:cubicBezTo>
                        <a:pt x="163396" y="157684"/>
                        <a:pt x="151014" y="216739"/>
                        <a:pt x="115771" y="228169"/>
                      </a:cubicBezTo>
                      <a:cubicBezTo>
                        <a:pt x="80529" y="239599"/>
                        <a:pt x="36714" y="199594"/>
                        <a:pt x="16711" y="139587"/>
                      </a:cubicBezTo>
                      <a:cubicBezTo>
                        <a:pt x="-3291" y="78627"/>
                        <a:pt x="9091" y="20524"/>
                        <a:pt x="44334" y="9094"/>
                      </a:cubicBezTo>
                      <a:close/>
                    </a:path>
                  </a:pathLst>
                </a:custGeom>
                <a:solidFill>
                  <a:srgbClr val="F6D1A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48" name="Freeform: Shape 47">
                  <a:extLst>
                    <a:ext uri="{FF2B5EF4-FFF2-40B4-BE49-F238E27FC236}">
                      <a16:creationId xmlns:a16="http://schemas.microsoft.com/office/drawing/2014/main" id="{15567817-5642-4AA7-A843-EFA65F9ECA21}"/>
                    </a:ext>
                  </a:extLst>
                </p:cNvPr>
                <p:cNvSpPr/>
                <p:nvPr/>
              </p:nvSpPr>
              <p:spPr>
                <a:xfrm>
                  <a:off x="2055996" y="2976041"/>
                  <a:ext cx="152400" cy="228600"/>
                </a:xfrm>
                <a:custGeom>
                  <a:avLst/>
                  <a:gdLst>
                    <a:gd name="connsiteX0" fmla="*/ 115771 w 152400"/>
                    <a:gd name="connsiteY0" fmla="*/ 9094 h 228600"/>
                    <a:gd name="connsiteX1" fmla="*/ 16711 w 152400"/>
                    <a:gd name="connsiteY1" fmla="*/ 97677 h 228600"/>
                    <a:gd name="connsiteX2" fmla="*/ 44334 w 152400"/>
                    <a:gd name="connsiteY2" fmla="*/ 228169 h 228600"/>
                    <a:gd name="connsiteX3" fmla="*/ 143394 w 152400"/>
                    <a:gd name="connsiteY3" fmla="*/ 139587 h 228600"/>
                    <a:gd name="connsiteX4" fmla="*/ 115771 w 152400"/>
                    <a:gd name="connsiteY4" fmla="*/ 9094 h 2286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2400" h="228600">
                      <a:moveTo>
                        <a:pt x="115771" y="9094"/>
                      </a:moveTo>
                      <a:cubicBezTo>
                        <a:pt x="80529" y="-2336"/>
                        <a:pt x="36714" y="37669"/>
                        <a:pt x="16711" y="97677"/>
                      </a:cubicBezTo>
                      <a:cubicBezTo>
                        <a:pt x="-3291" y="157684"/>
                        <a:pt x="9091" y="216739"/>
                        <a:pt x="44334" y="228169"/>
                      </a:cubicBezTo>
                      <a:cubicBezTo>
                        <a:pt x="79576" y="239599"/>
                        <a:pt x="123391" y="199594"/>
                        <a:pt x="143394" y="139587"/>
                      </a:cubicBezTo>
                      <a:cubicBezTo>
                        <a:pt x="163396" y="78627"/>
                        <a:pt x="151014" y="20524"/>
                        <a:pt x="115771" y="9094"/>
                      </a:cubicBezTo>
                      <a:close/>
                    </a:path>
                  </a:pathLst>
                </a:custGeom>
                <a:solidFill>
                  <a:srgbClr val="F6D1A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49" name="Freeform: Shape 48">
                  <a:extLst>
                    <a:ext uri="{FF2B5EF4-FFF2-40B4-BE49-F238E27FC236}">
                      <a16:creationId xmlns:a16="http://schemas.microsoft.com/office/drawing/2014/main" id="{0CADAA49-C991-44B8-B17F-927BAACD1639}"/>
                    </a:ext>
                  </a:extLst>
                </p:cNvPr>
                <p:cNvSpPr/>
                <p:nvPr/>
              </p:nvSpPr>
              <p:spPr>
                <a:xfrm>
                  <a:off x="1554071" y="3481864"/>
                  <a:ext cx="409575" cy="152400"/>
                </a:xfrm>
                <a:custGeom>
                  <a:avLst/>
                  <a:gdLst>
                    <a:gd name="connsiteX0" fmla="*/ 7144 w 409575"/>
                    <a:gd name="connsiteY0" fmla="*/ 7144 h 152400"/>
                    <a:gd name="connsiteX1" fmla="*/ 7144 w 409575"/>
                    <a:gd name="connsiteY1" fmla="*/ 21431 h 152400"/>
                    <a:gd name="connsiteX2" fmla="*/ 205264 w 409575"/>
                    <a:gd name="connsiteY2" fmla="*/ 146209 h 152400"/>
                    <a:gd name="connsiteX3" fmla="*/ 404336 w 409575"/>
                    <a:gd name="connsiteY3" fmla="*/ 30004 h 152400"/>
                    <a:gd name="connsiteX4" fmla="*/ 404336 w 409575"/>
                    <a:gd name="connsiteY4" fmla="*/ 8096 h 1524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409575" h="152400">
                      <a:moveTo>
                        <a:pt x="7144" y="7144"/>
                      </a:moveTo>
                      <a:lnTo>
                        <a:pt x="7144" y="21431"/>
                      </a:lnTo>
                      <a:cubicBezTo>
                        <a:pt x="7144" y="21431"/>
                        <a:pt x="108109" y="141446"/>
                        <a:pt x="205264" y="146209"/>
                      </a:cubicBezTo>
                      <a:cubicBezTo>
                        <a:pt x="302419" y="150971"/>
                        <a:pt x="404336" y="30004"/>
                        <a:pt x="404336" y="30004"/>
                      </a:cubicBezTo>
                      <a:lnTo>
                        <a:pt x="404336" y="8096"/>
                      </a:lnTo>
                    </a:path>
                  </a:pathLst>
                </a:custGeom>
                <a:solidFill>
                  <a:srgbClr val="000000">
                    <a:alpha val="20000"/>
                  </a:srgbClr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50" name="Freeform: Shape 49">
                  <a:extLst>
                    <a:ext uri="{FF2B5EF4-FFF2-40B4-BE49-F238E27FC236}">
                      <a16:creationId xmlns:a16="http://schemas.microsoft.com/office/drawing/2014/main" id="{8C522A1B-4C56-4407-A95A-E0A5BD489989}"/>
                    </a:ext>
                  </a:extLst>
                </p:cNvPr>
                <p:cNvSpPr/>
                <p:nvPr/>
              </p:nvSpPr>
              <p:spPr>
                <a:xfrm>
                  <a:off x="1339350" y="2449354"/>
                  <a:ext cx="838200" cy="1133475"/>
                </a:xfrm>
                <a:custGeom>
                  <a:avLst/>
                  <a:gdLst>
                    <a:gd name="connsiteX0" fmla="*/ 420937 w 838200"/>
                    <a:gd name="connsiteY0" fmla="*/ 7144 h 1133475"/>
                    <a:gd name="connsiteX1" fmla="*/ 83752 w 838200"/>
                    <a:gd name="connsiteY1" fmla="*/ 908209 h 1133475"/>
                    <a:gd name="connsiteX2" fmla="*/ 420937 w 838200"/>
                    <a:gd name="connsiteY2" fmla="*/ 1134904 h 1133475"/>
                    <a:gd name="connsiteX3" fmla="*/ 758122 w 838200"/>
                    <a:gd name="connsiteY3" fmla="*/ 908209 h 1133475"/>
                    <a:gd name="connsiteX4" fmla="*/ 420937 w 838200"/>
                    <a:gd name="connsiteY4" fmla="*/ 7144 h 11334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838200" h="1133475">
                      <a:moveTo>
                        <a:pt x="420937" y="7144"/>
                      </a:moveTo>
                      <a:cubicBezTo>
                        <a:pt x="-189616" y="7144"/>
                        <a:pt x="44699" y="843439"/>
                        <a:pt x="83752" y="908209"/>
                      </a:cubicBezTo>
                      <a:cubicBezTo>
                        <a:pt x="127567" y="978694"/>
                        <a:pt x="321877" y="1134904"/>
                        <a:pt x="420937" y="1134904"/>
                      </a:cubicBezTo>
                      <a:cubicBezTo>
                        <a:pt x="519997" y="1134904"/>
                        <a:pt x="713354" y="978694"/>
                        <a:pt x="758122" y="908209"/>
                      </a:cubicBezTo>
                      <a:cubicBezTo>
                        <a:pt x="797174" y="843439"/>
                        <a:pt x="1031489" y="7144"/>
                        <a:pt x="420937" y="7144"/>
                      </a:cubicBezTo>
                      <a:close/>
                    </a:path>
                  </a:pathLst>
                </a:custGeom>
                <a:solidFill>
                  <a:srgbClr val="F6D1A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51" name="Freeform: Shape 50">
                  <a:extLst>
                    <a:ext uri="{FF2B5EF4-FFF2-40B4-BE49-F238E27FC236}">
                      <a16:creationId xmlns:a16="http://schemas.microsoft.com/office/drawing/2014/main" id="{A371BBAB-AC17-4917-8B22-1E94E2F4B696}"/>
                    </a:ext>
                  </a:extLst>
                </p:cNvPr>
                <p:cNvSpPr/>
                <p:nvPr/>
              </p:nvSpPr>
              <p:spPr>
                <a:xfrm>
                  <a:off x="1325450" y="2383580"/>
                  <a:ext cx="876300" cy="800100"/>
                </a:xfrm>
                <a:custGeom>
                  <a:avLst/>
                  <a:gdLst>
                    <a:gd name="connsiteX0" fmla="*/ 708205 w 876300"/>
                    <a:gd name="connsiteY0" fmla="*/ 91968 h 800100"/>
                    <a:gd name="connsiteX1" fmla="*/ 87175 w 876300"/>
                    <a:gd name="connsiteY1" fmla="*/ 161500 h 800100"/>
                    <a:gd name="connsiteX2" fmla="*/ 38597 w 876300"/>
                    <a:gd name="connsiteY2" fmla="*/ 781578 h 800100"/>
                    <a:gd name="connsiteX3" fmla="*/ 38597 w 876300"/>
                    <a:gd name="connsiteY3" fmla="*/ 780625 h 800100"/>
                    <a:gd name="connsiteX4" fmla="*/ 39550 w 876300"/>
                    <a:gd name="connsiteY4" fmla="*/ 786340 h 800100"/>
                    <a:gd name="connsiteX5" fmla="*/ 44312 w 876300"/>
                    <a:gd name="connsiteY5" fmla="*/ 793960 h 800100"/>
                    <a:gd name="connsiteX6" fmla="*/ 55742 w 876300"/>
                    <a:gd name="connsiteY6" fmla="*/ 793008 h 800100"/>
                    <a:gd name="connsiteX7" fmla="*/ 56695 w 876300"/>
                    <a:gd name="connsiteY7" fmla="*/ 790150 h 800100"/>
                    <a:gd name="connsiteX8" fmla="*/ 56695 w 876300"/>
                    <a:gd name="connsiteY8" fmla="*/ 738715 h 800100"/>
                    <a:gd name="connsiteX9" fmla="*/ 44312 w 876300"/>
                    <a:gd name="connsiteY9" fmla="*/ 660610 h 800100"/>
                    <a:gd name="connsiteX10" fmla="*/ 150992 w 876300"/>
                    <a:gd name="connsiteY10" fmla="*/ 366288 h 800100"/>
                    <a:gd name="connsiteX11" fmla="*/ 170995 w 876300"/>
                    <a:gd name="connsiteY11" fmla="*/ 337713 h 800100"/>
                    <a:gd name="connsiteX12" fmla="*/ 197665 w 876300"/>
                    <a:gd name="connsiteY12" fmla="*/ 307233 h 800100"/>
                    <a:gd name="connsiteX13" fmla="*/ 212905 w 876300"/>
                    <a:gd name="connsiteY13" fmla="*/ 296755 h 800100"/>
                    <a:gd name="connsiteX14" fmla="*/ 543422 w 876300"/>
                    <a:gd name="connsiteY14" fmla="*/ 347238 h 800100"/>
                    <a:gd name="connsiteX15" fmla="*/ 633910 w 876300"/>
                    <a:gd name="connsiteY15" fmla="*/ 289135 h 800100"/>
                    <a:gd name="connsiteX16" fmla="*/ 707252 w 876300"/>
                    <a:gd name="connsiteY16" fmla="*/ 350095 h 800100"/>
                    <a:gd name="connsiteX17" fmla="*/ 823457 w 876300"/>
                    <a:gd name="connsiteY17" fmla="*/ 680613 h 800100"/>
                    <a:gd name="connsiteX18" fmla="*/ 814885 w 876300"/>
                    <a:gd name="connsiteY18" fmla="*/ 738715 h 800100"/>
                    <a:gd name="connsiteX19" fmla="*/ 814885 w 876300"/>
                    <a:gd name="connsiteY19" fmla="*/ 790150 h 800100"/>
                    <a:gd name="connsiteX20" fmla="*/ 815837 w 876300"/>
                    <a:gd name="connsiteY20" fmla="*/ 793008 h 800100"/>
                    <a:gd name="connsiteX21" fmla="*/ 827267 w 876300"/>
                    <a:gd name="connsiteY21" fmla="*/ 793960 h 800100"/>
                    <a:gd name="connsiteX22" fmla="*/ 832030 w 876300"/>
                    <a:gd name="connsiteY22" fmla="*/ 786340 h 800100"/>
                    <a:gd name="connsiteX23" fmla="*/ 834887 w 876300"/>
                    <a:gd name="connsiteY23" fmla="*/ 765385 h 800100"/>
                    <a:gd name="connsiteX24" fmla="*/ 838697 w 876300"/>
                    <a:gd name="connsiteY24" fmla="*/ 734905 h 800100"/>
                    <a:gd name="connsiteX25" fmla="*/ 708205 w 876300"/>
                    <a:gd name="connsiteY25" fmla="*/ 91968 h 800100"/>
                    <a:gd name="connsiteX26" fmla="*/ 395785 w 876300"/>
                    <a:gd name="connsiteY26" fmla="*/ 251988 h 800100"/>
                    <a:gd name="connsiteX27" fmla="*/ 385307 w 876300"/>
                    <a:gd name="connsiteY27" fmla="*/ 249130 h 800100"/>
                    <a:gd name="connsiteX28" fmla="*/ 400547 w 876300"/>
                    <a:gd name="connsiteY28" fmla="*/ 252940 h 800100"/>
                    <a:gd name="connsiteX29" fmla="*/ 395785 w 876300"/>
                    <a:gd name="connsiteY29" fmla="*/ 251988 h 8001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</a:cxnLst>
                  <a:rect l="l" t="t" r="r" b="b"/>
                  <a:pathLst>
                    <a:path w="876300" h="800100">
                      <a:moveTo>
                        <a:pt x="708205" y="91968"/>
                      </a:moveTo>
                      <a:cubicBezTo>
                        <a:pt x="501512" y="-69957"/>
                        <a:pt x="183377" y="26245"/>
                        <a:pt x="87175" y="161500"/>
                      </a:cubicBezTo>
                      <a:cubicBezTo>
                        <a:pt x="-32840" y="331045"/>
                        <a:pt x="10022" y="588220"/>
                        <a:pt x="38597" y="781578"/>
                      </a:cubicBezTo>
                      <a:cubicBezTo>
                        <a:pt x="38597" y="781578"/>
                        <a:pt x="38597" y="780625"/>
                        <a:pt x="38597" y="780625"/>
                      </a:cubicBezTo>
                      <a:cubicBezTo>
                        <a:pt x="38597" y="782530"/>
                        <a:pt x="39550" y="784435"/>
                        <a:pt x="39550" y="786340"/>
                      </a:cubicBezTo>
                      <a:cubicBezTo>
                        <a:pt x="39550" y="788245"/>
                        <a:pt x="43360" y="792055"/>
                        <a:pt x="44312" y="793960"/>
                      </a:cubicBezTo>
                      <a:cubicBezTo>
                        <a:pt x="45265" y="795865"/>
                        <a:pt x="52885" y="793960"/>
                        <a:pt x="55742" y="793008"/>
                      </a:cubicBezTo>
                      <a:cubicBezTo>
                        <a:pt x="56695" y="793008"/>
                        <a:pt x="56695" y="791103"/>
                        <a:pt x="56695" y="790150"/>
                      </a:cubicBezTo>
                      <a:cubicBezTo>
                        <a:pt x="57647" y="773005"/>
                        <a:pt x="56695" y="739668"/>
                        <a:pt x="56695" y="738715"/>
                      </a:cubicBezTo>
                      <a:cubicBezTo>
                        <a:pt x="54790" y="712045"/>
                        <a:pt x="49075" y="686328"/>
                        <a:pt x="44312" y="660610"/>
                      </a:cubicBezTo>
                      <a:cubicBezTo>
                        <a:pt x="63362" y="538690"/>
                        <a:pt x="120512" y="512973"/>
                        <a:pt x="150992" y="366288"/>
                      </a:cubicBezTo>
                      <a:cubicBezTo>
                        <a:pt x="157660" y="356763"/>
                        <a:pt x="164327" y="347238"/>
                        <a:pt x="170995" y="337713"/>
                      </a:cubicBezTo>
                      <a:cubicBezTo>
                        <a:pt x="179567" y="327235"/>
                        <a:pt x="187187" y="316758"/>
                        <a:pt x="197665" y="307233"/>
                      </a:cubicBezTo>
                      <a:cubicBezTo>
                        <a:pt x="202427" y="304375"/>
                        <a:pt x="208142" y="300565"/>
                        <a:pt x="212905" y="296755"/>
                      </a:cubicBezTo>
                      <a:cubicBezTo>
                        <a:pt x="324347" y="255798"/>
                        <a:pt x="438647" y="305328"/>
                        <a:pt x="543422" y="347238"/>
                      </a:cubicBezTo>
                      <a:cubicBezTo>
                        <a:pt x="583427" y="363430"/>
                        <a:pt x="589142" y="291993"/>
                        <a:pt x="633910" y="289135"/>
                      </a:cubicBezTo>
                      <a:cubicBezTo>
                        <a:pt x="652960" y="287230"/>
                        <a:pt x="692012" y="352000"/>
                        <a:pt x="707252" y="350095"/>
                      </a:cubicBezTo>
                      <a:cubicBezTo>
                        <a:pt x="864415" y="331998"/>
                        <a:pt x="798692" y="570123"/>
                        <a:pt x="823457" y="680613"/>
                      </a:cubicBezTo>
                      <a:cubicBezTo>
                        <a:pt x="819647" y="699663"/>
                        <a:pt x="816790" y="718713"/>
                        <a:pt x="814885" y="738715"/>
                      </a:cubicBezTo>
                      <a:cubicBezTo>
                        <a:pt x="814885" y="738715"/>
                        <a:pt x="813932" y="773005"/>
                        <a:pt x="814885" y="790150"/>
                      </a:cubicBezTo>
                      <a:cubicBezTo>
                        <a:pt x="814885" y="791103"/>
                        <a:pt x="814885" y="792055"/>
                        <a:pt x="815837" y="793008"/>
                      </a:cubicBezTo>
                      <a:cubicBezTo>
                        <a:pt x="818695" y="793960"/>
                        <a:pt x="825362" y="795865"/>
                        <a:pt x="827267" y="793960"/>
                      </a:cubicBezTo>
                      <a:cubicBezTo>
                        <a:pt x="828220" y="793008"/>
                        <a:pt x="831077" y="788245"/>
                        <a:pt x="832030" y="786340"/>
                      </a:cubicBezTo>
                      <a:cubicBezTo>
                        <a:pt x="833935" y="778720"/>
                        <a:pt x="833935" y="773005"/>
                        <a:pt x="834887" y="765385"/>
                      </a:cubicBezTo>
                      <a:cubicBezTo>
                        <a:pt x="835840" y="755860"/>
                        <a:pt x="837745" y="745383"/>
                        <a:pt x="838697" y="734905"/>
                      </a:cubicBezTo>
                      <a:cubicBezTo>
                        <a:pt x="869177" y="615843"/>
                        <a:pt x="928232" y="143403"/>
                        <a:pt x="708205" y="91968"/>
                      </a:cubicBezTo>
                      <a:close/>
                      <a:moveTo>
                        <a:pt x="395785" y="251988"/>
                      </a:moveTo>
                      <a:cubicBezTo>
                        <a:pt x="391975" y="251035"/>
                        <a:pt x="389117" y="250083"/>
                        <a:pt x="385307" y="249130"/>
                      </a:cubicBezTo>
                      <a:cubicBezTo>
                        <a:pt x="390070" y="250083"/>
                        <a:pt x="395785" y="251988"/>
                        <a:pt x="400547" y="252940"/>
                      </a:cubicBezTo>
                      <a:cubicBezTo>
                        <a:pt x="398642" y="251988"/>
                        <a:pt x="397690" y="251988"/>
                        <a:pt x="395785" y="251988"/>
                      </a:cubicBezTo>
                      <a:close/>
                    </a:path>
                  </a:pathLst>
                </a:custGeom>
                <a:solidFill>
                  <a:srgbClr val="343434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52" name="Freeform: Shape 51">
                  <a:extLst>
                    <a:ext uri="{FF2B5EF4-FFF2-40B4-BE49-F238E27FC236}">
                      <a16:creationId xmlns:a16="http://schemas.microsoft.com/office/drawing/2014/main" id="{05CF9E5F-B652-4BFB-817E-2A00339FABA3}"/>
                    </a:ext>
                  </a:extLst>
                </p:cNvPr>
                <p:cNvSpPr/>
                <p:nvPr/>
              </p:nvSpPr>
              <p:spPr>
                <a:xfrm>
                  <a:off x="1715043" y="3980974"/>
                  <a:ext cx="85725" cy="9525"/>
                </a:xfrm>
                <a:custGeom>
                  <a:avLst/>
                  <a:gdLst>
                    <a:gd name="connsiteX0" fmla="*/ 7144 w 85725"/>
                    <a:gd name="connsiteY0" fmla="*/ 7144 h 9525"/>
                    <a:gd name="connsiteX1" fmla="*/ 81439 w 85725"/>
                    <a:gd name="connsiteY1" fmla="*/ 7144 h 9525"/>
                    <a:gd name="connsiteX2" fmla="*/ 82391 w 85725"/>
                    <a:gd name="connsiteY2" fmla="*/ 10001 h 9525"/>
                    <a:gd name="connsiteX3" fmla="*/ 7144 w 85725"/>
                    <a:gd name="connsiteY3" fmla="*/ 10001 h 95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85725" h="9525">
                      <a:moveTo>
                        <a:pt x="7144" y="7144"/>
                      </a:moveTo>
                      <a:lnTo>
                        <a:pt x="81439" y="7144"/>
                      </a:lnTo>
                      <a:lnTo>
                        <a:pt x="82391" y="10001"/>
                      </a:lnTo>
                      <a:lnTo>
                        <a:pt x="7144" y="10001"/>
                      </a:lnTo>
                      <a:close/>
                    </a:path>
                  </a:pathLst>
                </a:custGeom>
                <a:solidFill>
                  <a:srgbClr val="000000">
                    <a:alpha val="10000"/>
                  </a:srgbClr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53" name="Freeform: Shape 52">
                  <a:extLst>
                    <a:ext uri="{FF2B5EF4-FFF2-40B4-BE49-F238E27FC236}">
                      <a16:creationId xmlns:a16="http://schemas.microsoft.com/office/drawing/2014/main" id="{BCB1DFD1-788E-4B76-AE23-D800AAED1B8F}"/>
                    </a:ext>
                  </a:extLst>
                </p:cNvPr>
                <p:cNvSpPr/>
                <p:nvPr/>
              </p:nvSpPr>
              <p:spPr>
                <a:xfrm>
                  <a:off x="1174542" y="2447737"/>
                  <a:ext cx="800100" cy="438150"/>
                </a:xfrm>
                <a:custGeom>
                  <a:avLst/>
                  <a:gdLst>
                    <a:gd name="connsiteX0" fmla="*/ 702902 w 800100"/>
                    <a:gd name="connsiteY0" fmla="*/ 84008 h 438150"/>
                    <a:gd name="connsiteX1" fmla="*/ 366670 w 800100"/>
                    <a:gd name="connsiteY1" fmla="*/ 26858 h 438150"/>
                    <a:gd name="connsiteX2" fmla="*/ 33295 w 800100"/>
                    <a:gd name="connsiteY2" fmla="*/ 74483 h 438150"/>
                    <a:gd name="connsiteX3" fmla="*/ 119020 w 800100"/>
                    <a:gd name="connsiteY3" fmla="*/ 388808 h 438150"/>
                    <a:gd name="connsiteX4" fmla="*/ 573362 w 800100"/>
                    <a:gd name="connsiteY4" fmla="*/ 344041 h 438150"/>
                    <a:gd name="connsiteX5" fmla="*/ 785770 w 800100"/>
                    <a:gd name="connsiteY5" fmla="*/ 191641 h 438150"/>
                    <a:gd name="connsiteX6" fmla="*/ 702902 w 800100"/>
                    <a:gd name="connsiteY6" fmla="*/ 84008 h 4381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800100" h="438150">
                      <a:moveTo>
                        <a:pt x="702902" y="84008"/>
                      </a:moveTo>
                      <a:cubicBezTo>
                        <a:pt x="702902" y="84008"/>
                        <a:pt x="524785" y="-39817"/>
                        <a:pt x="366670" y="26858"/>
                      </a:cubicBezTo>
                      <a:cubicBezTo>
                        <a:pt x="208555" y="93533"/>
                        <a:pt x="68537" y="119251"/>
                        <a:pt x="33295" y="74483"/>
                      </a:cubicBezTo>
                      <a:cubicBezTo>
                        <a:pt x="33295" y="74483"/>
                        <a:pt x="-64813" y="281176"/>
                        <a:pt x="119020" y="388808"/>
                      </a:cubicBezTo>
                      <a:cubicBezTo>
                        <a:pt x="302852" y="496441"/>
                        <a:pt x="512402" y="410716"/>
                        <a:pt x="573362" y="344041"/>
                      </a:cubicBezTo>
                      <a:cubicBezTo>
                        <a:pt x="633370" y="277366"/>
                        <a:pt x="732430" y="169733"/>
                        <a:pt x="785770" y="191641"/>
                      </a:cubicBezTo>
                      <a:cubicBezTo>
                        <a:pt x="840062" y="214501"/>
                        <a:pt x="702902" y="84008"/>
                        <a:pt x="702902" y="84008"/>
                      </a:cubicBezTo>
                      <a:close/>
                    </a:path>
                  </a:pathLst>
                </a:custGeom>
                <a:solidFill>
                  <a:srgbClr val="343434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</p:grpSp>
          <p:grpSp>
            <p:nvGrpSpPr>
              <p:cNvPr id="38" name="Group 37">
                <a:extLst>
                  <a:ext uri="{FF2B5EF4-FFF2-40B4-BE49-F238E27FC236}">
                    <a16:creationId xmlns:a16="http://schemas.microsoft.com/office/drawing/2014/main" id="{247C5AB4-E02B-47B3-BF2C-E37FE2615553}"/>
                  </a:ext>
                </a:extLst>
              </p:cNvPr>
              <p:cNvGrpSpPr/>
              <p:nvPr/>
            </p:nvGrpSpPr>
            <p:grpSpPr>
              <a:xfrm>
                <a:off x="1521799" y="-1594576"/>
                <a:ext cx="1675880" cy="996328"/>
                <a:chOff x="9495405" y="2976329"/>
                <a:chExt cx="1857375" cy="996328"/>
              </a:xfrm>
            </p:grpSpPr>
            <p:grpSp>
              <p:nvGrpSpPr>
                <p:cNvPr id="40" name="Group 39">
                  <a:extLst>
                    <a:ext uri="{FF2B5EF4-FFF2-40B4-BE49-F238E27FC236}">
                      <a16:creationId xmlns:a16="http://schemas.microsoft.com/office/drawing/2014/main" id="{1D3B1634-0E56-4527-9F84-C60C3CAD4C60}"/>
                    </a:ext>
                  </a:extLst>
                </p:cNvPr>
                <p:cNvGrpSpPr/>
                <p:nvPr/>
              </p:nvGrpSpPr>
              <p:grpSpPr>
                <a:xfrm>
                  <a:off x="9495405" y="2976329"/>
                  <a:ext cx="1857375" cy="958376"/>
                  <a:chOff x="9495405" y="2976329"/>
                  <a:chExt cx="1857375" cy="958376"/>
                </a:xfrm>
              </p:grpSpPr>
              <p:sp>
                <p:nvSpPr>
                  <p:cNvPr id="42" name="Rectangle: Rounded Corners 41">
                    <a:extLst>
                      <a:ext uri="{FF2B5EF4-FFF2-40B4-BE49-F238E27FC236}">
                        <a16:creationId xmlns:a16="http://schemas.microsoft.com/office/drawing/2014/main" id="{8F2F4CF0-9958-494F-9DD5-2829F6742CB9}"/>
                      </a:ext>
                    </a:extLst>
                  </p:cNvPr>
                  <p:cNvSpPr/>
                  <p:nvPr/>
                </p:nvSpPr>
                <p:spPr>
                  <a:xfrm>
                    <a:off x="9495405" y="2976329"/>
                    <a:ext cx="1857375" cy="958376"/>
                  </a:xfrm>
                  <a:prstGeom prst="roundRect">
                    <a:avLst>
                      <a:gd name="adj" fmla="val 4741"/>
                    </a:avLst>
                  </a:prstGeom>
                  <a:solidFill>
                    <a:schemeClr val="bg1">
                      <a:lumMod val="85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43" name="Oval 42">
                    <a:extLst>
                      <a:ext uri="{FF2B5EF4-FFF2-40B4-BE49-F238E27FC236}">
                        <a16:creationId xmlns:a16="http://schemas.microsoft.com/office/drawing/2014/main" id="{A9934695-51AA-4393-BEF3-0EB906B78B30}"/>
                      </a:ext>
                    </a:extLst>
                  </p:cNvPr>
                  <p:cNvSpPr/>
                  <p:nvPr/>
                </p:nvSpPr>
                <p:spPr>
                  <a:xfrm>
                    <a:off x="10309032" y="3340457"/>
                    <a:ext cx="230120" cy="230120"/>
                  </a:xfrm>
                  <a:prstGeom prst="ellipse">
                    <a:avLst/>
                  </a:prstGeom>
                  <a:solidFill>
                    <a:schemeClr val="bg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sp>
              <p:nvSpPr>
                <p:cNvPr id="41" name="Rectangle: Rounded Corners 40">
                  <a:extLst>
                    <a:ext uri="{FF2B5EF4-FFF2-40B4-BE49-F238E27FC236}">
                      <a16:creationId xmlns:a16="http://schemas.microsoft.com/office/drawing/2014/main" id="{7A4CEFCD-4869-4A74-85A7-4410F68F6A4B}"/>
                    </a:ext>
                  </a:extLst>
                </p:cNvPr>
                <p:cNvSpPr/>
                <p:nvPr/>
              </p:nvSpPr>
              <p:spPr>
                <a:xfrm>
                  <a:off x="9495405" y="3875502"/>
                  <a:ext cx="1857375" cy="97155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bg1">
                    <a:lumMod val="6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</p:grpSp>
      <p:sp>
        <p:nvSpPr>
          <p:cNvPr id="2" name="Speech Bubble: Rectangle with Corners Rounded 1">
            <a:extLst>
              <a:ext uri="{FF2B5EF4-FFF2-40B4-BE49-F238E27FC236}">
                <a16:creationId xmlns:a16="http://schemas.microsoft.com/office/drawing/2014/main" id="{5FB822F5-4F0F-4FBC-8093-D4737F315A07}"/>
              </a:ext>
            </a:extLst>
          </p:cNvPr>
          <p:cNvSpPr/>
          <p:nvPr/>
        </p:nvSpPr>
        <p:spPr>
          <a:xfrm>
            <a:off x="3512924" y="4568155"/>
            <a:ext cx="3726075" cy="926217"/>
          </a:xfrm>
          <a:prstGeom prst="wedgeRoundRectCallout">
            <a:avLst>
              <a:gd name="adj1" fmla="val -54620"/>
              <a:gd name="adj2" fmla="val 30941"/>
              <a:gd name="adj3" fmla="val 16667"/>
            </a:avLst>
          </a:prstGeom>
          <a:solidFill>
            <a:srgbClr val="29758C"/>
          </a:solidFill>
          <a:ln>
            <a:noFill/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Entries orphaned accidentally when the source server was removed a few years back</a:t>
            </a:r>
            <a:endParaRPr lang="en-US" sz="2000">
              <a:solidFill>
                <a:schemeClr val="bg1"/>
              </a:solidFill>
            </a:endParaRPr>
          </a:p>
        </p:txBody>
      </p:sp>
      <p:sp>
        <p:nvSpPr>
          <p:cNvPr id="3" name="Google Shape;65;p14">
            <a:extLst>
              <a:ext uri="{FF2B5EF4-FFF2-40B4-BE49-F238E27FC236}">
                <a16:creationId xmlns:a16="http://schemas.microsoft.com/office/drawing/2014/main" id="{3FFBB898-8DF7-4DF4-9AE4-4670BCBA56E2}"/>
              </a:ext>
            </a:extLst>
          </p:cNvPr>
          <p:cNvSpPr txBox="1">
            <a:spLocks/>
          </p:cNvSpPr>
          <p:nvPr/>
        </p:nvSpPr>
        <p:spPr>
          <a:xfrm>
            <a:off x="3760766" y="209319"/>
            <a:ext cx="4670469" cy="800179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121900" tIns="121900" rIns="121900" bIns="12190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 b="0" i="0" u="none" strike="noStrike" cap="non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 b="0" i="0" u="none" strike="noStrike" cap="non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 b="0" i="0" u="none" strike="noStrike" cap="non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 b="0" i="0" u="none" strike="noStrike" cap="non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 b="0" i="0" u="none" strike="noStrike" cap="non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 b="0" i="0" u="none" strike="noStrike" cap="non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 b="0" i="0" u="none" strike="noStrike" cap="non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 b="0" i="0" u="none" strike="noStrike" cap="non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 b="0" i="0" u="none" strike="noStrike" cap="non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9pPr>
          </a:lstStyle>
          <a:p>
            <a:pPr defTabSz="914400"/>
            <a:r>
              <a:rPr lang="en-US" sz="3600" b="1" kern="0">
                <a:solidFill>
                  <a:srgbClr val="546970"/>
                </a:solidFill>
                <a:latin typeface="Bookman Old Style" panose="02050604050505020204" pitchFamily="18" charset="0"/>
              </a:rPr>
              <a:t>University Results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392683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 animBg="1"/>
      <p:bldP spid="4" grpId="0" animBg="1"/>
      <p:bldP spid="2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2D906CAF-ED1E-4497-9E16-1CE9DB305745}"/>
              </a:ext>
            </a:extLst>
          </p:cNvPr>
          <p:cNvSpPr/>
          <p:nvPr/>
        </p:nvSpPr>
        <p:spPr>
          <a:xfrm flipV="1">
            <a:off x="4145001" y="886094"/>
            <a:ext cx="3901998" cy="27432"/>
          </a:xfrm>
          <a:prstGeom prst="roundRect">
            <a:avLst/>
          </a:prstGeom>
          <a:solidFill>
            <a:srgbClr val="26A69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3" name="Table 19">
            <a:extLst>
              <a:ext uri="{FF2B5EF4-FFF2-40B4-BE49-F238E27FC236}">
                <a16:creationId xmlns:a16="http://schemas.microsoft.com/office/drawing/2014/main" id="{F3A3E7FE-31ED-4BA4-96AA-9A38E60398A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12993895"/>
              </p:ext>
            </p:extLst>
          </p:nvPr>
        </p:nvGraphicFramePr>
        <p:xfrm>
          <a:off x="544834" y="1778188"/>
          <a:ext cx="4485323" cy="2291080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762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2595880">
                  <a:extLst>
                    <a:ext uri="{9D8B030D-6E8A-4147-A177-3AD203B41FA5}">
                      <a16:colId xmlns:a16="http://schemas.microsoft.com/office/drawing/2014/main" val="2984514354"/>
                    </a:ext>
                  </a:extLst>
                </a:gridCol>
                <a:gridCol w="1889443">
                  <a:extLst>
                    <a:ext uri="{9D8B030D-6E8A-4147-A177-3AD203B41FA5}">
                      <a16:colId xmlns:a16="http://schemas.microsoft.com/office/drawing/2014/main" val="260810631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b="0">
                          <a:solidFill>
                            <a:srgbClr val="FFFBF0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Property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90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57B8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>
                          <a:solidFill>
                            <a:srgbClr val="FFFBF0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Number of warnings</a:t>
                      </a:r>
                    </a:p>
                  </a:txBody>
                  <a:tcPr anchor="ctr">
                    <a:lnR w="190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57B8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11875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>
                          <a:solidFill>
                            <a:srgbClr val="657B83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No rewrite to outside domain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>
                          <a:solidFill>
                            <a:schemeClr val="accent3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378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796380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>
                          <a:solidFill>
                            <a:srgbClr val="657B83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No resolution at an external NS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>
                          <a:solidFill>
                            <a:schemeClr val="accent3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324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17661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>
                          <a:solidFill>
                            <a:srgbClr val="657B83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Number of rewrites ≤ 2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>
                          <a:solidFill>
                            <a:schemeClr val="accent3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24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02795931"/>
                  </a:ext>
                </a:extLst>
              </a:tr>
            </a:tbl>
          </a:graphicData>
        </a:graphic>
      </p:graphicFrame>
      <p:sp>
        <p:nvSpPr>
          <p:cNvPr id="55" name="Rectangle: Rounded Corners 54">
            <a:extLst>
              <a:ext uri="{FF2B5EF4-FFF2-40B4-BE49-F238E27FC236}">
                <a16:creationId xmlns:a16="http://schemas.microsoft.com/office/drawing/2014/main" id="{3E440F4E-1F0D-4571-944C-B439B416E318}"/>
              </a:ext>
            </a:extLst>
          </p:cNvPr>
          <p:cNvSpPr/>
          <p:nvPr/>
        </p:nvSpPr>
        <p:spPr>
          <a:xfrm>
            <a:off x="6138291" y="2201655"/>
            <a:ext cx="3569589" cy="1035308"/>
          </a:xfrm>
          <a:prstGeom prst="roundRect">
            <a:avLst>
              <a:gd name="adj" fmla="val 4541"/>
            </a:avLst>
          </a:prstGeom>
          <a:solidFill>
            <a:srgbClr val="FFF2CC"/>
          </a:solidFill>
          <a:ln w="19050">
            <a:solidFill>
              <a:srgbClr val="95792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r>
              <a:rPr lang="en-US" sz="2000" cap="small" dirty="0" err="1">
                <a:solidFill>
                  <a:srgbClr val="957922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Noto Mono" panose="020B0609030804020204" pitchFamily="49" charset="0"/>
              </a:rPr>
              <a:t>GRoot</a:t>
            </a:r>
            <a:r>
              <a:rPr lang="en-US" sz="2000" dirty="0">
                <a:solidFill>
                  <a:srgbClr val="957922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Noto Mono" panose="020B0609030804020204" pitchFamily="49" charset="0"/>
              </a:rPr>
              <a:t> guarantees that only 24 cases under </a:t>
            </a:r>
            <a:r>
              <a:rPr lang="en-US" sz="2000" dirty="0">
                <a:solidFill>
                  <a:srgbClr val="957922"/>
                </a:solidFill>
                <a:latin typeface="Lucida Sans Typewriter" panose="020B0509030504030204" pitchFamily="49" charset="0"/>
                <a:ea typeface="Noto Mono" panose="020B0609030804020204" pitchFamily="49" charset="0"/>
                <a:cs typeface="Noto Mono" panose="020B0609030804020204" pitchFamily="49" charset="0"/>
              </a:rPr>
              <a:t>campus.edu. </a:t>
            </a:r>
            <a:r>
              <a:rPr lang="en-US" sz="2000" dirty="0">
                <a:solidFill>
                  <a:srgbClr val="957922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Noto Mono" panose="020B0609030804020204" pitchFamily="49" charset="0"/>
              </a:rPr>
              <a:t>are rewritten more than twice</a:t>
            </a:r>
          </a:p>
        </p:txBody>
      </p:sp>
      <p:sp>
        <p:nvSpPr>
          <p:cNvPr id="2" name="Google Shape;65;p14">
            <a:extLst>
              <a:ext uri="{FF2B5EF4-FFF2-40B4-BE49-F238E27FC236}">
                <a16:creationId xmlns:a16="http://schemas.microsoft.com/office/drawing/2014/main" id="{C11F5664-A17A-49A0-A6C6-838674DB7246}"/>
              </a:ext>
            </a:extLst>
          </p:cNvPr>
          <p:cNvSpPr txBox="1">
            <a:spLocks/>
          </p:cNvSpPr>
          <p:nvPr/>
        </p:nvSpPr>
        <p:spPr>
          <a:xfrm>
            <a:off x="3760766" y="209319"/>
            <a:ext cx="4670469" cy="800179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121900" tIns="121900" rIns="121900" bIns="12190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 b="0" i="0" u="none" strike="noStrike" cap="non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 b="0" i="0" u="none" strike="noStrike" cap="non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 b="0" i="0" u="none" strike="noStrike" cap="non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 b="0" i="0" u="none" strike="noStrike" cap="non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 b="0" i="0" u="none" strike="noStrike" cap="non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 b="0" i="0" u="none" strike="noStrike" cap="non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 b="0" i="0" u="none" strike="noStrike" cap="non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 b="0" i="0" u="none" strike="noStrike" cap="non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 b="0" i="0" u="none" strike="noStrike" cap="non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9pPr>
          </a:lstStyle>
          <a:p>
            <a:pPr defTabSz="914400"/>
            <a:r>
              <a:rPr lang="en-US" sz="3600" b="1" kern="0">
                <a:solidFill>
                  <a:srgbClr val="546970"/>
                </a:solidFill>
                <a:latin typeface="Bookman Old Style" panose="02050604050505020204" pitchFamily="18" charset="0"/>
              </a:rPr>
              <a:t>University Results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00087142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2D906CAF-ED1E-4497-9E16-1CE9DB305745}"/>
              </a:ext>
            </a:extLst>
          </p:cNvPr>
          <p:cNvSpPr/>
          <p:nvPr/>
        </p:nvSpPr>
        <p:spPr>
          <a:xfrm flipV="1">
            <a:off x="4145001" y="886094"/>
            <a:ext cx="3901998" cy="27432"/>
          </a:xfrm>
          <a:prstGeom prst="roundRect">
            <a:avLst/>
          </a:prstGeom>
          <a:solidFill>
            <a:srgbClr val="26A69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Google Shape;65;p14">
            <a:extLst>
              <a:ext uri="{FF2B5EF4-FFF2-40B4-BE49-F238E27FC236}">
                <a16:creationId xmlns:a16="http://schemas.microsoft.com/office/drawing/2014/main" id="{79984556-3977-4F41-B3C5-DE425C6DD5EE}"/>
              </a:ext>
            </a:extLst>
          </p:cNvPr>
          <p:cNvSpPr txBox="1">
            <a:spLocks/>
          </p:cNvSpPr>
          <p:nvPr/>
        </p:nvSpPr>
        <p:spPr>
          <a:xfrm>
            <a:off x="1261684" y="209319"/>
            <a:ext cx="9668632" cy="800179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121900" tIns="121900" rIns="121900" bIns="12190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 b="0" i="0" u="none" strike="noStrike" cap="non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 b="0" i="0" u="none" strike="noStrike" cap="non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 b="0" i="0" u="none" strike="noStrike" cap="non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 b="0" i="0" u="none" strike="noStrike" cap="non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 b="0" i="0" u="none" strike="noStrike" cap="non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 b="0" i="0" u="none" strike="noStrike" cap="non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 b="0" i="0" u="none" strike="noStrike" cap="non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 b="0" i="0" u="none" strike="noStrike" cap="non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 b="0" i="0" u="none" strike="noStrike" cap="non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9pPr>
          </a:lstStyle>
          <a:p>
            <a:pPr defTabSz="914400"/>
            <a:r>
              <a:rPr lang="en-US" sz="3600" b="1" kern="0">
                <a:solidFill>
                  <a:srgbClr val="546970"/>
                </a:solidFill>
                <a:latin typeface="Bookman Old Style" panose="02050604050505020204" pitchFamily="18" charset="0"/>
              </a:rPr>
              <a:t>Infrastructure Service Provider Results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27E07176-106B-4319-9C5C-E845336AEB5F}"/>
              </a:ext>
            </a:extLst>
          </p:cNvPr>
          <p:cNvSpPr/>
          <p:nvPr/>
        </p:nvSpPr>
        <p:spPr>
          <a:xfrm>
            <a:off x="886545" y="2160993"/>
            <a:ext cx="3804854" cy="1406158"/>
          </a:xfrm>
          <a:prstGeom prst="roundRect">
            <a:avLst>
              <a:gd name="adj" fmla="val 2798"/>
            </a:avLst>
          </a:prstGeom>
          <a:solidFill>
            <a:srgbClr val="FAFFFA"/>
          </a:solidFill>
          <a:ln w="19050">
            <a:solidFill>
              <a:srgbClr val="2E7D3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marL="342900" indent="-342900">
              <a:lnSpc>
                <a:spcPct val="100000"/>
              </a:lnSpc>
              <a:spcAft>
                <a:spcPts val="500"/>
              </a:spcAft>
              <a:buClr>
                <a:srgbClr val="2E7D32"/>
              </a:buClr>
              <a:buSzPct val="85000"/>
              <a:buFont typeface="Wingdings 2" panose="05020102010507070707" pitchFamily="18" charset="2"/>
              <a:buChar char=""/>
              <a:defRPr/>
            </a:pPr>
            <a:r>
              <a:rPr lang="en-US" kern="0" dirty="0">
                <a:solidFill>
                  <a:srgbClr val="2E7D32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Noto Mono" panose="020B0609030804020204" pitchFamily="49" charset="0"/>
              </a:rPr>
              <a:t>1241 internal zone files </a:t>
            </a:r>
          </a:p>
          <a:p>
            <a:pPr marL="800100" lvl="1" indent="-342900">
              <a:spcAft>
                <a:spcPts val="500"/>
              </a:spcAft>
              <a:buClr>
                <a:srgbClr val="2E7D32"/>
              </a:buClr>
              <a:buSzPct val="99000"/>
              <a:buFont typeface="Wingdings" panose="05000000000000000000" pitchFamily="2" charset="2"/>
              <a:buChar char="§"/>
              <a:defRPr/>
            </a:pPr>
            <a:r>
              <a:rPr lang="en-US" kern="0" dirty="0">
                <a:solidFill>
                  <a:srgbClr val="2E7D32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Calibri" panose="020F0502020204030204" pitchFamily="34" charset="0"/>
              </a:rPr>
              <a:t>3.6 million resource records</a:t>
            </a:r>
          </a:p>
          <a:p>
            <a:pPr marL="800100" lvl="1" indent="-342900">
              <a:spcAft>
                <a:spcPts val="500"/>
              </a:spcAft>
              <a:buClr>
                <a:srgbClr val="2E7D32"/>
              </a:buClr>
              <a:buSzPct val="99000"/>
              <a:buFont typeface="Wingdings" panose="05000000000000000000" pitchFamily="2" charset="2"/>
              <a:buChar char="§"/>
              <a:defRPr/>
            </a:pPr>
            <a:r>
              <a:rPr lang="en-US" kern="0" dirty="0">
                <a:solidFill>
                  <a:srgbClr val="2E7D32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Calibri" panose="020F0502020204030204" pitchFamily="34" charset="0"/>
              </a:rPr>
              <a:t>3.4 </a:t>
            </a:r>
            <a:r>
              <a:rPr lang="en-US" kern="0" dirty="0" err="1">
                <a:solidFill>
                  <a:srgbClr val="2E7D32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Calibri" panose="020F0502020204030204" pitchFamily="34" charset="0"/>
              </a:rPr>
              <a:t>milion</a:t>
            </a:r>
            <a:r>
              <a:rPr lang="en-US" kern="0" dirty="0">
                <a:solidFill>
                  <a:srgbClr val="2E7D32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Calibri" panose="020F0502020204030204" pitchFamily="34" charset="0"/>
              </a:rPr>
              <a:t> </a:t>
            </a:r>
            <a:r>
              <a:rPr lang="en-US" kern="0" dirty="0">
                <a:solidFill>
                  <a:srgbClr val="2E7D32"/>
                </a:solidFill>
                <a:latin typeface="Lucida Sans Typewriter" panose="020B0509030504030204" pitchFamily="49" charset="0"/>
                <a:ea typeface="Noto Mono" panose="020B0609030804020204" pitchFamily="49" charset="0"/>
                <a:cs typeface="Noto Mono" panose="020B0609030804020204" pitchFamily="49" charset="0"/>
              </a:rPr>
              <a:t>CNAME</a:t>
            </a:r>
            <a:r>
              <a:rPr lang="en-US" kern="0" dirty="0">
                <a:solidFill>
                  <a:srgbClr val="2E7D32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Calibri" panose="020F0502020204030204" pitchFamily="34" charset="0"/>
              </a:rPr>
              <a:t> records</a:t>
            </a:r>
          </a:p>
          <a:p>
            <a:pPr marL="800100" lvl="1" indent="-342900">
              <a:spcAft>
                <a:spcPts val="500"/>
              </a:spcAft>
              <a:buClr>
                <a:srgbClr val="2E7D32"/>
              </a:buClr>
              <a:buSzPct val="99000"/>
              <a:buFont typeface="Wingdings" panose="05000000000000000000" pitchFamily="2" charset="2"/>
              <a:buChar char="§"/>
              <a:defRPr/>
            </a:pPr>
            <a:r>
              <a:rPr lang="en-US" kern="0" dirty="0">
                <a:solidFill>
                  <a:srgbClr val="2E7D32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Calibri" panose="020F0502020204030204" pitchFamily="34" charset="0"/>
              </a:rPr>
              <a:t>2059 wildcard records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804A135E-2C5A-464D-B0F9-6E424961C544}"/>
              </a:ext>
            </a:extLst>
          </p:cNvPr>
          <p:cNvGrpSpPr/>
          <p:nvPr/>
        </p:nvGrpSpPr>
        <p:grpSpPr>
          <a:xfrm>
            <a:off x="1560905" y="4188917"/>
            <a:ext cx="2720531" cy="2225251"/>
            <a:chOff x="4735734" y="4113964"/>
            <a:chExt cx="2720531" cy="2225251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0454F478-1DAF-4D7E-BEA8-4EA67C1FB871}"/>
                </a:ext>
              </a:extLst>
            </p:cNvPr>
            <p:cNvSpPr txBox="1"/>
            <p:nvPr/>
          </p:nvSpPr>
          <p:spPr>
            <a:xfrm>
              <a:off x="4735734" y="5939105"/>
              <a:ext cx="272053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algn="ctr">
                <a:defRPr sz="2000" b="1">
                  <a:solidFill>
                    <a:schemeClr val="accent2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defRPr>
              </a:lvl1pPr>
            </a:lstStyle>
            <a:p>
              <a:r>
                <a:rPr lang="en-US">
                  <a:solidFill>
                    <a:srgbClr val="546970"/>
                  </a:solidFill>
                  <a:latin typeface="Source Sans Pro" panose="020B0503030403020204" pitchFamily="34" charset="0"/>
                  <a:ea typeface="Source Sans Pro" panose="020B0503030403020204" pitchFamily="34" charset="0"/>
                </a:rPr>
                <a:t>DNS Engineer</a:t>
              </a:r>
            </a:p>
          </p:txBody>
        </p: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94412F90-A9AB-4D24-9AF7-6A7EE633C16E}"/>
                </a:ext>
              </a:extLst>
            </p:cNvPr>
            <p:cNvGrpSpPr/>
            <p:nvPr/>
          </p:nvGrpSpPr>
          <p:grpSpPr>
            <a:xfrm>
              <a:off x="5358374" y="4113964"/>
              <a:ext cx="1395473" cy="1810556"/>
              <a:chOff x="1429994" y="-3008098"/>
              <a:chExt cx="1857375" cy="2409850"/>
            </a:xfrm>
          </p:grpSpPr>
          <p:grpSp>
            <p:nvGrpSpPr>
              <p:cNvPr id="13" name="Graphic 34">
                <a:extLst>
                  <a:ext uri="{FF2B5EF4-FFF2-40B4-BE49-F238E27FC236}">
                    <a16:creationId xmlns:a16="http://schemas.microsoft.com/office/drawing/2014/main" id="{70AC96E8-0F38-4057-92BA-D8E4BC2F9ADA}"/>
                  </a:ext>
                </a:extLst>
              </p:cNvPr>
              <p:cNvGrpSpPr/>
              <p:nvPr/>
            </p:nvGrpSpPr>
            <p:grpSpPr>
              <a:xfrm>
                <a:off x="1429994" y="-3008098"/>
                <a:ext cx="1857375" cy="2084121"/>
                <a:chOff x="827313" y="2383580"/>
                <a:chExt cx="1857375" cy="2084121"/>
              </a:xfrm>
            </p:grpSpPr>
            <p:sp>
              <p:nvSpPr>
                <p:cNvPr id="19" name="Freeform: Shape 18">
                  <a:extLst>
                    <a:ext uri="{FF2B5EF4-FFF2-40B4-BE49-F238E27FC236}">
                      <a16:creationId xmlns:a16="http://schemas.microsoft.com/office/drawing/2014/main" id="{7A443C01-BD19-490B-B61F-5F02800688A9}"/>
                    </a:ext>
                  </a:extLst>
                </p:cNvPr>
                <p:cNvSpPr/>
                <p:nvPr/>
              </p:nvSpPr>
              <p:spPr>
                <a:xfrm>
                  <a:off x="827313" y="3619976"/>
                  <a:ext cx="1857375" cy="847725"/>
                </a:xfrm>
                <a:custGeom>
                  <a:avLst/>
                  <a:gdLst>
                    <a:gd name="connsiteX0" fmla="*/ 747236 w 1857375"/>
                    <a:gd name="connsiteY0" fmla="*/ 7144 h 847725"/>
                    <a:gd name="connsiteX1" fmla="*/ 167164 w 1857375"/>
                    <a:gd name="connsiteY1" fmla="*/ 325279 h 847725"/>
                    <a:gd name="connsiteX2" fmla="*/ 7144 w 1857375"/>
                    <a:gd name="connsiteY2" fmla="*/ 847249 h 847725"/>
                    <a:gd name="connsiteX3" fmla="*/ 932021 w 1857375"/>
                    <a:gd name="connsiteY3" fmla="*/ 847249 h 847725"/>
                    <a:gd name="connsiteX4" fmla="*/ 1856899 w 1857375"/>
                    <a:gd name="connsiteY4" fmla="*/ 847249 h 847725"/>
                    <a:gd name="connsiteX5" fmla="*/ 1696879 w 1857375"/>
                    <a:gd name="connsiteY5" fmla="*/ 325279 h 847725"/>
                    <a:gd name="connsiteX6" fmla="*/ 1121569 w 1857375"/>
                    <a:gd name="connsiteY6" fmla="*/ 10001 h 847725"/>
                    <a:gd name="connsiteX7" fmla="*/ 747236 w 1857375"/>
                    <a:gd name="connsiteY7" fmla="*/ 7144 h 8477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1857375" h="847725">
                      <a:moveTo>
                        <a:pt x="747236" y="7144"/>
                      </a:moveTo>
                      <a:cubicBezTo>
                        <a:pt x="338614" y="186214"/>
                        <a:pt x="215741" y="281464"/>
                        <a:pt x="167164" y="325279"/>
                      </a:cubicBezTo>
                      <a:cubicBezTo>
                        <a:pt x="92869" y="391001"/>
                        <a:pt x="50959" y="637699"/>
                        <a:pt x="7144" y="847249"/>
                      </a:cubicBezTo>
                      <a:lnTo>
                        <a:pt x="932021" y="847249"/>
                      </a:lnTo>
                      <a:lnTo>
                        <a:pt x="1856899" y="847249"/>
                      </a:lnTo>
                      <a:cubicBezTo>
                        <a:pt x="1813084" y="637699"/>
                        <a:pt x="1771174" y="391954"/>
                        <a:pt x="1696879" y="325279"/>
                      </a:cubicBezTo>
                      <a:cubicBezTo>
                        <a:pt x="1648301" y="282416"/>
                        <a:pt x="1530191" y="189071"/>
                        <a:pt x="1121569" y="10001"/>
                      </a:cubicBezTo>
                      <a:lnTo>
                        <a:pt x="747236" y="7144"/>
                      </a:lnTo>
                      <a:close/>
                    </a:path>
                  </a:pathLst>
                </a:custGeom>
                <a:solidFill>
                  <a:srgbClr val="FFDECC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0" name="Freeform: Shape 19">
                  <a:extLst>
                    <a:ext uri="{FF2B5EF4-FFF2-40B4-BE49-F238E27FC236}">
                      <a16:creationId xmlns:a16="http://schemas.microsoft.com/office/drawing/2014/main" id="{331316C1-324E-41ED-A109-5F8AAF2F2A9D}"/>
                    </a:ext>
                  </a:extLst>
                </p:cNvPr>
                <p:cNvSpPr/>
                <p:nvPr/>
              </p:nvSpPr>
              <p:spPr>
                <a:xfrm>
                  <a:off x="827313" y="3619976"/>
                  <a:ext cx="1857375" cy="847725"/>
                </a:xfrm>
                <a:custGeom>
                  <a:avLst/>
                  <a:gdLst>
                    <a:gd name="connsiteX0" fmla="*/ 747236 w 1857375"/>
                    <a:gd name="connsiteY0" fmla="*/ 7144 h 847725"/>
                    <a:gd name="connsiteX1" fmla="*/ 167164 w 1857375"/>
                    <a:gd name="connsiteY1" fmla="*/ 325279 h 847725"/>
                    <a:gd name="connsiteX2" fmla="*/ 7144 w 1857375"/>
                    <a:gd name="connsiteY2" fmla="*/ 847249 h 847725"/>
                    <a:gd name="connsiteX3" fmla="*/ 932021 w 1857375"/>
                    <a:gd name="connsiteY3" fmla="*/ 847249 h 847725"/>
                    <a:gd name="connsiteX4" fmla="*/ 1856899 w 1857375"/>
                    <a:gd name="connsiteY4" fmla="*/ 847249 h 847725"/>
                    <a:gd name="connsiteX5" fmla="*/ 1696879 w 1857375"/>
                    <a:gd name="connsiteY5" fmla="*/ 325279 h 847725"/>
                    <a:gd name="connsiteX6" fmla="*/ 1121569 w 1857375"/>
                    <a:gd name="connsiteY6" fmla="*/ 10001 h 847725"/>
                    <a:gd name="connsiteX7" fmla="*/ 747236 w 1857375"/>
                    <a:gd name="connsiteY7" fmla="*/ 7144 h 8477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1857375" h="847725">
                      <a:moveTo>
                        <a:pt x="747236" y="7144"/>
                      </a:moveTo>
                      <a:cubicBezTo>
                        <a:pt x="338614" y="186214"/>
                        <a:pt x="215741" y="281464"/>
                        <a:pt x="167164" y="325279"/>
                      </a:cubicBezTo>
                      <a:cubicBezTo>
                        <a:pt x="92869" y="391001"/>
                        <a:pt x="50959" y="637699"/>
                        <a:pt x="7144" y="847249"/>
                      </a:cubicBezTo>
                      <a:lnTo>
                        <a:pt x="932021" y="847249"/>
                      </a:lnTo>
                      <a:lnTo>
                        <a:pt x="1856899" y="847249"/>
                      </a:lnTo>
                      <a:cubicBezTo>
                        <a:pt x="1813084" y="637699"/>
                        <a:pt x="1771174" y="391954"/>
                        <a:pt x="1696879" y="325279"/>
                      </a:cubicBezTo>
                      <a:cubicBezTo>
                        <a:pt x="1648301" y="282416"/>
                        <a:pt x="1530191" y="189071"/>
                        <a:pt x="1121569" y="10001"/>
                      </a:cubicBezTo>
                      <a:lnTo>
                        <a:pt x="747236" y="7144"/>
                      </a:lnTo>
                      <a:close/>
                    </a:path>
                  </a:pathLst>
                </a:custGeom>
                <a:solidFill>
                  <a:srgbClr val="0070C0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1" name="Freeform: Shape 20">
                  <a:extLst>
                    <a:ext uri="{FF2B5EF4-FFF2-40B4-BE49-F238E27FC236}">
                      <a16:creationId xmlns:a16="http://schemas.microsoft.com/office/drawing/2014/main" id="{5D92072F-78A1-4E4B-A899-0640E28F20B2}"/>
                    </a:ext>
                  </a:extLst>
                </p:cNvPr>
                <p:cNvSpPr/>
                <p:nvPr/>
              </p:nvSpPr>
              <p:spPr>
                <a:xfrm>
                  <a:off x="1554071" y="3079194"/>
                  <a:ext cx="409575" cy="742950"/>
                </a:xfrm>
                <a:custGeom>
                  <a:avLst/>
                  <a:gdLst>
                    <a:gd name="connsiteX0" fmla="*/ 7144 w 409575"/>
                    <a:gd name="connsiteY0" fmla="*/ 190738 h 742950"/>
                    <a:gd name="connsiteX1" fmla="*/ 7144 w 409575"/>
                    <a:gd name="connsiteY1" fmla="*/ 494586 h 742950"/>
                    <a:gd name="connsiteX2" fmla="*/ 7144 w 409575"/>
                    <a:gd name="connsiteY2" fmla="*/ 644128 h 742950"/>
                    <a:gd name="connsiteX3" fmla="*/ 404336 w 409575"/>
                    <a:gd name="connsiteY3" fmla="*/ 644128 h 742950"/>
                    <a:gd name="connsiteX4" fmla="*/ 404336 w 409575"/>
                    <a:gd name="connsiteY4" fmla="*/ 494586 h 742950"/>
                    <a:gd name="connsiteX5" fmla="*/ 404336 w 409575"/>
                    <a:gd name="connsiteY5" fmla="*/ 190738 h 742950"/>
                    <a:gd name="connsiteX6" fmla="*/ 7144 w 409575"/>
                    <a:gd name="connsiteY6" fmla="*/ 190738 h 7429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409575" h="742950">
                      <a:moveTo>
                        <a:pt x="7144" y="190738"/>
                      </a:moveTo>
                      <a:lnTo>
                        <a:pt x="7144" y="494586"/>
                      </a:lnTo>
                      <a:lnTo>
                        <a:pt x="7144" y="644128"/>
                      </a:lnTo>
                      <a:cubicBezTo>
                        <a:pt x="116681" y="773668"/>
                        <a:pt x="294799" y="777478"/>
                        <a:pt x="404336" y="644128"/>
                      </a:cubicBezTo>
                      <a:lnTo>
                        <a:pt x="404336" y="494586"/>
                      </a:lnTo>
                      <a:lnTo>
                        <a:pt x="404336" y="190738"/>
                      </a:lnTo>
                      <a:cubicBezTo>
                        <a:pt x="404336" y="-54054"/>
                        <a:pt x="7144" y="-54054"/>
                        <a:pt x="7144" y="190738"/>
                      </a:cubicBezTo>
                      <a:close/>
                    </a:path>
                  </a:pathLst>
                </a:custGeom>
                <a:solidFill>
                  <a:srgbClr val="F6D1A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2" name="Freeform: Shape 21">
                  <a:extLst>
                    <a:ext uri="{FF2B5EF4-FFF2-40B4-BE49-F238E27FC236}">
                      <a16:creationId xmlns:a16="http://schemas.microsoft.com/office/drawing/2014/main" id="{26C839E0-D4D7-45FF-AC1E-384A7DA07EBC}"/>
                    </a:ext>
                  </a:extLst>
                </p:cNvPr>
                <p:cNvSpPr/>
                <p:nvPr/>
              </p:nvSpPr>
              <p:spPr>
                <a:xfrm>
                  <a:off x="1301616" y="2976041"/>
                  <a:ext cx="152400" cy="228600"/>
                </a:xfrm>
                <a:custGeom>
                  <a:avLst/>
                  <a:gdLst>
                    <a:gd name="connsiteX0" fmla="*/ 44334 w 152400"/>
                    <a:gd name="connsiteY0" fmla="*/ 9094 h 228600"/>
                    <a:gd name="connsiteX1" fmla="*/ 143394 w 152400"/>
                    <a:gd name="connsiteY1" fmla="*/ 97677 h 228600"/>
                    <a:gd name="connsiteX2" fmla="*/ 115771 w 152400"/>
                    <a:gd name="connsiteY2" fmla="*/ 228169 h 228600"/>
                    <a:gd name="connsiteX3" fmla="*/ 16711 w 152400"/>
                    <a:gd name="connsiteY3" fmla="*/ 139587 h 228600"/>
                    <a:gd name="connsiteX4" fmla="*/ 44334 w 152400"/>
                    <a:gd name="connsiteY4" fmla="*/ 9094 h 2286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2400" h="228600">
                      <a:moveTo>
                        <a:pt x="44334" y="9094"/>
                      </a:moveTo>
                      <a:cubicBezTo>
                        <a:pt x="79576" y="-2336"/>
                        <a:pt x="123391" y="37669"/>
                        <a:pt x="143394" y="97677"/>
                      </a:cubicBezTo>
                      <a:cubicBezTo>
                        <a:pt x="163396" y="157684"/>
                        <a:pt x="151014" y="216739"/>
                        <a:pt x="115771" y="228169"/>
                      </a:cubicBezTo>
                      <a:cubicBezTo>
                        <a:pt x="80529" y="239599"/>
                        <a:pt x="36714" y="199594"/>
                        <a:pt x="16711" y="139587"/>
                      </a:cubicBezTo>
                      <a:cubicBezTo>
                        <a:pt x="-3291" y="78627"/>
                        <a:pt x="9091" y="20524"/>
                        <a:pt x="44334" y="9094"/>
                      </a:cubicBezTo>
                      <a:close/>
                    </a:path>
                  </a:pathLst>
                </a:custGeom>
                <a:solidFill>
                  <a:srgbClr val="F6D1A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3" name="Freeform: Shape 22">
                  <a:extLst>
                    <a:ext uri="{FF2B5EF4-FFF2-40B4-BE49-F238E27FC236}">
                      <a16:creationId xmlns:a16="http://schemas.microsoft.com/office/drawing/2014/main" id="{10E3901E-E846-4934-8E1D-AD72CA6BDE74}"/>
                    </a:ext>
                  </a:extLst>
                </p:cNvPr>
                <p:cNvSpPr/>
                <p:nvPr/>
              </p:nvSpPr>
              <p:spPr>
                <a:xfrm>
                  <a:off x="2055996" y="2976041"/>
                  <a:ext cx="152400" cy="228600"/>
                </a:xfrm>
                <a:custGeom>
                  <a:avLst/>
                  <a:gdLst>
                    <a:gd name="connsiteX0" fmla="*/ 115771 w 152400"/>
                    <a:gd name="connsiteY0" fmla="*/ 9094 h 228600"/>
                    <a:gd name="connsiteX1" fmla="*/ 16711 w 152400"/>
                    <a:gd name="connsiteY1" fmla="*/ 97677 h 228600"/>
                    <a:gd name="connsiteX2" fmla="*/ 44334 w 152400"/>
                    <a:gd name="connsiteY2" fmla="*/ 228169 h 228600"/>
                    <a:gd name="connsiteX3" fmla="*/ 143394 w 152400"/>
                    <a:gd name="connsiteY3" fmla="*/ 139587 h 228600"/>
                    <a:gd name="connsiteX4" fmla="*/ 115771 w 152400"/>
                    <a:gd name="connsiteY4" fmla="*/ 9094 h 2286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2400" h="228600">
                      <a:moveTo>
                        <a:pt x="115771" y="9094"/>
                      </a:moveTo>
                      <a:cubicBezTo>
                        <a:pt x="80529" y="-2336"/>
                        <a:pt x="36714" y="37669"/>
                        <a:pt x="16711" y="97677"/>
                      </a:cubicBezTo>
                      <a:cubicBezTo>
                        <a:pt x="-3291" y="157684"/>
                        <a:pt x="9091" y="216739"/>
                        <a:pt x="44334" y="228169"/>
                      </a:cubicBezTo>
                      <a:cubicBezTo>
                        <a:pt x="79576" y="239599"/>
                        <a:pt x="123391" y="199594"/>
                        <a:pt x="143394" y="139587"/>
                      </a:cubicBezTo>
                      <a:cubicBezTo>
                        <a:pt x="163396" y="78627"/>
                        <a:pt x="151014" y="20524"/>
                        <a:pt x="115771" y="9094"/>
                      </a:cubicBezTo>
                      <a:close/>
                    </a:path>
                  </a:pathLst>
                </a:custGeom>
                <a:solidFill>
                  <a:srgbClr val="F6D1A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4" name="Freeform: Shape 23">
                  <a:extLst>
                    <a:ext uri="{FF2B5EF4-FFF2-40B4-BE49-F238E27FC236}">
                      <a16:creationId xmlns:a16="http://schemas.microsoft.com/office/drawing/2014/main" id="{F9B82F95-F3ED-44E4-B7D2-D5F6F8DC6C31}"/>
                    </a:ext>
                  </a:extLst>
                </p:cNvPr>
                <p:cNvSpPr/>
                <p:nvPr/>
              </p:nvSpPr>
              <p:spPr>
                <a:xfrm>
                  <a:off x="1554071" y="3481864"/>
                  <a:ext cx="409575" cy="152400"/>
                </a:xfrm>
                <a:custGeom>
                  <a:avLst/>
                  <a:gdLst>
                    <a:gd name="connsiteX0" fmla="*/ 7144 w 409575"/>
                    <a:gd name="connsiteY0" fmla="*/ 7144 h 152400"/>
                    <a:gd name="connsiteX1" fmla="*/ 7144 w 409575"/>
                    <a:gd name="connsiteY1" fmla="*/ 21431 h 152400"/>
                    <a:gd name="connsiteX2" fmla="*/ 205264 w 409575"/>
                    <a:gd name="connsiteY2" fmla="*/ 146209 h 152400"/>
                    <a:gd name="connsiteX3" fmla="*/ 404336 w 409575"/>
                    <a:gd name="connsiteY3" fmla="*/ 30004 h 152400"/>
                    <a:gd name="connsiteX4" fmla="*/ 404336 w 409575"/>
                    <a:gd name="connsiteY4" fmla="*/ 8096 h 1524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409575" h="152400">
                      <a:moveTo>
                        <a:pt x="7144" y="7144"/>
                      </a:moveTo>
                      <a:lnTo>
                        <a:pt x="7144" y="21431"/>
                      </a:lnTo>
                      <a:cubicBezTo>
                        <a:pt x="7144" y="21431"/>
                        <a:pt x="108109" y="141446"/>
                        <a:pt x="205264" y="146209"/>
                      </a:cubicBezTo>
                      <a:cubicBezTo>
                        <a:pt x="302419" y="150971"/>
                        <a:pt x="404336" y="30004"/>
                        <a:pt x="404336" y="30004"/>
                      </a:cubicBezTo>
                      <a:lnTo>
                        <a:pt x="404336" y="8096"/>
                      </a:lnTo>
                    </a:path>
                  </a:pathLst>
                </a:custGeom>
                <a:solidFill>
                  <a:srgbClr val="000000">
                    <a:alpha val="20000"/>
                  </a:srgbClr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5" name="Freeform: Shape 24">
                  <a:extLst>
                    <a:ext uri="{FF2B5EF4-FFF2-40B4-BE49-F238E27FC236}">
                      <a16:creationId xmlns:a16="http://schemas.microsoft.com/office/drawing/2014/main" id="{10D12808-3440-49C1-8088-9DE0151FE012}"/>
                    </a:ext>
                  </a:extLst>
                </p:cNvPr>
                <p:cNvSpPr/>
                <p:nvPr/>
              </p:nvSpPr>
              <p:spPr>
                <a:xfrm>
                  <a:off x="1339350" y="2449354"/>
                  <a:ext cx="838200" cy="1133475"/>
                </a:xfrm>
                <a:custGeom>
                  <a:avLst/>
                  <a:gdLst>
                    <a:gd name="connsiteX0" fmla="*/ 420937 w 838200"/>
                    <a:gd name="connsiteY0" fmla="*/ 7144 h 1133475"/>
                    <a:gd name="connsiteX1" fmla="*/ 83752 w 838200"/>
                    <a:gd name="connsiteY1" fmla="*/ 908209 h 1133475"/>
                    <a:gd name="connsiteX2" fmla="*/ 420937 w 838200"/>
                    <a:gd name="connsiteY2" fmla="*/ 1134904 h 1133475"/>
                    <a:gd name="connsiteX3" fmla="*/ 758122 w 838200"/>
                    <a:gd name="connsiteY3" fmla="*/ 908209 h 1133475"/>
                    <a:gd name="connsiteX4" fmla="*/ 420937 w 838200"/>
                    <a:gd name="connsiteY4" fmla="*/ 7144 h 11334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838200" h="1133475">
                      <a:moveTo>
                        <a:pt x="420937" y="7144"/>
                      </a:moveTo>
                      <a:cubicBezTo>
                        <a:pt x="-189616" y="7144"/>
                        <a:pt x="44699" y="843439"/>
                        <a:pt x="83752" y="908209"/>
                      </a:cubicBezTo>
                      <a:cubicBezTo>
                        <a:pt x="127567" y="978694"/>
                        <a:pt x="321877" y="1134904"/>
                        <a:pt x="420937" y="1134904"/>
                      </a:cubicBezTo>
                      <a:cubicBezTo>
                        <a:pt x="519997" y="1134904"/>
                        <a:pt x="713354" y="978694"/>
                        <a:pt x="758122" y="908209"/>
                      </a:cubicBezTo>
                      <a:cubicBezTo>
                        <a:pt x="797174" y="843439"/>
                        <a:pt x="1031489" y="7144"/>
                        <a:pt x="420937" y="7144"/>
                      </a:cubicBezTo>
                      <a:close/>
                    </a:path>
                  </a:pathLst>
                </a:custGeom>
                <a:solidFill>
                  <a:srgbClr val="F6D1A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6" name="Freeform: Shape 25">
                  <a:extLst>
                    <a:ext uri="{FF2B5EF4-FFF2-40B4-BE49-F238E27FC236}">
                      <a16:creationId xmlns:a16="http://schemas.microsoft.com/office/drawing/2014/main" id="{1D868092-4D35-4C6D-963F-A2E42AEF04A8}"/>
                    </a:ext>
                  </a:extLst>
                </p:cNvPr>
                <p:cNvSpPr/>
                <p:nvPr/>
              </p:nvSpPr>
              <p:spPr>
                <a:xfrm>
                  <a:off x="1325450" y="2383580"/>
                  <a:ext cx="876300" cy="800100"/>
                </a:xfrm>
                <a:custGeom>
                  <a:avLst/>
                  <a:gdLst>
                    <a:gd name="connsiteX0" fmla="*/ 708205 w 876300"/>
                    <a:gd name="connsiteY0" fmla="*/ 91968 h 800100"/>
                    <a:gd name="connsiteX1" fmla="*/ 87175 w 876300"/>
                    <a:gd name="connsiteY1" fmla="*/ 161500 h 800100"/>
                    <a:gd name="connsiteX2" fmla="*/ 38597 w 876300"/>
                    <a:gd name="connsiteY2" fmla="*/ 781578 h 800100"/>
                    <a:gd name="connsiteX3" fmla="*/ 38597 w 876300"/>
                    <a:gd name="connsiteY3" fmla="*/ 780625 h 800100"/>
                    <a:gd name="connsiteX4" fmla="*/ 39550 w 876300"/>
                    <a:gd name="connsiteY4" fmla="*/ 786340 h 800100"/>
                    <a:gd name="connsiteX5" fmla="*/ 44312 w 876300"/>
                    <a:gd name="connsiteY5" fmla="*/ 793960 h 800100"/>
                    <a:gd name="connsiteX6" fmla="*/ 55742 w 876300"/>
                    <a:gd name="connsiteY6" fmla="*/ 793008 h 800100"/>
                    <a:gd name="connsiteX7" fmla="*/ 56695 w 876300"/>
                    <a:gd name="connsiteY7" fmla="*/ 790150 h 800100"/>
                    <a:gd name="connsiteX8" fmla="*/ 56695 w 876300"/>
                    <a:gd name="connsiteY8" fmla="*/ 738715 h 800100"/>
                    <a:gd name="connsiteX9" fmla="*/ 44312 w 876300"/>
                    <a:gd name="connsiteY9" fmla="*/ 660610 h 800100"/>
                    <a:gd name="connsiteX10" fmla="*/ 150992 w 876300"/>
                    <a:gd name="connsiteY10" fmla="*/ 366288 h 800100"/>
                    <a:gd name="connsiteX11" fmla="*/ 170995 w 876300"/>
                    <a:gd name="connsiteY11" fmla="*/ 337713 h 800100"/>
                    <a:gd name="connsiteX12" fmla="*/ 197665 w 876300"/>
                    <a:gd name="connsiteY12" fmla="*/ 307233 h 800100"/>
                    <a:gd name="connsiteX13" fmla="*/ 212905 w 876300"/>
                    <a:gd name="connsiteY13" fmla="*/ 296755 h 800100"/>
                    <a:gd name="connsiteX14" fmla="*/ 543422 w 876300"/>
                    <a:gd name="connsiteY14" fmla="*/ 347238 h 800100"/>
                    <a:gd name="connsiteX15" fmla="*/ 633910 w 876300"/>
                    <a:gd name="connsiteY15" fmla="*/ 289135 h 800100"/>
                    <a:gd name="connsiteX16" fmla="*/ 707252 w 876300"/>
                    <a:gd name="connsiteY16" fmla="*/ 350095 h 800100"/>
                    <a:gd name="connsiteX17" fmla="*/ 823457 w 876300"/>
                    <a:gd name="connsiteY17" fmla="*/ 680613 h 800100"/>
                    <a:gd name="connsiteX18" fmla="*/ 814885 w 876300"/>
                    <a:gd name="connsiteY18" fmla="*/ 738715 h 800100"/>
                    <a:gd name="connsiteX19" fmla="*/ 814885 w 876300"/>
                    <a:gd name="connsiteY19" fmla="*/ 790150 h 800100"/>
                    <a:gd name="connsiteX20" fmla="*/ 815837 w 876300"/>
                    <a:gd name="connsiteY20" fmla="*/ 793008 h 800100"/>
                    <a:gd name="connsiteX21" fmla="*/ 827267 w 876300"/>
                    <a:gd name="connsiteY21" fmla="*/ 793960 h 800100"/>
                    <a:gd name="connsiteX22" fmla="*/ 832030 w 876300"/>
                    <a:gd name="connsiteY22" fmla="*/ 786340 h 800100"/>
                    <a:gd name="connsiteX23" fmla="*/ 834887 w 876300"/>
                    <a:gd name="connsiteY23" fmla="*/ 765385 h 800100"/>
                    <a:gd name="connsiteX24" fmla="*/ 838697 w 876300"/>
                    <a:gd name="connsiteY24" fmla="*/ 734905 h 800100"/>
                    <a:gd name="connsiteX25" fmla="*/ 708205 w 876300"/>
                    <a:gd name="connsiteY25" fmla="*/ 91968 h 800100"/>
                    <a:gd name="connsiteX26" fmla="*/ 395785 w 876300"/>
                    <a:gd name="connsiteY26" fmla="*/ 251988 h 800100"/>
                    <a:gd name="connsiteX27" fmla="*/ 385307 w 876300"/>
                    <a:gd name="connsiteY27" fmla="*/ 249130 h 800100"/>
                    <a:gd name="connsiteX28" fmla="*/ 400547 w 876300"/>
                    <a:gd name="connsiteY28" fmla="*/ 252940 h 800100"/>
                    <a:gd name="connsiteX29" fmla="*/ 395785 w 876300"/>
                    <a:gd name="connsiteY29" fmla="*/ 251988 h 8001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</a:cxnLst>
                  <a:rect l="l" t="t" r="r" b="b"/>
                  <a:pathLst>
                    <a:path w="876300" h="800100">
                      <a:moveTo>
                        <a:pt x="708205" y="91968"/>
                      </a:moveTo>
                      <a:cubicBezTo>
                        <a:pt x="501512" y="-69957"/>
                        <a:pt x="183377" y="26245"/>
                        <a:pt x="87175" y="161500"/>
                      </a:cubicBezTo>
                      <a:cubicBezTo>
                        <a:pt x="-32840" y="331045"/>
                        <a:pt x="10022" y="588220"/>
                        <a:pt x="38597" y="781578"/>
                      </a:cubicBezTo>
                      <a:cubicBezTo>
                        <a:pt x="38597" y="781578"/>
                        <a:pt x="38597" y="780625"/>
                        <a:pt x="38597" y="780625"/>
                      </a:cubicBezTo>
                      <a:cubicBezTo>
                        <a:pt x="38597" y="782530"/>
                        <a:pt x="39550" y="784435"/>
                        <a:pt x="39550" y="786340"/>
                      </a:cubicBezTo>
                      <a:cubicBezTo>
                        <a:pt x="39550" y="788245"/>
                        <a:pt x="43360" y="792055"/>
                        <a:pt x="44312" y="793960"/>
                      </a:cubicBezTo>
                      <a:cubicBezTo>
                        <a:pt x="45265" y="795865"/>
                        <a:pt x="52885" y="793960"/>
                        <a:pt x="55742" y="793008"/>
                      </a:cubicBezTo>
                      <a:cubicBezTo>
                        <a:pt x="56695" y="793008"/>
                        <a:pt x="56695" y="791103"/>
                        <a:pt x="56695" y="790150"/>
                      </a:cubicBezTo>
                      <a:cubicBezTo>
                        <a:pt x="57647" y="773005"/>
                        <a:pt x="56695" y="739668"/>
                        <a:pt x="56695" y="738715"/>
                      </a:cubicBezTo>
                      <a:cubicBezTo>
                        <a:pt x="54790" y="712045"/>
                        <a:pt x="49075" y="686328"/>
                        <a:pt x="44312" y="660610"/>
                      </a:cubicBezTo>
                      <a:cubicBezTo>
                        <a:pt x="63362" y="538690"/>
                        <a:pt x="120512" y="512973"/>
                        <a:pt x="150992" y="366288"/>
                      </a:cubicBezTo>
                      <a:cubicBezTo>
                        <a:pt x="157660" y="356763"/>
                        <a:pt x="164327" y="347238"/>
                        <a:pt x="170995" y="337713"/>
                      </a:cubicBezTo>
                      <a:cubicBezTo>
                        <a:pt x="179567" y="327235"/>
                        <a:pt x="187187" y="316758"/>
                        <a:pt x="197665" y="307233"/>
                      </a:cubicBezTo>
                      <a:cubicBezTo>
                        <a:pt x="202427" y="304375"/>
                        <a:pt x="208142" y="300565"/>
                        <a:pt x="212905" y="296755"/>
                      </a:cubicBezTo>
                      <a:cubicBezTo>
                        <a:pt x="324347" y="255798"/>
                        <a:pt x="438647" y="305328"/>
                        <a:pt x="543422" y="347238"/>
                      </a:cubicBezTo>
                      <a:cubicBezTo>
                        <a:pt x="583427" y="363430"/>
                        <a:pt x="589142" y="291993"/>
                        <a:pt x="633910" y="289135"/>
                      </a:cubicBezTo>
                      <a:cubicBezTo>
                        <a:pt x="652960" y="287230"/>
                        <a:pt x="692012" y="352000"/>
                        <a:pt x="707252" y="350095"/>
                      </a:cubicBezTo>
                      <a:cubicBezTo>
                        <a:pt x="864415" y="331998"/>
                        <a:pt x="798692" y="570123"/>
                        <a:pt x="823457" y="680613"/>
                      </a:cubicBezTo>
                      <a:cubicBezTo>
                        <a:pt x="819647" y="699663"/>
                        <a:pt x="816790" y="718713"/>
                        <a:pt x="814885" y="738715"/>
                      </a:cubicBezTo>
                      <a:cubicBezTo>
                        <a:pt x="814885" y="738715"/>
                        <a:pt x="813932" y="773005"/>
                        <a:pt x="814885" y="790150"/>
                      </a:cubicBezTo>
                      <a:cubicBezTo>
                        <a:pt x="814885" y="791103"/>
                        <a:pt x="814885" y="792055"/>
                        <a:pt x="815837" y="793008"/>
                      </a:cubicBezTo>
                      <a:cubicBezTo>
                        <a:pt x="818695" y="793960"/>
                        <a:pt x="825362" y="795865"/>
                        <a:pt x="827267" y="793960"/>
                      </a:cubicBezTo>
                      <a:cubicBezTo>
                        <a:pt x="828220" y="793008"/>
                        <a:pt x="831077" y="788245"/>
                        <a:pt x="832030" y="786340"/>
                      </a:cubicBezTo>
                      <a:cubicBezTo>
                        <a:pt x="833935" y="778720"/>
                        <a:pt x="833935" y="773005"/>
                        <a:pt x="834887" y="765385"/>
                      </a:cubicBezTo>
                      <a:cubicBezTo>
                        <a:pt x="835840" y="755860"/>
                        <a:pt x="837745" y="745383"/>
                        <a:pt x="838697" y="734905"/>
                      </a:cubicBezTo>
                      <a:cubicBezTo>
                        <a:pt x="869177" y="615843"/>
                        <a:pt x="928232" y="143403"/>
                        <a:pt x="708205" y="91968"/>
                      </a:cubicBezTo>
                      <a:close/>
                      <a:moveTo>
                        <a:pt x="395785" y="251988"/>
                      </a:moveTo>
                      <a:cubicBezTo>
                        <a:pt x="391975" y="251035"/>
                        <a:pt x="389117" y="250083"/>
                        <a:pt x="385307" y="249130"/>
                      </a:cubicBezTo>
                      <a:cubicBezTo>
                        <a:pt x="390070" y="250083"/>
                        <a:pt x="395785" y="251988"/>
                        <a:pt x="400547" y="252940"/>
                      </a:cubicBezTo>
                      <a:cubicBezTo>
                        <a:pt x="398642" y="251988"/>
                        <a:pt x="397690" y="251988"/>
                        <a:pt x="395785" y="251988"/>
                      </a:cubicBezTo>
                      <a:close/>
                    </a:path>
                  </a:pathLst>
                </a:custGeom>
                <a:solidFill>
                  <a:srgbClr val="343434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7" name="Freeform: Shape 26">
                  <a:extLst>
                    <a:ext uri="{FF2B5EF4-FFF2-40B4-BE49-F238E27FC236}">
                      <a16:creationId xmlns:a16="http://schemas.microsoft.com/office/drawing/2014/main" id="{FA9BFA78-DB13-4D5C-8B54-506FD1D763FA}"/>
                    </a:ext>
                  </a:extLst>
                </p:cNvPr>
                <p:cNvSpPr/>
                <p:nvPr/>
              </p:nvSpPr>
              <p:spPr>
                <a:xfrm>
                  <a:off x="1715043" y="3980974"/>
                  <a:ext cx="85725" cy="9525"/>
                </a:xfrm>
                <a:custGeom>
                  <a:avLst/>
                  <a:gdLst>
                    <a:gd name="connsiteX0" fmla="*/ 7144 w 85725"/>
                    <a:gd name="connsiteY0" fmla="*/ 7144 h 9525"/>
                    <a:gd name="connsiteX1" fmla="*/ 81439 w 85725"/>
                    <a:gd name="connsiteY1" fmla="*/ 7144 h 9525"/>
                    <a:gd name="connsiteX2" fmla="*/ 82391 w 85725"/>
                    <a:gd name="connsiteY2" fmla="*/ 10001 h 9525"/>
                    <a:gd name="connsiteX3" fmla="*/ 7144 w 85725"/>
                    <a:gd name="connsiteY3" fmla="*/ 10001 h 95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85725" h="9525">
                      <a:moveTo>
                        <a:pt x="7144" y="7144"/>
                      </a:moveTo>
                      <a:lnTo>
                        <a:pt x="81439" y="7144"/>
                      </a:lnTo>
                      <a:lnTo>
                        <a:pt x="82391" y="10001"/>
                      </a:lnTo>
                      <a:lnTo>
                        <a:pt x="7144" y="10001"/>
                      </a:lnTo>
                      <a:close/>
                    </a:path>
                  </a:pathLst>
                </a:custGeom>
                <a:solidFill>
                  <a:srgbClr val="000000">
                    <a:alpha val="10000"/>
                  </a:srgbClr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8" name="Freeform: Shape 27">
                  <a:extLst>
                    <a:ext uri="{FF2B5EF4-FFF2-40B4-BE49-F238E27FC236}">
                      <a16:creationId xmlns:a16="http://schemas.microsoft.com/office/drawing/2014/main" id="{3A51A915-702F-4EE7-BA16-4992F6D4CA03}"/>
                    </a:ext>
                  </a:extLst>
                </p:cNvPr>
                <p:cNvSpPr/>
                <p:nvPr/>
              </p:nvSpPr>
              <p:spPr>
                <a:xfrm>
                  <a:off x="1174542" y="2447737"/>
                  <a:ext cx="800100" cy="438150"/>
                </a:xfrm>
                <a:custGeom>
                  <a:avLst/>
                  <a:gdLst>
                    <a:gd name="connsiteX0" fmla="*/ 702902 w 800100"/>
                    <a:gd name="connsiteY0" fmla="*/ 84008 h 438150"/>
                    <a:gd name="connsiteX1" fmla="*/ 366670 w 800100"/>
                    <a:gd name="connsiteY1" fmla="*/ 26858 h 438150"/>
                    <a:gd name="connsiteX2" fmla="*/ 33295 w 800100"/>
                    <a:gd name="connsiteY2" fmla="*/ 74483 h 438150"/>
                    <a:gd name="connsiteX3" fmla="*/ 119020 w 800100"/>
                    <a:gd name="connsiteY3" fmla="*/ 388808 h 438150"/>
                    <a:gd name="connsiteX4" fmla="*/ 573362 w 800100"/>
                    <a:gd name="connsiteY4" fmla="*/ 344041 h 438150"/>
                    <a:gd name="connsiteX5" fmla="*/ 785770 w 800100"/>
                    <a:gd name="connsiteY5" fmla="*/ 191641 h 438150"/>
                    <a:gd name="connsiteX6" fmla="*/ 702902 w 800100"/>
                    <a:gd name="connsiteY6" fmla="*/ 84008 h 4381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800100" h="438150">
                      <a:moveTo>
                        <a:pt x="702902" y="84008"/>
                      </a:moveTo>
                      <a:cubicBezTo>
                        <a:pt x="702902" y="84008"/>
                        <a:pt x="524785" y="-39817"/>
                        <a:pt x="366670" y="26858"/>
                      </a:cubicBezTo>
                      <a:cubicBezTo>
                        <a:pt x="208555" y="93533"/>
                        <a:pt x="68537" y="119251"/>
                        <a:pt x="33295" y="74483"/>
                      </a:cubicBezTo>
                      <a:cubicBezTo>
                        <a:pt x="33295" y="74483"/>
                        <a:pt x="-64813" y="281176"/>
                        <a:pt x="119020" y="388808"/>
                      </a:cubicBezTo>
                      <a:cubicBezTo>
                        <a:pt x="302852" y="496441"/>
                        <a:pt x="512402" y="410716"/>
                        <a:pt x="573362" y="344041"/>
                      </a:cubicBezTo>
                      <a:cubicBezTo>
                        <a:pt x="633370" y="277366"/>
                        <a:pt x="732430" y="169733"/>
                        <a:pt x="785770" y="191641"/>
                      </a:cubicBezTo>
                      <a:cubicBezTo>
                        <a:pt x="840062" y="214501"/>
                        <a:pt x="702902" y="84008"/>
                        <a:pt x="702902" y="84008"/>
                      </a:cubicBezTo>
                      <a:close/>
                    </a:path>
                  </a:pathLst>
                </a:custGeom>
                <a:solidFill>
                  <a:srgbClr val="343434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</p:grpSp>
          <p:grpSp>
            <p:nvGrpSpPr>
              <p:cNvPr id="14" name="Group 13">
                <a:extLst>
                  <a:ext uri="{FF2B5EF4-FFF2-40B4-BE49-F238E27FC236}">
                    <a16:creationId xmlns:a16="http://schemas.microsoft.com/office/drawing/2014/main" id="{DFA06DCB-1905-4116-8DA7-15674CD18724}"/>
                  </a:ext>
                </a:extLst>
              </p:cNvPr>
              <p:cNvGrpSpPr/>
              <p:nvPr/>
            </p:nvGrpSpPr>
            <p:grpSpPr>
              <a:xfrm>
                <a:off x="1521799" y="-1594576"/>
                <a:ext cx="1675880" cy="996328"/>
                <a:chOff x="9495405" y="2976329"/>
                <a:chExt cx="1857375" cy="996328"/>
              </a:xfrm>
            </p:grpSpPr>
            <p:grpSp>
              <p:nvGrpSpPr>
                <p:cNvPr id="15" name="Group 14">
                  <a:extLst>
                    <a:ext uri="{FF2B5EF4-FFF2-40B4-BE49-F238E27FC236}">
                      <a16:creationId xmlns:a16="http://schemas.microsoft.com/office/drawing/2014/main" id="{B497B927-24CF-42DD-A47D-A10517C55B06}"/>
                    </a:ext>
                  </a:extLst>
                </p:cNvPr>
                <p:cNvGrpSpPr/>
                <p:nvPr/>
              </p:nvGrpSpPr>
              <p:grpSpPr>
                <a:xfrm>
                  <a:off x="9495405" y="2976329"/>
                  <a:ext cx="1857375" cy="958376"/>
                  <a:chOff x="9495405" y="2976329"/>
                  <a:chExt cx="1857375" cy="958376"/>
                </a:xfrm>
              </p:grpSpPr>
              <p:sp>
                <p:nvSpPr>
                  <p:cNvPr id="17" name="Rectangle: Rounded Corners 16">
                    <a:extLst>
                      <a:ext uri="{FF2B5EF4-FFF2-40B4-BE49-F238E27FC236}">
                        <a16:creationId xmlns:a16="http://schemas.microsoft.com/office/drawing/2014/main" id="{33C213DC-76F6-4030-9A1F-A8EFFDE86B99}"/>
                      </a:ext>
                    </a:extLst>
                  </p:cNvPr>
                  <p:cNvSpPr/>
                  <p:nvPr/>
                </p:nvSpPr>
                <p:spPr>
                  <a:xfrm>
                    <a:off x="9495405" y="2976329"/>
                    <a:ext cx="1857375" cy="958376"/>
                  </a:xfrm>
                  <a:prstGeom prst="roundRect">
                    <a:avLst>
                      <a:gd name="adj" fmla="val 4741"/>
                    </a:avLst>
                  </a:prstGeom>
                  <a:solidFill>
                    <a:schemeClr val="bg1">
                      <a:lumMod val="85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8" name="Oval 17">
                    <a:extLst>
                      <a:ext uri="{FF2B5EF4-FFF2-40B4-BE49-F238E27FC236}">
                        <a16:creationId xmlns:a16="http://schemas.microsoft.com/office/drawing/2014/main" id="{23AEDD89-CF8D-4CED-8329-83C26E254C06}"/>
                      </a:ext>
                    </a:extLst>
                  </p:cNvPr>
                  <p:cNvSpPr/>
                  <p:nvPr/>
                </p:nvSpPr>
                <p:spPr>
                  <a:xfrm>
                    <a:off x="10309032" y="3340457"/>
                    <a:ext cx="230120" cy="230120"/>
                  </a:xfrm>
                  <a:prstGeom prst="ellipse">
                    <a:avLst/>
                  </a:prstGeom>
                  <a:solidFill>
                    <a:schemeClr val="bg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sp>
              <p:nvSpPr>
                <p:cNvPr id="16" name="Rectangle: Rounded Corners 15">
                  <a:extLst>
                    <a:ext uri="{FF2B5EF4-FFF2-40B4-BE49-F238E27FC236}">
                      <a16:creationId xmlns:a16="http://schemas.microsoft.com/office/drawing/2014/main" id="{FD47ACCF-E848-4878-9D9D-819C32995E0B}"/>
                    </a:ext>
                  </a:extLst>
                </p:cNvPr>
                <p:cNvSpPr/>
                <p:nvPr/>
              </p:nvSpPr>
              <p:spPr>
                <a:xfrm>
                  <a:off x="9495405" y="3875502"/>
                  <a:ext cx="1857375" cy="97155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bg1">
                    <a:lumMod val="6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</p:grpSp>
      <p:pic>
        <p:nvPicPr>
          <p:cNvPr id="29" name="Picture 28" descr="A picture containing sitting, looking, small, brown&#10;&#10;Description automatically generated">
            <a:extLst>
              <a:ext uri="{FF2B5EF4-FFF2-40B4-BE49-F238E27FC236}">
                <a16:creationId xmlns:a16="http://schemas.microsoft.com/office/drawing/2014/main" id="{E72268FA-36BA-45E1-B4D7-39EB75362885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06444" y="1661846"/>
            <a:ext cx="1316417" cy="3352228"/>
          </a:xfrm>
          <a:prstGeom prst="rect">
            <a:avLst/>
          </a:prstGeom>
        </p:spPr>
      </p:pic>
      <p:sp>
        <p:nvSpPr>
          <p:cNvPr id="34" name="Speech Bubble: Rectangle with Corners Rounded 33">
            <a:extLst>
              <a:ext uri="{FF2B5EF4-FFF2-40B4-BE49-F238E27FC236}">
                <a16:creationId xmlns:a16="http://schemas.microsoft.com/office/drawing/2014/main" id="{74789032-5712-4158-860C-593BFF0F4F3C}"/>
              </a:ext>
            </a:extLst>
          </p:cNvPr>
          <p:cNvSpPr/>
          <p:nvPr/>
        </p:nvSpPr>
        <p:spPr>
          <a:xfrm>
            <a:off x="3591574" y="4208243"/>
            <a:ext cx="4177867" cy="851597"/>
          </a:xfrm>
          <a:prstGeom prst="wedgeRoundRectCallout">
            <a:avLst>
              <a:gd name="adj1" fmla="val -54620"/>
              <a:gd name="adj2" fmla="val 30941"/>
              <a:gd name="adj3" fmla="val 16667"/>
            </a:avLst>
          </a:prstGeom>
          <a:solidFill>
            <a:srgbClr val="29758C"/>
          </a:solidFill>
          <a:ln>
            <a:noFill/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b="1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Incomplete decommissioning </a:t>
            </a:r>
            <a:r>
              <a:rPr lang="en-US" sz="200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of host names that are no longer in use</a:t>
            </a:r>
          </a:p>
        </p:txBody>
      </p:sp>
      <p:sp>
        <p:nvSpPr>
          <p:cNvPr id="37" name="Speech Bubble: Rectangle with Corners Rounded 36">
            <a:extLst>
              <a:ext uri="{FF2B5EF4-FFF2-40B4-BE49-F238E27FC236}">
                <a16:creationId xmlns:a16="http://schemas.microsoft.com/office/drawing/2014/main" id="{7FC44691-F412-4C52-BEC4-66D839BE6999}"/>
              </a:ext>
            </a:extLst>
          </p:cNvPr>
          <p:cNvSpPr/>
          <p:nvPr/>
        </p:nvSpPr>
        <p:spPr>
          <a:xfrm>
            <a:off x="6198517" y="2363215"/>
            <a:ext cx="3471934" cy="520748"/>
          </a:xfrm>
          <a:prstGeom prst="wedgeRoundRectCallout">
            <a:avLst>
              <a:gd name="adj1" fmla="val 56302"/>
              <a:gd name="adj2" fmla="val 43594"/>
              <a:gd name="adj3" fmla="val 16667"/>
            </a:avLst>
          </a:prstGeom>
          <a:solidFill>
            <a:srgbClr val="FAFAFF"/>
          </a:solidFill>
          <a:ln>
            <a:solidFill>
              <a:srgbClr val="86228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rgbClr val="862286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160k rewrite blackholing cases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98525781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 animBg="1"/>
      <p:bldP spid="34" grpId="0" animBg="1"/>
      <p:bldP spid="37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65;p14">
            <a:extLst>
              <a:ext uri="{FF2B5EF4-FFF2-40B4-BE49-F238E27FC236}">
                <a16:creationId xmlns:a16="http://schemas.microsoft.com/office/drawing/2014/main" id="{E98430C3-8C56-47EF-8D13-F1BC5B855A4C}"/>
              </a:ext>
            </a:extLst>
          </p:cNvPr>
          <p:cNvSpPr txBox="1">
            <a:spLocks/>
          </p:cNvSpPr>
          <p:nvPr/>
        </p:nvSpPr>
        <p:spPr>
          <a:xfrm>
            <a:off x="3622907" y="183682"/>
            <a:ext cx="5008703" cy="800179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121900" tIns="121900" rIns="121900" bIns="12190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 b="0" i="0" u="none" strike="noStrike" cap="non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 b="0" i="0" u="none" strike="noStrike" cap="non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 b="0" i="0" u="none" strike="noStrike" cap="non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 b="0" i="0" u="none" strike="noStrike" cap="non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 b="0" i="0" u="none" strike="noStrike" cap="non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 b="0" i="0" u="none" strike="noStrike" cap="non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 b="0" i="0" u="none" strike="noStrike" cap="non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 b="0" i="0" u="none" strike="noStrike" cap="non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 b="0" i="0" u="none" strike="noStrike" cap="non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9pPr>
          </a:lstStyle>
          <a:p>
            <a:pPr defTabSz="914400"/>
            <a:r>
              <a:rPr lang="en-US" sz="3600" b="1" kern="0" cap="small" err="1">
                <a:solidFill>
                  <a:srgbClr val="546970"/>
                </a:solidFill>
                <a:latin typeface="Bookman Old Style" panose="02050604050505020204" pitchFamily="18" charset="0"/>
              </a:rPr>
              <a:t>GRoot</a:t>
            </a:r>
            <a:r>
              <a:rPr lang="en-US" sz="3600" b="1" kern="0">
                <a:solidFill>
                  <a:srgbClr val="546970"/>
                </a:solidFill>
                <a:latin typeface="Bookman Old Style" panose="02050604050505020204" pitchFamily="18" charset="0"/>
              </a:rPr>
              <a:t> Performance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2D906CAF-ED1E-4497-9E16-1CE9DB305745}"/>
              </a:ext>
            </a:extLst>
          </p:cNvPr>
          <p:cNvSpPr/>
          <p:nvPr/>
        </p:nvSpPr>
        <p:spPr>
          <a:xfrm flipV="1">
            <a:off x="4145001" y="886094"/>
            <a:ext cx="3901998" cy="27432"/>
          </a:xfrm>
          <a:prstGeom prst="roundRect">
            <a:avLst/>
          </a:prstGeom>
          <a:solidFill>
            <a:srgbClr val="26A69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82CEF57E-657E-494F-94F7-CEBF38F1ADA6}"/>
              </a:ext>
            </a:extLst>
          </p:cNvPr>
          <p:cNvSpPr/>
          <p:nvPr/>
        </p:nvSpPr>
        <p:spPr>
          <a:xfrm>
            <a:off x="357814" y="1901443"/>
            <a:ext cx="5151445" cy="2094994"/>
          </a:xfrm>
          <a:prstGeom prst="roundRect">
            <a:avLst>
              <a:gd name="adj" fmla="val 2798"/>
            </a:avLst>
          </a:prstGeom>
          <a:solidFill>
            <a:srgbClr val="FAFFFA"/>
          </a:solidFill>
          <a:ln w="19050">
            <a:solidFill>
              <a:srgbClr val="2E7D3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marL="342900" indent="-342900">
              <a:lnSpc>
                <a:spcPct val="100000"/>
              </a:lnSpc>
              <a:spcAft>
                <a:spcPts val="500"/>
              </a:spcAft>
              <a:buClr>
                <a:srgbClr val="2E7D32"/>
              </a:buClr>
              <a:buSzPct val="85000"/>
              <a:buFont typeface="Wingdings 2" panose="05020102010507070707" pitchFamily="18" charset="2"/>
              <a:buChar char=""/>
              <a:defRPr/>
            </a:pPr>
            <a:r>
              <a:rPr lang="en-US" kern="0" dirty="0">
                <a:solidFill>
                  <a:srgbClr val="2E7D32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Calibri" panose="020F0502020204030204" pitchFamily="34" charset="0"/>
              </a:rPr>
              <a:t>DNS Census – Publicly available DNS records </a:t>
            </a:r>
          </a:p>
          <a:p>
            <a:pPr marL="342900" indent="-342900">
              <a:lnSpc>
                <a:spcPct val="100000"/>
              </a:lnSpc>
              <a:spcAft>
                <a:spcPts val="500"/>
              </a:spcAft>
              <a:buClr>
                <a:srgbClr val="2E7D32"/>
              </a:buClr>
              <a:buSzPct val="85000"/>
              <a:buFont typeface="Wingdings 2" panose="05020102010507070707" pitchFamily="18" charset="2"/>
              <a:buChar char=""/>
              <a:defRPr/>
            </a:pPr>
            <a:r>
              <a:rPr lang="en-US" dirty="0">
                <a:solidFill>
                  <a:srgbClr val="2E7D32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Calibri" panose="020F0502020204030204" pitchFamily="34" charset="0"/>
              </a:rPr>
              <a:t>Created Zone files from CSV files</a:t>
            </a:r>
          </a:p>
          <a:p>
            <a:pPr marL="342900" indent="-342900">
              <a:lnSpc>
                <a:spcPct val="100000"/>
              </a:lnSpc>
              <a:spcAft>
                <a:spcPts val="500"/>
              </a:spcAft>
              <a:buClr>
                <a:srgbClr val="2E7D32"/>
              </a:buClr>
              <a:buSzPct val="85000"/>
              <a:buFont typeface="Wingdings 2" panose="05020102010507070707" pitchFamily="18" charset="2"/>
              <a:buChar char=""/>
              <a:defRPr/>
            </a:pPr>
            <a:r>
              <a:rPr lang="en-US" kern="0" dirty="0">
                <a:solidFill>
                  <a:srgbClr val="2E7D32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Noto Mono" panose="020B0609030804020204" pitchFamily="49" charset="0"/>
              </a:rPr>
              <a:t>1,368,523 second-level domains (e.g., </a:t>
            </a:r>
            <a:r>
              <a:rPr lang="en-US" kern="0" dirty="0">
                <a:solidFill>
                  <a:srgbClr val="2E7D32"/>
                </a:solidFill>
                <a:latin typeface="Lucida Sans Typewriter" panose="020B0509030504030204" pitchFamily="49" charset="0"/>
                <a:ea typeface="Noto Mono" panose="020B0609030804020204" pitchFamily="49" charset="0"/>
                <a:cs typeface="Noto Mono" panose="020B0609030804020204" pitchFamily="49" charset="0"/>
              </a:rPr>
              <a:t>co.uk.</a:t>
            </a:r>
            <a:r>
              <a:rPr lang="en-US" kern="0" dirty="0">
                <a:solidFill>
                  <a:srgbClr val="2E7D32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Noto Mono" panose="020B0609030804020204" pitchFamily="49" charset="0"/>
              </a:rPr>
              <a:t>)</a:t>
            </a:r>
          </a:p>
          <a:p>
            <a:pPr marL="800100" lvl="1" indent="-342900">
              <a:spcAft>
                <a:spcPts val="500"/>
              </a:spcAft>
              <a:buClr>
                <a:srgbClr val="2E7D32"/>
              </a:buClr>
              <a:buSzPct val="99000"/>
              <a:buFont typeface="Wingdings" panose="05000000000000000000" pitchFamily="2" charset="2"/>
              <a:buChar char="§"/>
              <a:defRPr/>
            </a:pPr>
            <a:r>
              <a:rPr lang="en-US" kern="0" dirty="0">
                <a:solidFill>
                  <a:srgbClr val="2E7D32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Calibri" panose="020F0502020204030204" pitchFamily="34" charset="0"/>
              </a:rPr>
              <a:t>65 million resource records</a:t>
            </a:r>
          </a:p>
          <a:p>
            <a:pPr marL="800100" lvl="1" indent="-342900">
              <a:spcAft>
                <a:spcPts val="500"/>
              </a:spcAft>
              <a:buClr>
                <a:srgbClr val="2E7D32"/>
              </a:buClr>
              <a:buSzPct val="99000"/>
              <a:buFont typeface="Wingdings" panose="05000000000000000000" pitchFamily="2" charset="2"/>
              <a:buChar char="§"/>
              <a:defRPr/>
            </a:pPr>
            <a:r>
              <a:rPr lang="en-US" kern="0" dirty="0">
                <a:solidFill>
                  <a:srgbClr val="2E7D32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Calibri" panose="020F0502020204030204" pitchFamily="34" charset="0"/>
              </a:rPr>
              <a:t>3.4 million </a:t>
            </a:r>
            <a:r>
              <a:rPr lang="en-US" kern="0" dirty="0">
                <a:solidFill>
                  <a:srgbClr val="2E7D32"/>
                </a:solidFill>
                <a:latin typeface="Lucida Sans Typewriter" panose="020B0509030504030204" pitchFamily="49" charset="0"/>
                <a:ea typeface="Noto Mono" panose="020B0609030804020204" pitchFamily="49" charset="0"/>
                <a:cs typeface="Noto Mono" panose="020B0609030804020204" pitchFamily="49" charset="0"/>
              </a:rPr>
              <a:t>CNAME</a:t>
            </a:r>
            <a:r>
              <a:rPr lang="en-US" kern="0" dirty="0">
                <a:solidFill>
                  <a:srgbClr val="2E7D32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Calibri" panose="020F0502020204030204" pitchFamily="34" charset="0"/>
              </a:rPr>
              <a:t> records</a:t>
            </a:r>
          </a:p>
          <a:p>
            <a:pPr marL="800100" lvl="1" indent="-342900">
              <a:spcAft>
                <a:spcPts val="500"/>
              </a:spcAft>
              <a:buClr>
                <a:srgbClr val="2E7D32"/>
              </a:buClr>
              <a:buSzPct val="99000"/>
              <a:buFont typeface="Wingdings" panose="05000000000000000000" pitchFamily="2" charset="2"/>
              <a:buChar char="§"/>
              <a:defRPr/>
            </a:pPr>
            <a:r>
              <a:rPr lang="en-US" kern="0" dirty="0">
                <a:solidFill>
                  <a:srgbClr val="2E7D32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Calibri" panose="020F0502020204030204" pitchFamily="34" charset="0"/>
              </a:rPr>
              <a:t>218 </a:t>
            </a:r>
            <a:r>
              <a:rPr lang="en-US" kern="0" dirty="0">
                <a:solidFill>
                  <a:srgbClr val="2E7D32"/>
                </a:solidFill>
                <a:latin typeface="Lucida Sans Typewriter" panose="020B0509030504030204" pitchFamily="49" charset="0"/>
                <a:ea typeface="Noto Mono" panose="020B0609030804020204" pitchFamily="49" charset="0"/>
                <a:cs typeface="Noto Mono" panose="020B0609030804020204" pitchFamily="49" charset="0"/>
              </a:rPr>
              <a:t>DNAME</a:t>
            </a:r>
            <a:r>
              <a:rPr lang="en-US" kern="0" dirty="0">
                <a:solidFill>
                  <a:srgbClr val="2E7D32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Calibri" panose="020F0502020204030204" pitchFamily="34" charset="0"/>
              </a:rPr>
              <a:t> records</a:t>
            </a:r>
          </a:p>
        </p:txBody>
      </p:sp>
      <p:pic>
        <p:nvPicPr>
          <p:cNvPr id="10" name="Picture 9" descr="A close up of a map&#10;&#10;Description automatically generated">
            <a:extLst>
              <a:ext uri="{FF2B5EF4-FFF2-40B4-BE49-F238E27FC236}">
                <a16:creationId xmlns:a16="http://schemas.microsoft.com/office/drawing/2014/main" id="{D5320E14-E6F9-4E59-8359-07EABC4FC6EB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75346" y="1534575"/>
            <a:ext cx="5958840" cy="2828730"/>
          </a:xfrm>
          <a:prstGeom prst="rect">
            <a:avLst/>
          </a:prstGeom>
        </p:spPr>
      </p:pic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70085F10-D425-4716-9C81-58701AAE6A50}"/>
              </a:ext>
            </a:extLst>
          </p:cNvPr>
          <p:cNvSpPr/>
          <p:nvPr/>
        </p:nvSpPr>
        <p:spPr>
          <a:xfrm>
            <a:off x="3245731" y="4889733"/>
            <a:ext cx="5269391" cy="372904"/>
          </a:xfrm>
          <a:prstGeom prst="roundRect">
            <a:avLst>
              <a:gd name="adj" fmla="val 1871"/>
            </a:avLst>
          </a:prstGeom>
          <a:solidFill>
            <a:srgbClr val="FAFAFF"/>
          </a:solidFill>
          <a:ln w="19050">
            <a:solidFill>
              <a:srgbClr val="862286"/>
            </a:solidFill>
          </a:ln>
          <a:effectLst>
            <a:outerShdw blurRad="508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none" rtlCol="0" anchor="ctr">
            <a:spAutoFit/>
          </a:bodyPr>
          <a:lstStyle/>
          <a:p>
            <a:r>
              <a:rPr lang="en-US" cap="small" err="1">
                <a:solidFill>
                  <a:srgbClr val="962696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GRoot</a:t>
            </a:r>
            <a:r>
              <a:rPr lang="en-US">
                <a:solidFill>
                  <a:srgbClr val="962696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can scale linearly to tens of millions of records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277443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uiExpand="1" build="p" animBg="1"/>
      <p:bldP spid="14" grpId="0" uiExpand="1" build="p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FB8A0090-BA36-4635-8623-C8290B056046}"/>
              </a:ext>
            </a:extLst>
          </p:cNvPr>
          <p:cNvSpPr/>
          <p:nvPr/>
        </p:nvSpPr>
        <p:spPr>
          <a:xfrm flipV="1">
            <a:off x="4145001" y="886094"/>
            <a:ext cx="3901998" cy="27432"/>
          </a:xfrm>
          <a:prstGeom prst="roundRect">
            <a:avLst/>
          </a:prstGeom>
          <a:solidFill>
            <a:srgbClr val="26A69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Google Shape;65;p14">
            <a:extLst>
              <a:ext uri="{FF2B5EF4-FFF2-40B4-BE49-F238E27FC236}">
                <a16:creationId xmlns:a16="http://schemas.microsoft.com/office/drawing/2014/main" id="{5A73BBC7-40B0-4EE1-8651-F3E7368DC353}"/>
              </a:ext>
            </a:extLst>
          </p:cNvPr>
          <p:cNvSpPr txBox="1">
            <a:spLocks/>
          </p:cNvSpPr>
          <p:nvPr/>
        </p:nvSpPr>
        <p:spPr>
          <a:xfrm>
            <a:off x="4361892" y="209319"/>
            <a:ext cx="3468217" cy="800179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121900" tIns="121900" rIns="121900" bIns="12190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 b="0" i="0" u="none" strike="noStrike" cap="non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 b="0" i="0" u="none" strike="noStrike" cap="non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 b="0" i="0" u="none" strike="noStrike" cap="non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 b="0" i="0" u="none" strike="noStrike" cap="non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 b="0" i="0" u="none" strike="noStrike" cap="non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 b="0" i="0" u="none" strike="noStrike" cap="non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 b="0" i="0" u="none" strike="noStrike" cap="non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 b="0" i="0" u="none" strike="noStrike" cap="non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 b="0" i="0" u="none" strike="noStrike" cap="non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9pPr>
          </a:lstStyle>
          <a:p>
            <a:pPr defTabSz="914400"/>
            <a:r>
              <a:rPr lang="en-US" sz="3600" b="1" kern="0">
                <a:solidFill>
                  <a:srgbClr val="546970"/>
                </a:solidFill>
                <a:latin typeface="Bookman Old Style" panose="02050604050505020204" pitchFamily="18" charset="0"/>
              </a:rPr>
              <a:t>Related Work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68693897-DABA-498F-A02F-49E62267BABF}"/>
              </a:ext>
            </a:extLst>
          </p:cNvPr>
          <p:cNvSpPr txBox="1">
            <a:spLocks/>
          </p:cNvSpPr>
          <p:nvPr/>
        </p:nvSpPr>
        <p:spPr>
          <a:xfrm>
            <a:off x="629082" y="1358254"/>
            <a:ext cx="6449051" cy="4473247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chemeClr val="tx1">
                  <a:lumMod val="65000"/>
                  <a:lumOff val="35000"/>
                </a:schemeClr>
              </a:buClr>
              <a:buSzPct val="85000"/>
              <a:buFont typeface="Wingdings 2" panose="05020102010507070707" pitchFamily="18" charset="2"/>
              <a:buChar char=""/>
            </a:pPr>
            <a:r>
              <a:rPr lang="en-US" sz="2400" b="1">
                <a:solidFill>
                  <a:srgbClr val="595959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Calibri" panose="020F0502020204030204" pitchFamily="34" charset="0"/>
              </a:rPr>
              <a:t>DNS Testing and Linting:</a:t>
            </a:r>
          </a:p>
          <a:p>
            <a:pPr lvl="1">
              <a:buClr>
                <a:schemeClr val="tx1">
                  <a:lumMod val="65000"/>
                  <a:lumOff val="35000"/>
                </a:schemeClr>
              </a:buClr>
              <a:buSzPct val="85000"/>
              <a:buFont typeface="Wingdings 2" panose="05020102010507070707" pitchFamily="18" charset="2"/>
              <a:buChar char=""/>
            </a:pPr>
            <a:r>
              <a:rPr lang="en-US" sz="2000" err="1">
                <a:solidFill>
                  <a:srgbClr val="595959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Calibri" panose="020F0502020204030204" pitchFamily="34" charset="0"/>
              </a:rPr>
              <a:t>ThousandEyes</a:t>
            </a:r>
            <a:r>
              <a:rPr lang="en-US" sz="2000">
                <a:solidFill>
                  <a:srgbClr val="595959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Calibri" panose="020F0502020204030204" pitchFamily="34" charset="0"/>
              </a:rPr>
              <a:t> [</a:t>
            </a:r>
            <a:r>
              <a:rPr lang="en-US" sz="2000" err="1">
                <a:solidFill>
                  <a:srgbClr val="595959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Calibri" panose="020F0502020204030204" pitchFamily="34" charset="0"/>
              </a:rPr>
              <a:t>M.Lad</a:t>
            </a:r>
            <a:r>
              <a:rPr lang="en-US" sz="2000">
                <a:solidFill>
                  <a:srgbClr val="595959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Calibri" panose="020F0502020204030204" pitchFamily="34" charset="0"/>
              </a:rPr>
              <a:t> and </a:t>
            </a:r>
            <a:r>
              <a:rPr lang="en-US" sz="2000" err="1">
                <a:solidFill>
                  <a:srgbClr val="595959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Calibri" panose="020F0502020204030204" pitchFamily="34" charset="0"/>
              </a:rPr>
              <a:t>R.Oliveira</a:t>
            </a:r>
            <a:r>
              <a:rPr lang="en-US" sz="2000">
                <a:solidFill>
                  <a:srgbClr val="595959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Calibri" panose="020F0502020204030204" pitchFamily="34" charset="0"/>
              </a:rPr>
              <a:t>], Distributed DNS Troubleshooting [SIGCOMM ‘04 </a:t>
            </a:r>
            <a:r>
              <a:rPr lang="en-US" sz="2000" err="1">
                <a:solidFill>
                  <a:srgbClr val="595959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Calibri" panose="020F0502020204030204" pitchFamily="34" charset="0"/>
              </a:rPr>
              <a:t>V.Pappas</a:t>
            </a:r>
            <a:r>
              <a:rPr lang="en-US" sz="2000">
                <a:solidFill>
                  <a:srgbClr val="595959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Calibri" panose="020F0502020204030204" pitchFamily="34" charset="0"/>
              </a:rPr>
              <a:t> et al]</a:t>
            </a:r>
          </a:p>
          <a:p>
            <a:pPr lvl="2">
              <a:buClr>
                <a:schemeClr val="tx1">
                  <a:lumMod val="65000"/>
                  <a:lumOff val="35000"/>
                </a:schemeClr>
              </a:buClr>
              <a:buSzPct val="85000"/>
              <a:buFont typeface="Courier New" panose="02070309020205020404" pitchFamily="49" charset="0"/>
              <a:buChar char="o"/>
            </a:pPr>
            <a:r>
              <a:rPr lang="en-US" sz="1800">
                <a:solidFill>
                  <a:srgbClr val="595959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Calibri" panose="020F0502020204030204" pitchFamily="34" charset="0"/>
              </a:rPr>
              <a:t>Live testing from multiple vantage points</a:t>
            </a:r>
          </a:p>
          <a:p>
            <a:pPr lvl="2">
              <a:buClr>
                <a:schemeClr val="tx1">
                  <a:lumMod val="65000"/>
                  <a:lumOff val="35000"/>
                </a:schemeClr>
              </a:buClr>
              <a:buSzPct val="85000"/>
              <a:buFont typeface="Courier New" panose="02070309020205020404" pitchFamily="49" charset="0"/>
              <a:buChar char="o"/>
            </a:pPr>
            <a:endParaRPr lang="en-US" sz="1800">
              <a:solidFill>
                <a:srgbClr val="595959"/>
              </a:solidFill>
              <a:latin typeface="Source Sans Pro" panose="020B0503030403020204" pitchFamily="34" charset="0"/>
              <a:ea typeface="Source Sans Pro" panose="020B0503030403020204" pitchFamily="34" charset="0"/>
              <a:cs typeface="Calibri" panose="020F0502020204030204" pitchFamily="34" charset="0"/>
            </a:endParaRPr>
          </a:p>
          <a:p>
            <a:pPr lvl="2">
              <a:buClr>
                <a:schemeClr val="tx1">
                  <a:lumMod val="65000"/>
                  <a:lumOff val="35000"/>
                </a:schemeClr>
              </a:buClr>
              <a:buSzPct val="85000"/>
              <a:buFont typeface="Courier New" panose="02070309020205020404" pitchFamily="49" charset="0"/>
              <a:buChar char="o"/>
            </a:pPr>
            <a:endParaRPr lang="en-US" sz="1800">
              <a:latin typeface="Source Sans Pro" panose="020B0503030403020204" pitchFamily="34" charset="0"/>
              <a:ea typeface="Source Sans Pro" panose="020B0503030403020204" pitchFamily="34" charset="0"/>
              <a:cs typeface="Calibri" panose="020F0502020204030204" pitchFamily="34" charset="0"/>
            </a:endParaRPr>
          </a:p>
          <a:p>
            <a:pPr>
              <a:buClr>
                <a:schemeClr val="tx1">
                  <a:lumMod val="65000"/>
                  <a:lumOff val="35000"/>
                </a:schemeClr>
              </a:buClr>
              <a:buSzPct val="85000"/>
              <a:buFont typeface="Wingdings 2" panose="05020102010507070707" pitchFamily="18" charset="2"/>
              <a:buChar char=""/>
            </a:pPr>
            <a:r>
              <a:rPr lang="en-US" sz="2400" b="1">
                <a:solidFill>
                  <a:srgbClr val="595959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Calibri" panose="020F0502020204030204" pitchFamily="34" charset="0"/>
              </a:rPr>
              <a:t>Network Verification Equivalence Class Techniques:</a:t>
            </a:r>
          </a:p>
          <a:p>
            <a:pPr lvl="1">
              <a:buClr>
                <a:schemeClr val="tx1">
                  <a:lumMod val="65000"/>
                  <a:lumOff val="35000"/>
                </a:schemeClr>
              </a:buClr>
              <a:buSzPct val="85000"/>
              <a:buFont typeface="Wingdings 2" panose="05020102010507070707" pitchFamily="18" charset="2"/>
              <a:buChar char=""/>
            </a:pPr>
            <a:r>
              <a:rPr lang="en-US" sz="2000" err="1">
                <a:solidFill>
                  <a:srgbClr val="595959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Calibri" panose="020F0502020204030204" pitchFamily="34" charset="0"/>
              </a:rPr>
              <a:t>Veriflow</a:t>
            </a:r>
            <a:r>
              <a:rPr lang="en-US" sz="2000">
                <a:solidFill>
                  <a:srgbClr val="595959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Calibri" panose="020F0502020204030204" pitchFamily="34" charset="0"/>
              </a:rPr>
              <a:t> [NSDI ‘13, </a:t>
            </a:r>
            <a:r>
              <a:rPr lang="en-US" sz="2000" err="1">
                <a:solidFill>
                  <a:srgbClr val="595959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Calibri" panose="020F0502020204030204" pitchFamily="34" charset="0"/>
              </a:rPr>
              <a:t>A.Khurshid</a:t>
            </a:r>
            <a:r>
              <a:rPr lang="en-US" sz="2000">
                <a:solidFill>
                  <a:srgbClr val="595959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Calibri" panose="020F0502020204030204" pitchFamily="34" charset="0"/>
              </a:rPr>
              <a:t> </a:t>
            </a:r>
            <a:r>
              <a:rPr lang="en-US" sz="2000" i="1">
                <a:solidFill>
                  <a:srgbClr val="595959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Calibri" panose="020F0502020204030204" pitchFamily="34" charset="0"/>
              </a:rPr>
              <a:t>et al.</a:t>
            </a:r>
            <a:r>
              <a:rPr lang="en-US" sz="2000">
                <a:solidFill>
                  <a:srgbClr val="595959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Calibri" panose="020F0502020204030204" pitchFamily="34" charset="0"/>
              </a:rPr>
              <a:t>]</a:t>
            </a:r>
          </a:p>
          <a:p>
            <a:pPr lvl="2">
              <a:buClr>
                <a:schemeClr val="tx1">
                  <a:lumMod val="65000"/>
                  <a:lumOff val="35000"/>
                </a:schemeClr>
              </a:buClr>
              <a:buSzPct val="85000"/>
              <a:buFont typeface="Courier New" panose="02070309020205020404" pitchFamily="49" charset="0"/>
              <a:buChar char="o"/>
            </a:pPr>
            <a:r>
              <a:rPr lang="en-US" sz="1800" err="1">
                <a:solidFill>
                  <a:srgbClr val="595959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Calibri" panose="020F0502020204030204" pitchFamily="34" charset="0"/>
              </a:rPr>
              <a:t>Trie</a:t>
            </a:r>
            <a:r>
              <a:rPr lang="en-US" sz="1800">
                <a:solidFill>
                  <a:srgbClr val="595959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Calibri" panose="020F0502020204030204" pitchFamily="34" charset="0"/>
              </a:rPr>
              <a:t>-based approach for PECs</a:t>
            </a:r>
          </a:p>
          <a:p>
            <a:pPr lvl="1">
              <a:buClr>
                <a:schemeClr val="tx1">
                  <a:lumMod val="65000"/>
                  <a:lumOff val="35000"/>
                </a:schemeClr>
              </a:buClr>
              <a:buSzPct val="85000"/>
              <a:buFont typeface="Wingdings 2" panose="05020102010507070707" pitchFamily="18" charset="2"/>
              <a:buChar char=""/>
            </a:pPr>
            <a:r>
              <a:rPr lang="en-US" sz="2000">
                <a:solidFill>
                  <a:srgbClr val="595959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Calibri" panose="020F0502020204030204" pitchFamily="34" charset="0"/>
              </a:rPr>
              <a:t>Atomic Predicates [IEEE ‘17, H Yang and SS Lam]</a:t>
            </a:r>
          </a:p>
          <a:p>
            <a:pPr lvl="2">
              <a:buClr>
                <a:schemeClr val="tx1">
                  <a:lumMod val="65000"/>
                  <a:lumOff val="35000"/>
                </a:schemeClr>
              </a:buClr>
              <a:buSzPct val="85000"/>
              <a:buFont typeface="Courier New" panose="02070309020205020404" pitchFamily="49" charset="0"/>
              <a:buChar char="o"/>
            </a:pPr>
            <a:r>
              <a:rPr lang="en-US" sz="1800">
                <a:solidFill>
                  <a:srgbClr val="595959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Calibri" panose="020F0502020204030204" pitchFamily="34" charset="0"/>
              </a:rPr>
              <a:t>Predicate (BDDs) abstraction for PECs</a:t>
            </a:r>
          </a:p>
        </p:txBody>
      </p:sp>
      <p:sp>
        <p:nvSpPr>
          <p:cNvPr id="13" name="Google Shape;172;p30">
            <a:extLst>
              <a:ext uri="{FF2B5EF4-FFF2-40B4-BE49-F238E27FC236}">
                <a16:creationId xmlns:a16="http://schemas.microsoft.com/office/drawing/2014/main" id="{C7594FC0-1593-4D93-8785-9670BEA51882}"/>
              </a:ext>
            </a:extLst>
          </p:cNvPr>
          <p:cNvSpPr txBox="1"/>
          <p:nvPr/>
        </p:nvSpPr>
        <p:spPr>
          <a:xfrm>
            <a:off x="7178895" y="1707430"/>
            <a:ext cx="4287520" cy="1242356"/>
          </a:xfrm>
          <a:prstGeom prst="rect">
            <a:avLst/>
          </a:prstGeom>
          <a:solidFill>
            <a:srgbClr val="FFF2CC"/>
          </a:solidFill>
          <a:ln w="28575" cap="flat" cmpd="sng">
            <a:solidFill>
              <a:srgbClr val="7F6000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1270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0" rIns="91425" bIns="91425" anchor="ctr" anchorCtr="0">
            <a:noAutofit/>
          </a:bodyPr>
          <a:lstStyle/>
          <a:p>
            <a:pPr marL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7F6000"/>
                </a:solidFill>
                <a:latin typeface="Rockwell Nova" panose="02060503020205020403" pitchFamily="18" charset="0"/>
                <a:ea typeface="Source Sans Pro"/>
                <a:cs typeface="Calibri" panose="020F0502020204030204" pitchFamily="34" charset="0"/>
                <a:sym typeface="Source Sans Pro"/>
              </a:rPr>
              <a:t>Key Limitations</a:t>
            </a:r>
            <a:endParaRPr sz="2400" i="1">
              <a:solidFill>
                <a:srgbClr val="7F6000"/>
              </a:solidFill>
              <a:latin typeface="Rockwell Nova" panose="02060503020205020403" pitchFamily="18" charset="0"/>
              <a:ea typeface="Source Sans Pro"/>
              <a:cs typeface="Calibri" panose="020F0502020204030204" pitchFamily="34" charset="0"/>
              <a:sym typeface="Source Sans Pro"/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ct val="100000"/>
              <a:buFont typeface="Wingdings 2" panose="05020102010507070707" pitchFamily="18" charset="2"/>
              <a:buChar char=""/>
            </a:pPr>
            <a:r>
              <a:rPr lang="en-US" sz="2000">
                <a:solidFill>
                  <a:srgbClr val="666666"/>
                </a:solidFill>
                <a:latin typeface="Calibri" panose="020F0502020204030204" pitchFamily="34" charset="0"/>
                <a:ea typeface="Source Sans Pro"/>
                <a:cs typeface="Calibri" panose="020F0502020204030204" pitchFamily="34" charset="0"/>
                <a:sym typeface="Source Sans Pro"/>
              </a:rPr>
              <a:t>Incomplete</a:t>
            </a: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ct val="100000"/>
              <a:buFont typeface="Wingdings 2" panose="05020102010507070707" pitchFamily="18" charset="2"/>
              <a:buChar char=""/>
            </a:pPr>
            <a:r>
              <a:rPr lang="en-US" sz="2000">
                <a:solidFill>
                  <a:srgbClr val="666666"/>
                </a:solidFill>
                <a:latin typeface="Calibri" panose="020F0502020204030204" pitchFamily="34" charset="0"/>
                <a:ea typeface="Source Sans Pro"/>
                <a:cs typeface="Calibri" panose="020F0502020204030204" pitchFamily="34" charset="0"/>
                <a:sym typeface="Source Sans Pro"/>
              </a:rPr>
              <a:t>Not exhaustive</a:t>
            </a:r>
            <a:endParaRPr sz="2000">
              <a:solidFill>
                <a:srgbClr val="666666"/>
              </a:solidFill>
              <a:latin typeface="Calibri" panose="020F0502020204030204" pitchFamily="34" charset="0"/>
              <a:ea typeface="Source Sans Pro"/>
              <a:cs typeface="Calibri" panose="020F0502020204030204" pitchFamily="34" charset="0"/>
              <a:sym typeface="Source Sans Pro"/>
            </a:endParaRPr>
          </a:p>
        </p:txBody>
      </p:sp>
      <p:sp>
        <p:nvSpPr>
          <p:cNvPr id="14" name="Google Shape;172;p30">
            <a:extLst>
              <a:ext uri="{FF2B5EF4-FFF2-40B4-BE49-F238E27FC236}">
                <a16:creationId xmlns:a16="http://schemas.microsoft.com/office/drawing/2014/main" id="{1F90161A-516F-42B8-80D3-3C9359401A56}"/>
              </a:ext>
            </a:extLst>
          </p:cNvPr>
          <p:cNvSpPr txBox="1"/>
          <p:nvPr/>
        </p:nvSpPr>
        <p:spPr>
          <a:xfrm>
            <a:off x="7178895" y="3908214"/>
            <a:ext cx="4287520" cy="1548653"/>
          </a:xfrm>
          <a:prstGeom prst="rect">
            <a:avLst/>
          </a:prstGeom>
          <a:solidFill>
            <a:srgbClr val="FFF2CC"/>
          </a:solidFill>
          <a:ln w="28575" cap="flat" cmpd="sng">
            <a:solidFill>
              <a:srgbClr val="7F6000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1270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0" rIns="91425" bIns="91425" anchor="ctr" anchorCtr="0">
            <a:noAutofit/>
          </a:bodyPr>
          <a:lstStyle/>
          <a:p>
            <a:pPr marL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7F6000"/>
                </a:solidFill>
                <a:latin typeface="Rockwell Nova" panose="02060503020205020403" pitchFamily="18" charset="0"/>
                <a:ea typeface="Source Sans Pro"/>
                <a:cs typeface="Calibri" panose="020F0502020204030204" pitchFamily="34" charset="0"/>
                <a:sym typeface="Source Sans Pro"/>
              </a:rPr>
              <a:t>Key Limitations</a:t>
            </a:r>
            <a:endParaRPr sz="2400" i="1">
              <a:solidFill>
                <a:srgbClr val="7F6000"/>
              </a:solidFill>
              <a:latin typeface="Rockwell Nova" panose="02060503020205020403" pitchFamily="18" charset="0"/>
              <a:ea typeface="Source Sans Pro"/>
              <a:cs typeface="Calibri" panose="020F0502020204030204" pitchFamily="34" charset="0"/>
              <a:sym typeface="Source Sans Pro"/>
            </a:endParaRPr>
          </a:p>
          <a:p>
            <a:pPr marL="457200" lvl="0" indent="-342900">
              <a:lnSpc>
                <a:spcPct val="115000"/>
              </a:lnSpc>
              <a:buClr>
                <a:srgbClr val="666666"/>
              </a:buClr>
              <a:buSzPct val="100000"/>
              <a:buFont typeface="Wingdings 2" panose="05020102010507070707" pitchFamily="18" charset="2"/>
              <a:buChar char=""/>
            </a:pPr>
            <a:r>
              <a:rPr lang="en-US" sz="2000" err="1">
                <a:solidFill>
                  <a:srgbClr val="666666"/>
                </a:solidFill>
                <a:latin typeface="Calibri" panose="020F0502020204030204" pitchFamily="34" charset="0"/>
                <a:ea typeface="Source Sans Pro"/>
                <a:cs typeface="Calibri" panose="020F0502020204030204" pitchFamily="34" charset="0"/>
                <a:sym typeface="Source Sans Pro"/>
              </a:rPr>
              <a:t>Veriflow</a:t>
            </a:r>
            <a:r>
              <a:rPr lang="en-US" sz="2000">
                <a:solidFill>
                  <a:srgbClr val="666666"/>
                </a:solidFill>
                <a:latin typeface="Calibri" panose="020F0502020204030204" pitchFamily="34" charset="0"/>
                <a:ea typeface="Source Sans Pro"/>
                <a:cs typeface="Calibri" panose="020F0502020204030204" pitchFamily="34" charset="0"/>
                <a:sym typeface="Source Sans Pro"/>
              </a:rPr>
              <a:t> </a:t>
            </a:r>
            <a:r>
              <a:rPr lang="en-US" sz="2000">
                <a:solidFill>
                  <a:srgbClr val="595959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– No support for rewrites</a:t>
            </a:r>
            <a:endParaRPr lang="en-US" sz="2000">
              <a:solidFill>
                <a:srgbClr val="595959"/>
              </a:solidFill>
              <a:latin typeface="Calibri" panose="020F0502020204030204" pitchFamily="34" charset="0"/>
              <a:ea typeface="Source Sans Pro"/>
              <a:cs typeface="Calibri" panose="020F0502020204030204" pitchFamily="34" charset="0"/>
              <a:sym typeface="Source Sans Pro"/>
            </a:endParaRPr>
          </a:p>
          <a:p>
            <a:pPr marL="457200" lvl="0" indent="-342900">
              <a:lnSpc>
                <a:spcPct val="115000"/>
              </a:lnSpc>
              <a:buClr>
                <a:srgbClr val="666666"/>
              </a:buClr>
              <a:buSzPct val="100000"/>
              <a:buFont typeface="Wingdings 2" panose="05020102010507070707" pitchFamily="18" charset="2"/>
              <a:buChar char=""/>
            </a:pPr>
            <a:r>
              <a:rPr lang="en-US" sz="2000">
                <a:solidFill>
                  <a:srgbClr val="595959"/>
                </a:solidFill>
                <a:latin typeface="Calibri" panose="020F0502020204030204" pitchFamily="34" charset="0"/>
                <a:ea typeface="Source Sans Pro"/>
                <a:cs typeface="Calibri" panose="020F0502020204030204" pitchFamily="34" charset="0"/>
                <a:sym typeface="Source Sans Pro"/>
              </a:rPr>
              <a:t>AP </a:t>
            </a:r>
            <a:r>
              <a:rPr lang="en-US" sz="2000">
                <a:solidFill>
                  <a:srgbClr val="595959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– Expensive with quadratic number of predicate intersections</a:t>
            </a:r>
            <a:endParaRPr sz="2000">
              <a:solidFill>
                <a:srgbClr val="595959"/>
              </a:solidFill>
              <a:latin typeface="Calibri" panose="020F0502020204030204" pitchFamily="34" charset="0"/>
              <a:ea typeface="Source Sans Pro"/>
              <a:cs typeface="Calibri" panose="020F0502020204030204" pitchFamily="34" charset="0"/>
              <a:sym typeface="Source Sans Pro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5489888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uiExpand="1" build="p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65;p14">
            <a:extLst>
              <a:ext uri="{FF2B5EF4-FFF2-40B4-BE49-F238E27FC236}">
                <a16:creationId xmlns:a16="http://schemas.microsoft.com/office/drawing/2014/main" id="{0E8AAC55-2C8A-4CD7-8501-30AC0BE1FCB9}"/>
              </a:ext>
            </a:extLst>
          </p:cNvPr>
          <p:cNvSpPr txBox="1">
            <a:spLocks/>
          </p:cNvSpPr>
          <p:nvPr/>
        </p:nvSpPr>
        <p:spPr>
          <a:xfrm>
            <a:off x="4468491" y="175867"/>
            <a:ext cx="2926402" cy="800179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121900" tIns="121900" rIns="121900" bIns="12190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 b="0" i="0" u="none" strike="noStrike" cap="non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 b="0" i="0" u="none" strike="noStrike" cap="non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 b="0" i="0" u="none" strike="noStrike" cap="non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 b="0" i="0" u="none" strike="noStrike" cap="non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 b="0" i="0" u="none" strike="noStrike" cap="non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 b="0" i="0" u="none" strike="noStrike" cap="non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 b="0" i="0" u="none" strike="noStrike" cap="non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 b="0" i="0" u="none" strike="noStrike" cap="non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 b="0" i="0" u="none" strike="noStrike" cap="non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9pPr>
          </a:lstStyle>
          <a:p>
            <a:pPr defTabSz="914400"/>
            <a:r>
              <a:rPr lang="en-US" sz="3600" b="1" kern="0">
                <a:solidFill>
                  <a:srgbClr val="546970"/>
                </a:solidFill>
                <a:latin typeface="Bookman Old Style" panose="02050604050505020204" pitchFamily="18" charset="0"/>
              </a:rPr>
              <a:t>Conclusion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5D951342-76A2-4B42-9DD3-F9152F5955A9}"/>
              </a:ext>
            </a:extLst>
          </p:cNvPr>
          <p:cNvSpPr/>
          <p:nvPr/>
        </p:nvSpPr>
        <p:spPr>
          <a:xfrm flipV="1">
            <a:off x="4145001" y="886094"/>
            <a:ext cx="3901998" cy="27432"/>
          </a:xfrm>
          <a:prstGeom prst="roundRect">
            <a:avLst/>
          </a:prstGeom>
          <a:solidFill>
            <a:srgbClr val="26A69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F6D7734E-9F28-426F-8D34-864BCCC9F1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31216" y="1057608"/>
            <a:ext cx="5914877" cy="5468221"/>
          </a:xfrm>
        </p:spPr>
        <p:txBody>
          <a:bodyPr/>
          <a:lstStyle/>
          <a:p>
            <a:pPr marL="342900" indent="-342900">
              <a:buClr>
                <a:srgbClr val="657B83"/>
              </a:buClr>
              <a:buSzPct val="85000"/>
              <a:buFont typeface="Wingdings 2" panose="05020102010507070707" pitchFamily="18" charset="2"/>
              <a:buChar char=""/>
              <a:defRPr/>
            </a:pPr>
            <a:r>
              <a:rPr lang="en-US" sz="2000" kern="0" cap="small" err="1">
                <a:solidFill>
                  <a:schemeClr val="accent3">
                    <a:lumMod val="7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Calibri" panose="020F0502020204030204" pitchFamily="34" charset="0"/>
              </a:rPr>
              <a:t>GRoot</a:t>
            </a:r>
            <a:r>
              <a:rPr lang="en-US" sz="2000" kern="0">
                <a:solidFill>
                  <a:srgbClr val="657B83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Calibri" panose="020F0502020204030204" pitchFamily="34" charset="0"/>
              </a:rPr>
              <a:t> – Our tool for </a:t>
            </a:r>
            <a:r>
              <a:rPr lang="en-US" sz="2000" kern="0">
                <a:solidFill>
                  <a:schemeClr val="accent3">
                    <a:lumMod val="7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Calibri" panose="020F0502020204030204" pitchFamily="34" charset="0"/>
              </a:rPr>
              <a:t>verification</a:t>
            </a:r>
            <a:r>
              <a:rPr lang="en-US" sz="2000" kern="0">
                <a:solidFill>
                  <a:srgbClr val="657B83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Calibri" panose="020F0502020204030204" pitchFamily="34" charset="0"/>
              </a:rPr>
              <a:t> of </a:t>
            </a:r>
            <a:r>
              <a:rPr lang="en-US" sz="2000" kern="0">
                <a:solidFill>
                  <a:schemeClr val="accent3">
                    <a:lumMod val="7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Calibri" panose="020F0502020204030204" pitchFamily="34" charset="0"/>
              </a:rPr>
              <a:t>DNS zone files </a:t>
            </a:r>
          </a:p>
          <a:p>
            <a:pPr marL="342900" indent="-342900">
              <a:buClr>
                <a:srgbClr val="657B83"/>
              </a:buClr>
              <a:buSzPct val="85000"/>
              <a:buFont typeface="Wingdings 2" panose="05020102010507070707" pitchFamily="18" charset="2"/>
              <a:buChar char=""/>
              <a:defRPr/>
            </a:pPr>
            <a:endParaRPr lang="en-US" sz="2000" kern="0">
              <a:solidFill>
                <a:srgbClr val="657B83"/>
              </a:solidFill>
              <a:latin typeface="Source Sans Pro" panose="020B0503030403020204" pitchFamily="34" charset="0"/>
              <a:ea typeface="Source Sans Pro" panose="020B0503030403020204" pitchFamily="34" charset="0"/>
              <a:cs typeface="Calibri" panose="020F0502020204030204" pitchFamily="34" charset="0"/>
            </a:endParaRPr>
          </a:p>
          <a:p>
            <a:pPr marL="342900" indent="-342900">
              <a:buClr>
                <a:srgbClr val="657B83"/>
              </a:buClr>
              <a:buSzPct val="85000"/>
              <a:buFont typeface="Wingdings 2" panose="05020102010507070707" pitchFamily="18" charset="2"/>
              <a:buChar char=""/>
              <a:defRPr/>
            </a:pPr>
            <a:r>
              <a:rPr lang="en-US" sz="2000">
                <a:solidFill>
                  <a:schemeClr val="accent3">
                    <a:lumMod val="7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Calibri" panose="020F0502020204030204" pitchFamily="34" charset="0"/>
              </a:rPr>
              <a:t>First formal model of DNS </a:t>
            </a:r>
          </a:p>
          <a:p>
            <a:pPr marL="342900" indent="-342900">
              <a:buClr>
                <a:srgbClr val="657B83"/>
              </a:buClr>
              <a:buSzPct val="85000"/>
              <a:buFont typeface="Wingdings 2" panose="05020102010507070707" pitchFamily="18" charset="2"/>
              <a:buChar char=""/>
              <a:defRPr/>
            </a:pPr>
            <a:endParaRPr lang="en-US" sz="2000" kern="0">
              <a:solidFill>
                <a:srgbClr val="657B83"/>
              </a:solidFill>
              <a:latin typeface="Source Sans Pro" panose="020B0503030403020204" pitchFamily="34" charset="0"/>
              <a:ea typeface="Source Sans Pro" panose="020B0503030403020204" pitchFamily="34" charset="0"/>
              <a:cs typeface="Calibri" panose="020F0502020204030204" pitchFamily="34" charset="0"/>
            </a:endParaRPr>
          </a:p>
          <a:p>
            <a:pPr marL="342900" indent="-342900">
              <a:buClr>
                <a:srgbClr val="657B83"/>
              </a:buClr>
              <a:buSzPct val="85000"/>
              <a:buFont typeface="Wingdings 2" panose="05020102010507070707" pitchFamily="18" charset="2"/>
              <a:buChar char=""/>
              <a:defRPr/>
            </a:pPr>
            <a:r>
              <a:rPr lang="en-US" sz="2000">
                <a:solidFill>
                  <a:srgbClr val="657B83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Calibri" panose="020F0502020204030204" pitchFamily="34" charset="0"/>
              </a:rPr>
              <a:t>Provides </a:t>
            </a:r>
            <a:r>
              <a:rPr lang="en-US" sz="2000">
                <a:solidFill>
                  <a:schemeClr val="accent3">
                    <a:lumMod val="7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Calibri" panose="020F0502020204030204" pitchFamily="34" charset="0"/>
              </a:rPr>
              <a:t>all queries </a:t>
            </a:r>
            <a:r>
              <a:rPr lang="en-US" sz="2000">
                <a:solidFill>
                  <a:srgbClr val="657B83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Calibri" panose="020F0502020204030204" pitchFamily="34" charset="0"/>
              </a:rPr>
              <a:t>that violate a property</a:t>
            </a:r>
            <a:endParaRPr lang="en-US" sz="2000" kern="0">
              <a:solidFill>
                <a:srgbClr val="657B83"/>
              </a:solidFill>
              <a:latin typeface="Source Sans Pro" panose="020B0503030403020204" pitchFamily="34" charset="0"/>
              <a:ea typeface="Source Sans Pro" panose="020B0503030403020204" pitchFamily="34" charset="0"/>
              <a:cs typeface="Calibri" panose="020F0502020204030204" pitchFamily="34" charset="0"/>
            </a:endParaRPr>
          </a:p>
          <a:p>
            <a:pPr marL="0" lvl="0" indent="0" defTabSz="914400">
              <a:buClr>
                <a:srgbClr val="657B83"/>
              </a:buClr>
              <a:buSzPct val="85000"/>
              <a:buNone/>
            </a:pPr>
            <a:endParaRPr kumimoji="0" lang="en-US" sz="2000" b="0" i="0" u="none" strike="noStrike" kern="0" cap="none" spc="0" normalizeH="0" noProof="0">
              <a:ln>
                <a:noFill/>
              </a:ln>
              <a:solidFill>
                <a:srgbClr val="657B83"/>
              </a:solidFill>
              <a:effectLst/>
              <a:uLnTx/>
              <a:uFillTx/>
              <a:latin typeface="Source Sans Pro" panose="020B0503030403020204" pitchFamily="34" charset="0"/>
              <a:ea typeface="Source Sans Pro" panose="020B0503030403020204" pitchFamily="34" charset="0"/>
              <a:cs typeface="Calibri" panose="020F0502020204030204" pitchFamily="34" charset="0"/>
            </a:endParaRPr>
          </a:p>
          <a:p>
            <a:pPr marL="342900" marR="0" lvl="0" indent="-342900" defTabSz="914400" eaLnBrk="1" fontAlgn="auto" latinLnBrk="0" hangingPunct="1">
              <a:spcBef>
                <a:spcPts val="0"/>
              </a:spcBef>
              <a:spcAft>
                <a:spcPts val="0"/>
              </a:spcAft>
              <a:buClr>
                <a:srgbClr val="657B83"/>
              </a:buClr>
              <a:buSzPct val="85000"/>
              <a:buFont typeface="Wingdings 2" panose="05020102010507070707" pitchFamily="18" charset="2"/>
              <a:buChar char=""/>
              <a:tabLst/>
              <a:defRPr/>
            </a:pPr>
            <a:r>
              <a:rPr lang="en-US" sz="2000" baseline="0">
                <a:solidFill>
                  <a:srgbClr val="657B83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Calibri" panose="020F0502020204030204" pitchFamily="34" charset="0"/>
              </a:rPr>
              <a:t>Found </a:t>
            </a:r>
            <a:r>
              <a:rPr lang="en-US" sz="2000" baseline="0">
                <a:solidFill>
                  <a:schemeClr val="accent3">
                    <a:lumMod val="7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Calibri" panose="020F0502020204030204" pitchFamily="34" charset="0"/>
              </a:rPr>
              <a:t>109 bugs </a:t>
            </a:r>
            <a:r>
              <a:rPr lang="en-US" sz="2000" baseline="0">
                <a:solidFill>
                  <a:srgbClr val="657B83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Calibri" panose="020F0502020204030204" pitchFamily="34" charset="0"/>
              </a:rPr>
              <a:t>in the live DNS zone files of a large campus </a:t>
            </a:r>
          </a:p>
          <a:p>
            <a:pPr marL="342900" marR="0" lvl="0" indent="-342900" defTabSz="914400" eaLnBrk="1" fontAlgn="auto" latinLnBrk="0" hangingPunct="1">
              <a:spcBef>
                <a:spcPts val="0"/>
              </a:spcBef>
              <a:spcAft>
                <a:spcPts val="0"/>
              </a:spcAft>
              <a:buClr>
                <a:srgbClr val="657B83"/>
              </a:buClr>
              <a:buSzPct val="85000"/>
              <a:buFont typeface="Wingdings 2" panose="05020102010507070707" pitchFamily="18" charset="2"/>
              <a:buChar char=""/>
              <a:tabLst/>
              <a:defRPr/>
            </a:pPr>
            <a:endParaRPr lang="en-US" sz="2000">
              <a:solidFill>
                <a:srgbClr val="657B83"/>
              </a:solidFill>
              <a:latin typeface="Source Sans Pro" panose="020B0503030403020204" pitchFamily="34" charset="0"/>
              <a:ea typeface="Source Sans Pro" panose="020B0503030403020204" pitchFamily="34" charset="0"/>
              <a:cs typeface="Calibri" panose="020F0502020204030204" pitchFamily="34" charset="0"/>
            </a:endParaRPr>
          </a:p>
          <a:p>
            <a:pPr marL="342900" marR="0" lvl="0" indent="-342900" defTabSz="914400" eaLnBrk="1" fontAlgn="auto" latinLnBrk="0" hangingPunct="1">
              <a:spcBef>
                <a:spcPts val="0"/>
              </a:spcBef>
              <a:spcAft>
                <a:spcPts val="0"/>
              </a:spcAft>
              <a:buClr>
                <a:srgbClr val="657B83"/>
              </a:buClr>
              <a:buSzPct val="85000"/>
              <a:buFont typeface="Wingdings 2" panose="05020102010507070707" pitchFamily="18" charset="2"/>
              <a:buChar char=""/>
              <a:tabLst/>
              <a:defRPr/>
            </a:pPr>
            <a:r>
              <a:rPr lang="en-US" sz="2000" baseline="0">
                <a:solidFill>
                  <a:srgbClr val="657B83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Calibri" panose="020F0502020204030204" pitchFamily="34" charset="0"/>
              </a:rPr>
              <a:t>Found </a:t>
            </a:r>
            <a:r>
              <a:rPr lang="en-US" sz="2000" baseline="0">
                <a:solidFill>
                  <a:schemeClr val="accent3">
                    <a:lumMod val="7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Calibri" panose="020F0502020204030204" pitchFamily="34" charset="0"/>
              </a:rPr>
              <a:t>160k blackholing </a:t>
            </a:r>
            <a:r>
              <a:rPr lang="en-US" sz="2000" baseline="0">
                <a:solidFill>
                  <a:srgbClr val="657B83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Calibri" panose="020F0502020204030204" pitchFamily="34" charset="0"/>
              </a:rPr>
              <a:t>issues on a</a:t>
            </a:r>
            <a:r>
              <a:rPr lang="en-US" sz="2000">
                <a:solidFill>
                  <a:srgbClr val="657B83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Calibri" panose="020F0502020204030204" pitchFamily="34" charset="0"/>
              </a:rPr>
              <a:t> large infrastructure service provider zone files</a:t>
            </a:r>
            <a:endParaRPr lang="en-US" sz="2000" baseline="0">
              <a:solidFill>
                <a:srgbClr val="657B83"/>
              </a:solidFill>
              <a:latin typeface="Source Sans Pro" panose="020B0503030403020204" pitchFamily="34" charset="0"/>
              <a:ea typeface="Source Sans Pro" panose="020B0503030403020204" pitchFamily="34" charset="0"/>
              <a:cs typeface="Calibri" panose="020F0502020204030204" pitchFamily="34" charset="0"/>
            </a:endParaRPr>
          </a:p>
          <a:p>
            <a:pPr marL="342900" marR="0" lvl="0" indent="-342900" defTabSz="914400" eaLnBrk="1" fontAlgn="auto" latinLnBrk="0" hangingPunct="1">
              <a:spcBef>
                <a:spcPts val="0"/>
              </a:spcBef>
              <a:spcAft>
                <a:spcPts val="0"/>
              </a:spcAft>
              <a:buClr>
                <a:srgbClr val="657B83"/>
              </a:buClr>
              <a:buSzPct val="85000"/>
              <a:buFont typeface="Wingdings 2" panose="05020102010507070707" pitchFamily="18" charset="2"/>
              <a:buChar char=""/>
              <a:tabLst/>
              <a:defRPr/>
            </a:pPr>
            <a:endParaRPr lang="en-US" sz="2000">
              <a:solidFill>
                <a:srgbClr val="657B83"/>
              </a:solidFill>
              <a:latin typeface="Source Sans Pro" panose="020B0503030403020204" pitchFamily="34" charset="0"/>
              <a:ea typeface="Source Sans Pro" panose="020B0503030403020204" pitchFamily="34" charset="0"/>
              <a:cs typeface="Calibri" panose="020F0502020204030204" pitchFamily="34" charset="0"/>
            </a:endParaRPr>
          </a:p>
          <a:p>
            <a:pPr marL="342900" indent="-342900">
              <a:buClr>
                <a:srgbClr val="657B83"/>
              </a:buClr>
              <a:buSzPct val="85000"/>
              <a:buFont typeface="Wingdings 2" panose="05020102010507070707" pitchFamily="18" charset="2"/>
              <a:buChar char=""/>
              <a:defRPr/>
            </a:pPr>
            <a:r>
              <a:rPr lang="en-US" sz="2000">
                <a:solidFill>
                  <a:srgbClr val="70838B"/>
                </a:solidFill>
                <a:latin typeface="Source Sans Pro" panose="020B0503030403020204" pitchFamily="34" charset="0"/>
                <a:ea typeface="Source Sans Pro" panose="020B0503030403020204" pitchFamily="34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https://github.com/dns-groot/groot</a:t>
            </a:r>
            <a:endParaRPr lang="en-US" sz="200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342900" marR="0" lvl="0" indent="-342900" defTabSz="914400" eaLnBrk="1" fontAlgn="auto" latinLnBrk="0" hangingPunct="1">
              <a:spcBef>
                <a:spcPts val="0"/>
              </a:spcBef>
              <a:spcAft>
                <a:spcPts val="0"/>
              </a:spcAft>
              <a:buClr>
                <a:srgbClr val="657B83"/>
              </a:buClr>
              <a:buSzPct val="85000"/>
              <a:buFont typeface="Wingdings 2" panose="05020102010507070707" pitchFamily="18" charset="2"/>
              <a:buChar char=""/>
              <a:tabLst/>
              <a:defRPr/>
            </a:pPr>
            <a:endParaRPr lang="en-US" sz="2000">
              <a:solidFill>
                <a:srgbClr val="657B83"/>
              </a:solidFill>
              <a:latin typeface="Source Sans Pro" panose="020B0503030403020204" pitchFamily="34" charset="0"/>
              <a:ea typeface="Source Sans Pro" panose="020B0503030403020204" pitchFamily="34" charset="0"/>
              <a:cs typeface="Calibri" panose="020F0502020204030204" pitchFamily="34" charset="0"/>
            </a:endParaRPr>
          </a:p>
          <a:p>
            <a:pPr marL="342900" marR="0" lvl="0" indent="-342900" defTabSz="914400" eaLnBrk="1" fontAlgn="auto" latinLnBrk="0" hangingPunct="1">
              <a:spcBef>
                <a:spcPts val="0"/>
              </a:spcBef>
              <a:spcAft>
                <a:spcPts val="0"/>
              </a:spcAft>
              <a:buClr>
                <a:srgbClr val="657B83"/>
              </a:buClr>
              <a:buSzPct val="85000"/>
              <a:buFont typeface="Wingdings 2" panose="05020102010507070707" pitchFamily="18" charset="2"/>
              <a:buChar char=""/>
              <a:tabLst/>
              <a:defRPr/>
            </a:pPr>
            <a:r>
              <a:rPr lang="en-US" sz="2000" baseline="0">
                <a:solidFill>
                  <a:srgbClr val="657B83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Calibri" panose="020F0502020204030204" pitchFamily="34" charset="0"/>
              </a:rPr>
              <a:t>Reach me at: sivakesava@cs.ucl</a:t>
            </a:r>
            <a:r>
              <a:rPr lang="en-US" sz="2000">
                <a:solidFill>
                  <a:srgbClr val="657B83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Calibri" panose="020F0502020204030204" pitchFamily="34" charset="0"/>
              </a:rPr>
              <a:t>a.edu</a:t>
            </a:r>
            <a:endParaRPr lang="en-US" sz="2000" baseline="0">
              <a:solidFill>
                <a:srgbClr val="657B83"/>
              </a:solidFill>
              <a:latin typeface="Source Sans Pro" panose="020B0503030403020204" pitchFamily="34" charset="0"/>
              <a:ea typeface="Source Sans Pro" panose="020B0503030403020204" pitchFamily="34" charset="0"/>
              <a:cs typeface="Calibri" panose="020F0502020204030204" pitchFamily="34" charset="0"/>
            </a:endParaRPr>
          </a:p>
          <a:p>
            <a:pPr marL="342900" marR="0" lvl="0" indent="-342900" defTabSz="914400" eaLnBrk="1" fontAlgn="auto" latinLnBrk="0" hangingPunct="1">
              <a:spcBef>
                <a:spcPts val="0"/>
              </a:spcBef>
              <a:spcAft>
                <a:spcPts val="0"/>
              </a:spcAft>
              <a:buClr>
                <a:srgbClr val="657B83"/>
              </a:buClr>
              <a:buSzPct val="85000"/>
              <a:buFont typeface="Wingdings 2" panose="05020102010507070707" pitchFamily="18" charset="2"/>
              <a:buChar char=""/>
              <a:tabLst/>
              <a:defRPr/>
            </a:pPr>
            <a:endParaRPr lang="en-US" sz="2000">
              <a:solidFill>
                <a:srgbClr val="657B83"/>
              </a:solidFill>
              <a:latin typeface="Source Sans Pro" panose="020B0503030403020204" pitchFamily="34" charset="0"/>
              <a:ea typeface="Source Sans Pro" panose="020B0503030403020204" pitchFamily="34" charset="0"/>
              <a:cs typeface="Calibri" panose="020F0502020204030204" pitchFamily="34" charset="0"/>
            </a:endParaRPr>
          </a:p>
          <a:p>
            <a:pPr marL="0" marR="0" lvl="0" indent="0" defTabSz="914400" eaLnBrk="1" fontAlgn="auto" latinLnBrk="0" hangingPunct="1">
              <a:spcBef>
                <a:spcPts val="0"/>
              </a:spcBef>
              <a:spcAft>
                <a:spcPts val="0"/>
              </a:spcAft>
              <a:buClr>
                <a:srgbClr val="657B83"/>
              </a:buClr>
              <a:buSzPct val="85000"/>
              <a:buNone/>
              <a:tabLst/>
              <a:defRPr/>
            </a:pPr>
            <a:endParaRPr lang="en-US" sz="2000" baseline="0">
              <a:solidFill>
                <a:srgbClr val="657B83"/>
              </a:solidFill>
              <a:latin typeface="Source Sans Pro" panose="020B0503030403020204" pitchFamily="34" charset="0"/>
              <a:ea typeface="Source Sans Pro" panose="020B0503030403020204" pitchFamily="34" charset="0"/>
              <a:cs typeface="Calibri" panose="020F0502020204030204" pitchFamily="34" charset="0"/>
            </a:endParaRPr>
          </a:p>
        </p:txBody>
      </p:sp>
      <p:pic>
        <p:nvPicPr>
          <p:cNvPr id="12" name="Picture 11" descr="A screenshot of a cell phone&#10;&#10;Description automatically generated">
            <a:extLst>
              <a:ext uri="{FF2B5EF4-FFF2-40B4-BE49-F238E27FC236}">
                <a16:creationId xmlns:a16="http://schemas.microsoft.com/office/drawing/2014/main" id="{A29F5608-7E86-4633-B9BD-5C3451CDC6A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91302" y="1312893"/>
            <a:ext cx="5044439" cy="4438433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3392050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uiExpand="1" build="p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5.4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7.5|0.7|6.4|0.7|5.3|2.7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6.5|3.3|8.2|13.9|3.5|3.8|6.7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.3|6.1|2.6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5.1|1.6|2.4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5.9|2.6|6.1|7.4|18|8.8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6.7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.3|14.6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9.8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.1|9|8.3|9.2|7.8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66.5|1|6.3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8.9|4.6|6.1|24.2|4.7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6.8|5.1|10.9|3.5|4.2|0.8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6.3|4.7|27.6|12.7|6.4|2.7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.4|13.9|13.6|9.2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.4|13.9|13.6|9.2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.4|13.9|13.6|9.2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.4|13.9|13.6|9.2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.4|13.9|13.6|9.2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.4|13.9|13.6|9.2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.4|13.9|13.6|9.2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.8|7.9|10.6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.6|4.1|16.3|4.1|1.2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.7|8.8|7.1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.8|3.5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.1|7.3|4.9|0.9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7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.4|1.3|9|2.1|4.6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6.9|0.9|0.7|6.1|1.8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5.3|4.7|14.7|7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.4|3.6|3.7|4.5|6.1|6.3|2"/>
</p:tagLst>
</file>

<file path=ppt/theme/theme1.xml><?xml version="1.0" encoding="utf-8"?>
<a:theme xmlns:a="http://schemas.openxmlformats.org/drawingml/2006/main" name="Paperback">
  <a:themeElements>
    <a:clrScheme name="Paperback">
      <a:dk1>
        <a:srgbClr val="000000"/>
      </a:dk1>
      <a:lt1>
        <a:srgbClr val="FFFFFF"/>
      </a:lt1>
      <a:dk2>
        <a:srgbClr val="00695C"/>
      </a:dk2>
      <a:lt2>
        <a:srgbClr val="26A69A"/>
      </a:lt2>
      <a:accent1>
        <a:srgbClr val="FFFBF0"/>
      </a:accent1>
      <a:accent2>
        <a:srgbClr val="B7B7B7"/>
      </a:accent2>
      <a:accent3>
        <a:srgbClr val="FB8C00"/>
      </a:accent3>
      <a:accent4>
        <a:srgbClr val="80CBC4"/>
      </a:accent4>
      <a:accent5>
        <a:srgbClr val="AF4345"/>
      </a:accent5>
      <a:accent6>
        <a:srgbClr val="F58F8F"/>
      </a:accent6>
      <a:hlink>
        <a:srgbClr val="AF4345"/>
      </a:hlink>
      <a:folHlink>
        <a:srgbClr val="AF434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52FB67A2E83A94196A8A49E4C9AA3CC" ma:contentTypeVersion="7" ma:contentTypeDescription="Create a new document." ma:contentTypeScope="" ma:versionID="e7aa8070a94ac086f8031113ac93deff">
  <xsd:schema xmlns:xsd="http://www.w3.org/2001/XMLSchema" xmlns:xs="http://www.w3.org/2001/XMLSchema" xmlns:p="http://schemas.microsoft.com/office/2006/metadata/properties" xmlns:ns3="fc9da7d3-35b4-4800-9f36-edbfd17575ff" xmlns:ns4="e93bf459-ecbb-4f0c-85da-49877471ed16" targetNamespace="http://schemas.microsoft.com/office/2006/metadata/properties" ma:root="true" ma:fieldsID="5e9b93286df4183bf16a6040c885980c" ns3:_="" ns4:_="">
    <xsd:import namespace="fc9da7d3-35b4-4800-9f36-edbfd17575ff"/>
    <xsd:import namespace="e93bf459-ecbb-4f0c-85da-49877471ed16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AutoKeyPoints" minOccurs="0"/>
                <xsd:element ref="ns3:MediaServiceKeyPoint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c9da7d3-35b4-4800-9f36-edbfd17575f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3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4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93bf459-ecbb-4f0c-85da-49877471ed16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2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5BE75C33-135B-4226-9377-5F639F2329DF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72413ADA-86BF-41A2-B975-022EA71D2F13}">
  <ds:schemaRefs>
    <ds:schemaRef ds:uri="e93bf459-ecbb-4f0c-85da-49877471ed16"/>
    <ds:schemaRef ds:uri="fc9da7d3-35b4-4800-9f36-edbfd17575ff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2FC6233A-C4AD-4EEE-B6B5-667C4469A07F}">
  <ds:schemaRefs>
    <ds:schemaRef ds:uri="e93bf459-ecbb-4f0c-85da-49877471ed16"/>
    <ds:schemaRef ds:uri="fc9da7d3-35b4-4800-9f36-edbfd17575ff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2925</Words>
  <Application>Microsoft Office PowerPoint</Application>
  <PresentationFormat>Widescreen</PresentationFormat>
  <Paragraphs>984</Paragraphs>
  <Slides>42</Slides>
  <Notes>41</Notes>
  <HiddenSlides>0</HiddenSlides>
  <MMClips>0</MMClips>
  <ScaleCrop>false</ScaleCrop>
  <HeadingPairs>
    <vt:vector size="6" baseType="variant">
      <vt:variant>
        <vt:lpstr>Fonts Used</vt:lpstr>
      </vt:variant>
      <vt:variant>
        <vt:i4>17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42</vt:i4>
      </vt:variant>
    </vt:vector>
  </HeadingPairs>
  <TitlesOfParts>
    <vt:vector size="60" baseType="lpstr">
      <vt:lpstr>Arial</vt:lpstr>
      <vt:lpstr>Bookman Old Style</vt:lpstr>
      <vt:lpstr>Calibri</vt:lpstr>
      <vt:lpstr>Cambria Math</vt:lpstr>
      <vt:lpstr>Courier New</vt:lpstr>
      <vt:lpstr>Gill Sans MT</vt:lpstr>
      <vt:lpstr>Lucida Sans Typewriter</vt:lpstr>
      <vt:lpstr>Montserrat Medium</vt:lpstr>
      <vt:lpstr>Noto Mono</vt:lpstr>
      <vt:lpstr>Noto Sans</vt:lpstr>
      <vt:lpstr>Old Standard TT</vt:lpstr>
      <vt:lpstr>Palatino Linotype</vt:lpstr>
      <vt:lpstr>Rockwell Nova</vt:lpstr>
      <vt:lpstr>Segoe UI Light</vt:lpstr>
      <vt:lpstr>Source Sans Pro</vt:lpstr>
      <vt:lpstr>Wingdings</vt:lpstr>
      <vt:lpstr>Wingdings 2</vt:lpstr>
      <vt:lpstr>Paperback</vt:lpstr>
      <vt:lpstr>Proactive Verification of DNS Configurations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Siva Kesava Reddy Kakarla</dc:creator>
  <cp:lastModifiedBy>Siva Kesava Reddy Kakarla</cp:lastModifiedBy>
  <cp:revision>1</cp:revision>
  <dcterms:created xsi:type="dcterms:W3CDTF">2020-07-03T05:59:37Z</dcterms:created>
  <dcterms:modified xsi:type="dcterms:W3CDTF">2020-08-09T00:38:17Z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0x010100052FB67A2E83A94196A8A49E4C9AA3CC</vt:lpwstr>
  </property>
</Properties>
</file>